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8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2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7" r:id="rId61"/>
    <p:sldId id="318" r:id="rId62"/>
    <p:sldId id="319" r:id="rId63"/>
    <p:sldId id="316" r:id="rId64"/>
    <p:sldId id="320" r:id="rId65"/>
    <p:sldId id="321" r:id="rId66"/>
    <p:sldId id="352" r:id="rId67"/>
    <p:sldId id="353" r:id="rId68"/>
    <p:sldId id="354" r:id="rId69"/>
    <p:sldId id="322" r:id="rId70"/>
    <p:sldId id="323" r:id="rId71"/>
    <p:sldId id="325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EA57C-6F33-48CB-BB67-DFE25FA6B34C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FCB70-EA1A-4BA0-B2C9-1E9F1976D4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589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0504EA-0859-9B8C-443F-CD5B7CFB6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AB907D-5BFB-032D-4821-BD82DAE13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7479EB-7018-9A11-FAA0-BB24E42BE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0FAC4B-AC38-3D29-4367-EC2BEE5A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197DDC-F0FA-6F5F-58EC-4A23CDBD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49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B4688-09F9-05A1-7120-BC7D42169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1722DF-ECF5-0EB3-FCD9-F0F433924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66D8E3-4CA9-5EFA-BB53-A9DA65C1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6FD7B-2930-93D5-F17C-26B42D516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0AAC3D-D6F4-0DE0-352D-F79165E6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150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53245-C70B-BF34-3C96-32888DFA4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5F8069-14E6-C8FB-1C08-D6F1E18D3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5EDFD4-15CC-EA74-8545-00F150BA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0730C2-0F1B-9B89-EB05-E7246146F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579BEE-BC12-E0E5-B5CA-319D051E5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77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AE0908-7564-5C24-E032-41642A21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3DAC45-8C63-BECA-F077-DB66E0B02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71001D-A12A-FFBB-55C9-9BC658C63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7CEAB7-8EBB-9D03-C13F-4C02436AC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708476-E2AF-33F5-4FEB-5DE3CCFE5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52284F-ABE9-C711-9BF0-D1837C47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422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D97CC-E950-9E2A-3944-BD9F376FD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CF1DD-67AF-2E86-741B-46AE77EAA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A2DE98-6371-338E-936B-C7AB06671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AD0659-E60F-8173-C1DC-DB49AE426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91DA09F-186D-810A-64F3-B8D29DD97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EB21E4-5867-3FED-7FEC-528993490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4D8DBC8-19D5-582C-7818-68F2B4040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00BD9BE-39A8-4B59-B99F-5732A8956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37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E514F-C7BA-2665-F8BB-E3D6AE270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D540BC-C81B-A7C7-30D6-6E099DAB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36E32F-49FA-075B-1D96-00AE3101A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38D41A-E46D-6B01-0734-51FFE733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67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59FC21-A3C8-266D-9D08-CD5D97FD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07BD1C-CC6C-F9C9-230B-48F24C0CC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3E3A0F-C93A-C217-F0BC-2FC60FF2C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37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5CAB33-2B80-14B8-BE08-6AE5F4166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35BD94-EDC8-6193-1D7C-7301660AF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C3CAE4-798A-A28D-4AC5-683E3A0CB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90C7ED-A180-3DCA-23D4-77123943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B4473C-B981-7795-9918-EE292BB5B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4F431C-EDF2-E6F3-165B-680D73EF4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48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D5285-6DB5-1CBC-8BDB-E2FD5A442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E0E8C6-A4D4-9A5D-C1FD-09DE9F7D29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34EA4C-B639-2D2B-A650-3D0046E1D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33F55C-48C6-42C4-29D2-C48A6FDC2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AD9204-D066-B90F-9D95-D77E11393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90C57C-A952-7C1B-756A-B805679D5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61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A9151-BCC2-25B2-1A3C-0736672C6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75AFC9-F40E-4F7A-C139-BC6F56235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3D1C8A-159A-04C3-A823-6464A2C07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3732EE-F988-FBA3-8167-3529DE21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6E1D8-A64A-1C65-A5E6-FB9EE079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035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7A1628-A059-65FF-21B3-2951F2152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B1198E-97F5-51AD-5308-22DE90CE0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6325A3-0207-89CC-D472-5D1915A63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A126-3C59-486F-8068-E1DF5FE0A7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171CFA-6498-2660-99B4-361EEF68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9BEC9E-B29F-EAD8-3431-95FBB8712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857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210410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DF869E-F312-C850-F847-038853DF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B9E32B-993D-6B3E-0EA6-3572F316B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B37C84-C2E2-1BAE-FFD3-CEECDE038F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AA126-3C59-486F-8068-E1DF5FE0A7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E3A523-6672-C5AE-7D86-2A2E36E22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24D078-2628-DF66-9AE2-1D651C8D3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33AC4-BAB1-42D7-B9A5-9C64E25D1D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96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703DA-55D5-4029-C3E3-F4B96B75F3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단일 연결리스트 그리기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1483A3-A405-29B9-411C-2B504FE3D5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477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6209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buSzPct val="111111"/>
            </a:pPr>
            <a:r>
              <a:rPr lang="ko"/>
              <a:t>그림 설명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322400" y="1735051"/>
            <a:ext cx="5717600" cy="745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저장부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주소값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314000" y="1415267"/>
            <a:ext cx="5717600" cy="376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식별부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메모리영역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14"/>
          <p:cNvGrpSpPr/>
          <p:nvPr/>
        </p:nvGrpSpPr>
        <p:grpSpPr>
          <a:xfrm>
            <a:off x="706833" y="1415267"/>
            <a:ext cx="1071600" cy="745600"/>
            <a:chOff x="725125" y="742575"/>
            <a:chExt cx="803700" cy="559200"/>
          </a:xfrm>
        </p:grpSpPr>
        <p:sp>
          <p:nvSpPr>
            <p:cNvPr id="65" name="Google Shape;65;p1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변수명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데이터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2192633" y="1415267"/>
            <a:ext cx="1071600" cy="1118400"/>
            <a:chOff x="6538675" y="262075"/>
            <a:chExt cx="803700" cy="838800"/>
          </a:xfrm>
        </p:grpSpPr>
        <p:grpSp>
          <p:nvGrpSpPr>
            <p:cNvPr id="68" name="Google Shape;68;p14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69" name="Google Shape;69;p1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ko" altLang="en-US" sz="1867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구조체</a:t>
                </a: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1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ko" altLang="en-US" sz="1867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데이터</a:t>
                </a: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" name="Google Shape;71;p14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ko" alt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다음주소</a:t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14"/>
          <p:cNvSpPr txBox="1"/>
          <p:nvPr/>
        </p:nvSpPr>
        <p:spPr>
          <a:xfrm>
            <a:off x="1074933" y="3045333"/>
            <a:ext cx="4911200" cy="4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참조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해당메모리를 가르키고 접근할수있다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73;p14"/>
          <p:cNvGrpSpPr/>
          <p:nvPr/>
        </p:nvGrpSpPr>
        <p:grpSpPr>
          <a:xfrm>
            <a:off x="359900" y="2609433"/>
            <a:ext cx="4086373" cy="271200"/>
            <a:chOff x="4942250" y="1301775"/>
            <a:chExt cx="3064780" cy="203400"/>
          </a:xfrm>
        </p:grpSpPr>
        <p:cxnSp>
          <p:nvCxnSpPr>
            <p:cNvPr id="74" name="Google Shape;74;p14"/>
            <p:cNvCxnSpPr/>
            <p:nvPr/>
          </p:nvCxnSpPr>
          <p:spPr>
            <a:xfrm>
              <a:off x="4942250" y="1479675"/>
              <a:ext cx="5421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sm" len="sm"/>
              <a:tailEnd type="triangle" w="med" len="med"/>
            </a:ln>
          </p:spPr>
        </p:cxnSp>
        <p:sp>
          <p:nvSpPr>
            <p:cNvPr id="75" name="Google Shape;75;p14"/>
            <p:cNvSpPr txBox="1"/>
            <p:nvPr/>
          </p:nvSpPr>
          <p:spPr>
            <a:xfrm>
              <a:off x="5484330" y="1301775"/>
              <a:ext cx="2522700" cy="20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복사</a:t>
              </a: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메모리 값을 복사한다</a:t>
              </a: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6" name="Google Shape;76;p14"/>
          <p:cNvCxnSpPr/>
          <p:nvPr/>
        </p:nvCxnSpPr>
        <p:spPr>
          <a:xfrm>
            <a:off x="314000" y="1403067"/>
            <a:ext cx="5717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7" name="Google Shape;77;p14"/>
          <p:cNvCxnSpPr/>
          <p:nvPr/>
        </p:nvCxnSpPr>
        <p:spPr>
          <a:xfrm>
            <a:off x="314000" y="1791667"/>
            <a:ext cx="5717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8" name="Google Shape;78;p14"/>
          <p:cNvCxnSpPr/>
          <p:nvPr/>
        </p:nvCxnSpPr>
        <p:spPr>
          <a:xfrm>
            <a:off x="322400" y="2533667"/>
            <a:ext cx="5717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9" name="Google Shape;79;p14"/>
          <p:cNvCxnSpPr/>
          <p:nvPr/>
        </p:nvCxnSpPr>
        <p:spPr>
          <a:xfrm>
            <a:off x="359900" y="3290751"/>
            <a:ext cx="722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80" name="Google Shape;80;p14"/>
          <p:cNvGrpSpPr/>
          <p:nvPr/>
        </p:nvGrpSpPr>
        <p:grpSpPr>
          <a:xfrm>
            <a:off x="6131134" y="1849833"/>
            <a:ext cx="5287500" cy="490800"/>
            <a:chOff x="4473050" y="2195775"/>
            <a:chExt cx="3965625" cy="368100"/>
          </a:xfrm>
        </p:grpSpPr>
        <p:sp>
          <p:nvSpPr>
            <p:cNvPr id="81" name="Google Shape;81;p14"/>
            <p:cNvSpPr/>
            <p:nvPr/>
          </p:nvSpPr>
          <p:spPr>
            <a:xfrm>
              <a:off x="4473050" y="2240025"/>
              <a:ext cx="803700" cy="279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5373875" y="2195775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할당된 메모리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Google Shape;83;p14"/>
          <p:cNvGrpSpPr/>
          <p:nvPr/>
        </p:nvGrpSpPr>
        <p:grpSpPr>
          <a:xfrm>
            <a:off x="6131134" y="2318133"/>
            <a:ext cx="5287500" cy="490800"/>
            <a:chOff x="4473050" y="2547000"/>
            <a:chExt cx="3965625" cy="368100"/>
          </a:xfrm>
        </p:grpSpPr>
        <p:sp>
          <p:nvSpPr>
            <p:cNvPr id="84" name="Google Shape;84;p14"/>
            <p:cNvSpPr/>
            <p:nvPr/>
          </p:nvSpPr>
          <p:spPr>
            <a:xfrm>
              <a:off x="4473050" y="2591250"/>
              <a:ext cx="803700" cy="279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 txBox="1"/>
            <p:nvPr/>
          </p:nvSpPr>
          <p:spPr>
            <a:xfrm>
              <a:off x="5373875" y="2547000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접근할 수 없는 메모리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14"/>
          <p:cNvSpPr/>
          <p:nvPr/>
        </p:nvSpPr>
        <p:spPr>
          <a:xfrm>
            <a:off x="6131133" y="2894867"/>
            <a:ext cx="1071600" cy="3728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ko" altLang="en-US" sz="13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매개변수</a:t>
            </a:r>
            <a:endParaRPr sz="1333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7332233" y="2835867"/>
            <a:ext cx="4911200" cy="4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함수외부에서 전달받는 변수의 식별부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14"/>
          <p:cNvGrpSpPr/>
          <p:nvPr/>
        </p:nvGrpSpPr>
        <p:grpSpPr>
          <a:xfrm>
            <a:off x="6131134" y="3353600"/>
            <a:ext cx="6383500" cy="490800"/>
            <a:chOff x="4473050" y="3323600"/>
            <a:chExt cx="4787625" cy="368100"/>
          </a:xfrm>
        </p:grpSpPr>
        <p:sp>
          <p:nvSpPr>
            <p:cNvPr id="89" name="Google Shape;89;p14"/>
            <p:cNvSpPr/>
            <p:nvPr/>
          </p:nvSpPr>
          <p:spPr>
            <a:xfrm>
              <a:off x="4473050" y="3367850"/>
              <a:ext cx="803700" cy="2796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00"/>
              </a:pPr>
              <a:r>
                <a:rPr lang="ko" altLang="en-US" sz="1333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지역변수</a:t>
              </a:r>
              <a:endParaRPr sz="13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5373875" y="3323600"/>
              <a:ext cx="3886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해당함수 내부에서 접근가능한 변수의 식별부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" name="Google Shape;91;p14"/>
          <p:cNvGrpSpPr/>
          <p:nvPr/>
        </p:nvGrpSpPr>
        <p:grpSpPr>
          <a:xfrm>
            <a:off x="6131134" y="3871333"/>
            <a:ext cx="5287500" cy="490800"/>
            <a:chOff x="4473050" y="3711900"/>
            <a:chExt cx="3965625" cy="368100"/>
          </a:xfrm>
        </p:grpSpPr>
        <p:sp>
          <p:nvSpPr>
            <p:cNvPr id="92" name="Google Shape;92;p14"/>
            <p:cNvSpPr/>
            <p:nvPr/>
          </p:nvSpPr>
          <p:spPr>
            <a:xfrm>
              <a:off x="4473050" y="3756150"/>
              <a:ext cx="803700" cy="2796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00"/>
              </a:pPr>
              <a:r>
                <a:rPr lang="en-US" altLang="ko" sz="1333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3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4"/>
            <p:cNvSpPr txBox="1"/>
            <p:nvPr/>
          </p:nvSpPr>
          <p:spPr>
            <a:xfrm>
              <a:off x="5373875" y="3711900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동적할당된 변수의 식별부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" name="Google Shape;94;p14"/>
          <p:cNvGrpSpPr/>
          <p:nvPr/>
        </p:nvGrpSpPr>
        <p:grpSpPr>
          <a:xfrm>
            <a:off x="6105467" y="4367767"/>
            <a:ext cx="5287500" cy="490800"/>
            <a:chOff x="4453800" y="4160425"/>
            <a:chExt cx="3965625" cy="368100"/>
          </a:xfrm>
        </p:grpSpPr>
        <p:sp>
          <p:nvSpPr>
            <p:cNvPr id="95" name="Google Shape;95;p14"/>
            <p:cNvSpPr/>
            <p:nvPr/>
          </p:nvSpPr>
          <p:spPr>
            <a:xfrm>
              <a:off x="4453800" y="4220650"/>
              <a:ext cx="803700" cy="2796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00"/>
              </a:pPr>
              <a:r>
                <a:rPr lang="en-US" altLang="ko" sz="1333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Node</a:t>
              </a:r>
              <a:endParaRPr sz="13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5354625" y="4160425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정적할당된 변수의 식별부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" name="Google Shape;97;p14"/>
          <p:cNvGrpSpPr/>
          <p:nvPr/>
        </p:nvGrpSpPr>
        <p:grpSpPr>
          <a:xfrm>
            <a:off x="6105467" y="4965800"/>
            <a:ext cx="5287500" cy="490800"/>
            <a:chOff x="4453800" y="4608950"/>
            <a:chExt cx="3965625" cy="368100"/>
          </a:xfrm>
        </p:grpSpPr>
        <p:sp>
          <p:nvSpPr>
            <p:cNvPr id="98" name="Google Shape;98;p14"/>
            <p:cNvSpPr/>
            <p:nvPr/>
          </p:nvSpPr>
          <p:spPr>
            <a:xfrm>
              <a:off x="4453800" y="4653200"/>
              <a:ext cx="803700" cy="27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00"/>
              </a:pPr>
              <a:r>
                <a:rPr lang="ko" altLang="en-US" sz="1333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데이터</a:t>
              </a:r>
              <a:endParaRPr sz="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5354625" y="4608950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데이터가 저장된 영역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6087734" y="5483533"/>
            <a:ext cx="5287500" cy="490800"/>
            <a:chOff x="4440500" y="5073450"/>
            <a:chExt cx="3965625" cy="368100"/>
          </a:xfrm>
        </p:grpSpPr>
        <p:sp>
          <p:nvSpPr>
            <p:cNvPr id="101" name="Google Shape;101;p14"/>
            <p:cNvSpPr/>
            <p:nvPr/>
          </p:nvSpPr>
          <p:spPr>
            <a:xfrm>
              <a:off x="4440500" y="5117700"/>
              <a:ext cx="803700" cy="2796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00"/>
              </a:pPr>
              <a:r>
                <a:rPr lang="ko" altLang="en-US" sz="1333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식별부</a:t>
              </a:r>
              <a:endParaRPr sz="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5341325" y="5073450"/>
              <a:ext cx="3064800" cy="36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메모리가 해제된 식별부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14"/>
          <p:cNvSpPr txBox="1"/>
          <p:nvPr/>
        </p:nvSpPr>
        <p:spPr>
          <a:xfrm>
            <a:off x="197867" y="3496665"/>
            <a:ext cx="5453600" cy="32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식별부 </a:t>
            </a:r>
            <a:endParaRPr sz="186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데이터의 영역을 구별하는데 사용한다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메모리의 주소값이나 변수명이 있다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저장부</a:t>
            </a:r>
            <a:endParaRPr sz="186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변수에 데이터를 저장하는 영역이다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아래 칸수는 저장하는 변수의 개수로 보면된다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복사</a:t>
            </a:r>
            <a:endParaRPr sz="186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변수에 있는 메모리값을 복사하여 넘긴다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참조</a:t>
            </a:r>
            <a:endParaRPr sz="186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해당메모리의 주소값을 저장하여 </a:t>
            </a:r>
            <a:b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접근가능하게 한다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4982167" y="52000"/>
            <a:ext cx="72012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altLang="ko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※ </a:t>
            </a:r>
            <a:r>
              <a:rPr lang="ko" altLang="en-US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이 그림에서는 전역변수를 활용하지않는다</a:t>
            </a:r>
            <a:r>
              <a:rPr lang="en-US" altLang="ko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br>
              <a:rPr lang="en-US" altLang="ko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ko" altLang="en-US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매개변수의 역할과 참조에 의한 호출을 이해하기위한 과정이니</a:t>
            </a:r>
            <a:r>
              <a:rPr lang="en-US" altLang="ko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br>
              <a:rPr lang="en-US" altLang="ko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ko" altLang="en-US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불편 하더라도 감수하고 따라 그려보도록하자</a:t>
            </a:r>
            <a:r>
              <a:rPr lang="en-US" altLang="ko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7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986133" y="1356967"/>
            <a:ext cx="5962800" cy="5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altLang="ko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식별부 및 메모리 표시</a:t>
            </a:r>
            <a:endParaRPr sz="186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buSzPct val="111111"/>
            </a:pPr>
            <a:r>
              <a:rPr lang="ko"/>
              <a:t>프로그램에서 사용되는 그림 설명</a:t>
            </a:r>
            <a:endParaRPr/>
          </a:p>
        </p:txBody>
      </p:sp>
      <p:grpSp>
        <p:nvGrpSpPr>
          <p:cNvPr id="111" name="Google Shape;111;p15"/>
          <p:cNvGrpSpPr/>
          <p:nvPr/>
        </p:nvGrpSpPr>
        <p:grpSpPr>
          <a:xfrm>
            <a:off x="689533" y="2921000"/>
            <a:ext cx="1071600" cy="745600"/>
            <a:chOff x="725125" y="742575"/>
            <a:chExt cx="803700" cy="559200"/>
          </a:xfrm>
        </p:grpSpPr>
        <p:sp>
          <p:nvSpPr>
            <p:cNvPr id="112" name="Google Shape;112;p1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ko" alt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지역변수</a:t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value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" name="Google Shape;114;p15"/>
          <p:cNvGrpSpPr/>
          <p:nvPr/>
        </p:nvGrpSpPr>
        <p:grpSpPr>
          <a:xfrm>
            <a:off x="689533" y="3924300"/>
            <a:ext cx="1071600" cy="1118400"/>
            <a:chOff x="6538675" y="262075"/>
            <a:chExt cx="803700" cy="838800"/>
          </a:xfrm>
        </p:grpSpPr>
        <p:grpSp>
          <p:nvGrpSpPr>
            <p:cNvPr id="115" name="Google Shape;115;p15"/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16" name="Google Shape;116;p1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ko" alt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동적할당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altLang="ko" sz="1867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" name="Google Shape;118;p15"/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pNext</a:t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15"/>
          <p:cNvGrpSpPr/>
          <p:nvPr/>
        </p:nvGrpSpPr>
        <p:grpSpPr>
          <a:xfrm>
            <a:off x="689533" y="1854200"/>
            <a:ext cx="1071600" cy="745600"/>
            <a:chOff x="725125" y="742575"/>
            <a:chExt cx="803700" cy="559200"/>
          </a:xfrm>
        </p:grpSpPr>
        <p:sp>
          <p:nvSpPr>
            <p:cNvPr id="120" name="Google Shape;120;p1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ko" alt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매개변수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value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15"/>
          <p:cNvSpPr txBox="1"/>
          <p:nvPr/>
        </p:nvSpPr>
        <p:spPr>
          <a:xfrm>
            <a:off x="1854200" y="1816601"/>
            <a:ext cx="6400800" cy="82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매개변수</a:t>
            </a:r>
            <a:b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함수안에 다른함수의 값을 전달하는 용도로 사용됨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1892300" y="2883401"/>
            <a:ext cx="6400800" cy="82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지역변수</a:t>
            </a:r>
            <a:b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함수안에서 동적할당된 메모리에 접근하는 용도로 사용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1892300" y="3950201"/>
            <a:ext cx="7582000" cy="82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구조체 동적할당</a:t>
            </a:r>
            <a:b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노드는 다음노드를 가르켜야하므로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일반 변수로는 나타낼수 없다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405132" y="5915533"/>
            <a:ext cx="11752000" cy="4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참조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해당메모리를 가르키고 접근할수있다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동적할당된 노드를 동적할당된것을 참조한다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p15"/>
          <p:cNvGrpSpPr/>
          <p:nvPr/>
        </p:nvGrpSpPr>
        <p:grpSpPr>
          <a:xfrm>
            <a:off x="690100" y="5276433"/>
            <a:ext cx="10676368" cy="271200"/>
            <a:chOff x="4942250" y="1149375"/>
            <a:chExt cx="8007276" cy="203400"/>
          </a:xfrm>
        </p:grpSpPr>
        <p:cxnSp>
          <p:nvCxnSpPr>
            <p:cNvPr id="127" name="Google Shape;127;p15"/>
            <p:cNvCxnSpPr/>
            <p:nvPr/>
          </p:nvCxnSpPr>
          <p:spPr>
            <a:xfrm>
              <a:off x="4942250" y="1327275"/>
              <a:ext cx="5421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sm" len="sm"/>
              <a:tailEnd type="triangle" w="med" len="med"/>
            </a:ln>
          </p:spPr>
        </p:cxnSp>
        <p:sp>
          <p:nvSpPr>
            <p:cNvPr id="128" name="Google Shape;128;p15"/>
            <p:cNvSpPr txBox="1"/>
            <p:nvPr/>
          </p:nvSpPr>
          <p:spPr>
            <a:xfrm>
              <a:off x="5484326" y="1149375"/>
              <a:ext cx="7465200" cy="20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복사</a:t>
              </a: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다른 포인터가 참조값을 매개변수로  넘기거나</a:t>
              </a: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변수의 값을 복사하는데 사용된다</a:t>
              </a: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9" name="Google Shape;129;p15"/>
          <p:cNvCxnSpPr/>
          <p:nvPr/>
        </p:nvCxnSpPr>
        <p:spPr>
          <a:xfrm>
            <a:off x="690100" y="6160951"/>
            <a:ext cx="722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0D00D0-9C4E-B639-2E28-A92B7AFACF90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(10)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D6CBF78F-CDE4-7671-526C-D06A11D5259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CDA61AEA-9A84-B6FA-C5A8-C10FA5AFB28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C2756382-C19A-328E-E2C0-1DFC86CE5EF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33776A77-46EA-35C9-94C4-64819338C46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977BEA40-610D-A642-511F-4F1BE3EB150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6DC6EB88-B53B-9075-0C4A-B6973D8E1AA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6FADFC4-EB3C-BE95-260F-69EF0FF81553}"/>
              </a:ext>
            </a:extLst>
          </p:cNvPr>
          <p:cNvSpPr txBox="1"/>
          <p:nvPr/>
        </p:nvSpPr>
        <p:spPr>
          <a:xfrm>
            <a:off x="15819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1AD36D-B625-9C5E-AA34-364512EC14C6}"/>
              </a:ext>
            </a:extLst>
          </p:cNvPr>
          <p:cNvSpPr txBox="1"/>
          <p:nvPr/>
        </p:nvSpPr>
        <p:spPr>
          <a:xfrm>
            <a:off x="197090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41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E1EA07-3A9F-03ED-7B36-B1BD58C3B455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44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10)</a:t>
            </a:r>
            <a:endParaRPr lang="ko-KR" altLang="en-US" dirty="0"/>
          </a:p>
        </p:txBody>
      </p:sp>
      <p:grpSp>
        <p:nvGrpSpPr>
          <p:cNvPr id="13" name="Google Shape;111;p15">
            <a:extLst>
              <a:ext uri="{FF2B5EF4-FFF2-40B4-BE49-F238E27FC236}">
                <a16:creationId xmlns:a16="http://schemas.microsoft.com/office/drawing/2014/main" id="{2F29FEE4-019F-61FC-0F95-66F5896E6B48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14" name="Google Shape;112;p15">
              <a:extLst>
                <a:ext uri="{FF2B5EF4-FFF2-40B4-BE49-F238E27FC236}">
                  <a16:creationId xmlns:a16="http://schemas.microsoft.com/office/drawing/2014/main" id="{5BF1D90A-F1E3-A6CB-1C7A-C1EFCE6A9C6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13;p15">
              <a:extLst>
                <a:ext uri="{FF2B5EF4-FFF2-40B4-BE49-F238E27FC236}">
                  <a16:creationId xmlns:a16="http://schemas.microsoft.com/office/drawing/2014/main" id="{EA9C1AAC-2BA0-165D-7ACF-E524F45B598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DA6697F-8DD1-D2DF-E85E-B70F58AB7BA3}"/>
              </a:ext>
            </a:extLst>
          </p:cNvPr>
          <p:cNvSpPr txBox="1"/>
          <p:nvPr/>
        </p:nvSpPr>
        <p:spPr>
          <a:xfrm>
            <a:off x="158193" y="4154773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73</a:t>
            </a:r>
            <a:endParaRPr lang="ko-KR" altLang="en-US" dirty="0"/>
          </a:p>
        </p:txBody>
      </p: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15F100B8-74DB-A0CE-3A1B-2F8A03616D6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0D2900A3-DF6E-13B0-A01D-B6075933BE2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F850541C-42F3-ECD6-B0B4-72CC6173693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" name="Google Shape;119;p15">
            <a:extLst>
              <a:ext uri="{FF2B5EF4-FFF2-40B4-BE49-F238E27FC236}">
                <a16:creationId xmlns:a16="http://schemas.microsoft.com/office/drawing/2014/main" id="{18E99D8C-DE3A-5FFA-DF71-CC09BD2CEF38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5" name="Google Shape;120;p15">
              <a:extLst>
                <a:ext uri="{FF2B5EF4-FFF2-40B4-BE49-F238E27FC236}">
                  <a16:creationId xmlns:a16="http://schemas.microsoft.com/office/drawing/2014/main" id="{5EE44452-C356-C9F3-A819-CACF81A2C05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21;p15">
              <a:extLst>
                <a:ext uri="{FF2B5EF4-FFF2-40B4-BE49-F238E27FC236}">
                  <a16:creationId xmlns:a16="http://schemas.microsoft.com/office/drawing/2014/main" id="{2DA40EB8-87DC-A72F-8CAC-E41EC7A01B4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88A30DD5-92D2-FBDF-F3CC-5CEF49295F97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5A8E0A0C-2820-EE63-09D6-44A7D081BAA8}"/>
              </a:ext>
            </a:extLst>
          </p:cNvPr>
          <p:cNvCxnSpPr>
            <a:cxnSpLocks/>
            <a:stCxn id="12" idx="2"/>
            <a:endCxn id="26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77246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77FA6-3C04-0001-9ECC-1F0AEE832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F17DB0-3332-8FFD-4C83-2B8DEC5B6D01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(10)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BE83EB5C-C62B-1B85-2AF0-6C5FF5FA8A47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752B0CBA-E06A-42B3-12AB-98892F19208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51AEFE35-1392-8D5B-9249-488F9B58A2F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D757E83E-9618-94FB-BDFB-0CF434C73AE7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58FB934A-CAD4-83E2-467C-A099F00E2A1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C20DCFDB-49A6-7F83-4EF5-D77DDCF7D60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1CB8111-8D31-AD2D-8D40-CF380E30B956}"/>
              </a:ext>
            </a:extLst>
          </p:cNvPr>
          <p:cNvSpPr txBox="1"/>
          <p:nvPr/>
        </p:nvSpPr>
        <p:spPr>
          <a:xfrm>
            <a:off x="15819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4318C5-D863-34A1-11FD-B2F12A7405DD}"/>
              </a:ext>
            </a:extLst>
          </p:cNvPr>
          <p:cNvSpPr txBox="1"/>
          <p:nvPr/>
        </p:nvSpPr>
        <p:spPr>
          <a:xfrm>
            <a:off x="197090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41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14906F-BE76-9D16-9969-5D4588E267DB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44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10)</a:t>
            </a:r>
            <a:endParaRPr lang="ko-KR" altLang="en-US" dirty="0"/>
          </a:p>
        </p:txBody>
      </p:sp>
      <p:grpSp>
        <p:nvGrpSpPr>
          <p:cNvPr id="13" name="Google Shape;111;p15">
            <a:extLst>
              <a:ext uri="{FF2B5EF4-FFF2-40B4-BE49-F238E27FC236}">
                <a16:creationId xmlns:a16="http://schemas.microsoft.com/office/drawing/2014/main" id="{5ED1698F-7EE8-7DA4-83EE-E8CB5196DDB7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14" name="Google Shape;112;p15">
              <a:extLst>
                <a:ext uri="{FF2B5EF4-FFF2-40B4-BE49-F238E27FC236}">
                  <a16:creationId xmlns:a16="http://schemas.microsoft.com/office/drawing/2014/main" id="{077593F3-F950-3A87-E6F7-2593AFDC8C0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13;p15">
              <a:extLst>
                <a:ext uri="{FF2B5EF4-FFF2-40B4-BE49-F238E27FC236}">
                  <a16:creationId xmlns:a16="http://schemas.microsoft.com/office/drawing/2014/main" id="{0BFD5DB1-1B2F-4DBD-E5C6-A84CE68C7F4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6727AFD-BEC9-3054-115A-BEB250EEFB07}"/>
              </a:ext>
            </a:extLst>
          </p:cNvPr>
          <p:cNvSpPr txBox="1"/>
          <p:nvPr/>
        </p:nvSpPr>
        <p:spPr>
          <a:xfrm>
            <a:off x="1803622" y="4549398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</a:t>
            </a:r>
            <a:endParaRPr lang="ko-KR" altLang="en-US" dirty="0"/>
          </a:p>
        </p:txBody>
      </p: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38956E49-8E77-D584-C262-D8334F0F1FE8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C5E626F5-FCC9-2010-3C87-77E893FC43F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2ED7DF17-C620-77FF-8E3D-6122C325060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" name="Google Shape;119;p15">
            <a:extLst>
              <a:ext uri="{FF2B5EF4-FFF2-40B4-BE49-F238E27FC236}">
                <a16:creationId xmlns:a16="http://schemas.microsoft.com/office/drawing/2014/main" id="{CDC85E0B-5377-C366-77B4-BA815AC90615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5" name="Google Shape;120;p15">
              <a:extLst>
                <a:ext uri="{FF2B5EF4-FFF2-40B4-BE49-F238E27FC236}">
                  <a16:creationId xmlns:a16="http://schemas.microsoft.com/office/drawing/2014/main" id="{7B483C1B-8C8A-0D56-01EB-A7B6E0E7E04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21;p15">
              <a:extLst>
                <a:ext uri="{FF2B5EF4-FFF2-40B4-BE49-F238E27FC236}">
                  <a16:creationId xmlns:a16="http://schemas.microsoft.com/office/drawing/2014/main" id="{6FE51230-83DB-5493-B538-EF2012039AD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D5C15215-879C-77F7-5204-1C24543BFE16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C1642B38-3BB5-0ACA-FF67-31E5A2B86914}"/>
              </a:ext>
            </a:extLst>
          </p:cNvPr>
          <p:cNvCxnSpPr>
            <a:cxnSpLocks/>
            <a:stCxn id="12" idx="2"/>
            <a:endCxn id="26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41A02010-7458-2278-B01B-47A5C933483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04FAFD89-D0C7-FD8C-8E3B-DA5290D7D00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63E30A69-FE62-3C44-129B-8402194B8B8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98BC9462-560C-FF6B-C0DD-9BA10CC1A00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altLang="ko" sz="1867" dirty="0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nData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3A96B8C7-5364-32D7-5EB5-910FCE7F22B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pNext</a:t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805239EB-779B-DDFE-CF1A-EDC3C0FDADBA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1699350" y="4813497"/>
            <a:ext cx="611860" cy="2393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61486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DB757-EFE9-CAFB-E449-CE91DDF79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C66CFE-3B08-EC54-AC3F-FD2C98874869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(10)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42C5718E-61B2-D1A0-ACB5-AED0E1C2F9E7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A2E6BE02-4DD7-C40F-384D-EF268EDDCBF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2EEF1368-8724-4D90-E968-3838C02665C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B7F125D6-EC5B-8C3F-DAF1-9AA193B048B7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5F878397-A7C8-9A66-9353-6C7492EBC86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F2A6ECA3-F0B1-01E5-D435-DB46E3BDCAA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19AF5CA-8D64-00DC-3564-C9C477DC2E6B}"/>
              </a:ext>
            </a:extLst>
          </p:cNvPr>
          <p:cNvSpPr txBox="1"/>
          <p:nvPr/>
        </p:nvSpPr>
        <p:spPr>
          <a:xfrm>
            <a:off x="15819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DE84B6-97CF-DC4D-8B34-91B265EFD7EC}"/>
              </a:ext>
            </a:extLst>
          </p:cNvPr>
          <p:cNvSpPr txBox="1"/>
          <p:nvPr/>
        </p:nvSpPr>
        <p:spPr>
          <a:xfrm>
            <a:off x="197090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41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B4898E-9D2D-C3DB-0A98-1A646516A3B1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44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10)</a:t>
            </a:r>
            <a:endParaRPr lang="ko-KR" altLang="en-US" dirty="0"/>
          </a:p>
        </p:txBody>
      </p:sp>
      <p:grpSp>
        <p:nvGrpSpPr>
          <p:cNvPr id="13" name="Google Shape;111;p15">
            <a:extLst>
              <a:ext uri="{FF2B5EF4-FFF2-40B4-BE49-F238E27FC236}">
                <a16:creationId xmlns:a16="http://schemas.microsoft.com/office/drawing/2014/main" id="{4648DD32-033F-32E4-47A8-863E3D1372A8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14" name="Google Shape;112;p15">
              <a:extLst>
                <a:ext uri="{FF2B5EF4-FFF2-40B4-BE49-F238E27FC236}">
                  <a16:creationId xmlns:a16="http://schemas.microsoft.com/office/drawing/2014/main" id="{5A9DA1A1-2206-F660-58C0-9AFE6473E9D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13;p15">
              <a:extLst>
                <a:ext uri="{FF2B5EF4-FFF2-40B4-BE49-F238E27FC236}">
                  <a16:creationId xmlns:a16="http://schemas.microsoft.com/office/drawing/2014/main" id="{14B06958-EAF1-9065-E2E3-D5F2DB684A3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AACB9E1-EB03-C5E0-A1BA-84907B7BACCD}"/>
              </a:ext>
            </a:extLst>
          </p:cNvPr>
          <p:cNvSpPr txBox="1"/>
          <p:nvPr/>
        </p:nvSpPr>
        <p:spPr>
          <a:xfrm>
            <a:off x="1841653" y="4551452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</a:t>
            </a:r>
            <a:endParaRPr lang="ko-KR" altLang="en-US" dirty="0"/>
          </a:p>
        </p:txBody>
      </p: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9B5A543E-B943-07BC-EE5F-95144C9ECDE9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23BF2549-2F1F-A35A-01F0-B27CC5AF27D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B913B09E-1648-7641-4434-6E066F39649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" name="Google Shape;119;p15">
            <a:extLst>
              <a:ext uri="{FF2B5EF4-FFF2-40B4-BE49-F238E27FC236}">
                <a16:creationId xmlns:a16="http://schemas.microsoft.com/office/drawing/2014/main" id="{88F8DC40-CDE3-9C26-D757-41AF5AA7A5E7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5" name="Google Shape;120;p15">
              <a:extLst>
                <a:ext uri="{FF2B5EF4-FFF2-40B4-BE49-F238E27FC236}">
                  <a16:creationId xmlns:a16="http://schemas.microsoft.com/office/drawing/2014/main" id="{7F2530EB-A408-70B0-2523-82CA5B069FA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21;p15">
              <a:extLst>
                <a:ext uri="{FF2B5EF4-FFF2-40B4-BE49-F238E27FC236}">
                  <a16:creationId xmlns:a16="http://schemas.microsoft.com/office/drawing/2014/main" id="{3AC5257F-A242-2C56-0ECD-98E250208F1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46E2E56B-2797-A7C7-E40E-BD12B94173D8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A7D32A81-279D-1799-66AC-57B77266C46E}"/>
              </a:ext>
            </a:extLst>
          </p:cNvPr>
          <p:cNvCxnSpPr>
            <a:cxnSpLocks/>
            <a:stCxn id="12" idx="2"/>
            <a:endCxn id="26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835FDC84-4D3C-BEFF-666F-749B3A4317CA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74CDDCB2-6B9D-4523-3FF9-4E3BE8F721A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11F66F80-1036-CFD1-C342-61625E02838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63D6E2C2-280C-AB4A-B52D-0682FEC7690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9FC8E4C3-578A-B407-1CEF-88815B8F3E9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EB497949-43F1-E559-AC81-146681B9248C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1699350" y="4813497"/>
            <a:ext cx="611860" cy="2393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" name="Google Shape;324;p23">
            <a:extLst>
              <a:ext uri="{FF2B5EF4-FFF2-40B4-BE49-F238E27FC236}">
                <a16:creationId xmlns:a16="http://schemas.microsoft.com/office/drawing/2014/main" id="{07504779-F613-7C84-BFF5-E7593C5FDF25}"/>
              </a:ext>
            </a:extLst>
          </p:cNvPr>
          <p:cNvCxnSpPr>
            <a:cxnSpLocks/>
            <a:stCxn id="26" idx="2"/>
            <a:endCxn id="20" idx="3"/>
          </p:cNvCxnSpPr>
          <p:nvPr/>
        </p:nvCxnSpPr>
        <p:spPr>
          <a:xfrm flipH="1">
            <a:off x="3382810" y="4393939"/>
            <a:ext cx="1477855" cy="113761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2F0394A-D1C8-8930-748E-228D19C46BAA}"/>
              </a:ext>
            </a:extLst>
          </p:cNvPr>
          <p:cNvSpPr txBox="1"/>
          <p:nvPr/>
        </p:nvSpPr>
        <p:spPr>
          <a:xfrm>
            <a:off x="3683831" y="4658405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76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6821B2-3575-0FA8-984B-31538A262602}"/>
              </a:ext>
            </a:extLst>
          </p:cNvPr>
          <p:cNvSpPr txBox="1"/>
          <p:nvPr/>
        </p:nvSpPr>
        <p:spPr>
          <a:xfrm>
            <a:off x="3449052" y="5846694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2766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114B3-30B0-DC77-457E-CF78CB3C4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EEB870-C67B-221B-9D42-D6022869C31C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(10)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4A9A82AD-9F0C-C8A8-C127-F70E0B45C0BF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F9696CAA-C15D-3784-1941-3E50D78C169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5F88240B-9CE6-AFA9-54BF-B94A57B5828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AA549A96-EB06-B478-3101-4AE5CA05401B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F9D91A35-7E1D-0634-4752-E224A0A8B16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C6D40DD5-D1F2-C6B2-EA92-92D1C73D86A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637878-BC07-6636-3A44-0698CC410109}"/>
              </a:ext>
            </a:extLst>
          </p:cNvPr>
          <p:cNvSpPr txBox="1"/>
          <p:nvPr/>
        </p:nvSpPr>
        <p:spPr>
          <a:xfrm>
            <a:off x="15819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1712E-0D9C-83B9-8DDD-7DDD76E8C1AE}"/>
              </a:ext>
            </a:extLst>
          </p:cNvPr>
          <p:cNvSpPr txBox="1"/>
          <p:nvPr/>
        </p:nvSpPr>
        <p:spPr>
          <a:xfrm>
            <a:off x="197090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41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0E6013-09C6-9C6B-F405-0994C1E01BC9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44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10)</a:t>
            </a:r>
            <a:endParaRPr lang="ko-KR" altLang="en-US" dirty="0"/>
          </a:p>
        </p:txBody>
      </p:sp>
      <p:grpSp>
        <p:nvGrpSpPr>
          <p:cNvPr id="13" name="Google Shape;111;p15">
            <a:extLst>
              <a:ext uri="{FF2B5EF4-FFF2-40B4-BE49-F238E27FC236}">
                <a16:creationId xmlns:a16="http://schemas.microsoft.com/office/drawing/2014/main" id="{1C42B805-22EA-AA82-A82A-207A5CD66682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14" name="Google Shape;112;p15">
              <a:extLst>
                <a:ext uri="{FF2B5EF4-FFF2-40B4-BE49-F238E27FC236}">
                  <a16:creationId xmlns:a16="http://schemas.microsoft.com/office/drawing/2014/main" id="{CAB43882-F84B-3F06-0B47-0872EB7CEC2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13;p15">
              <a:extLst>
                <a:ext uri="{FF2B5EF4-FFF2-40B4-BE49-F238E27FC236}">
                  <a16:creationId xmlns:a16="http://schemas.microsoft.com/office/drawing/2014/main" id="{DE318067-0149-1EED-D887-A8876364D6E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9C3C586-876D-43BB-D789-990134633E03}"/>
              </a:ext>
            </a:extLst>
          </p:cNvPr>
          <p:cNvSpPr txBox="1"/>
          <p:nvPr/>
        </p:nvSpPr>
        <p:spPr>
          <a:xfrm>
            <a:off x="1841653" y="4551452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</a:t>
            </a:r>
            <a:endParaRPr lang="ko-KR" altLang="en-US" dirty="0"/>
          </a:p>
        </p:txBody>
      </p: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E43C4271-CFA5-8530-6250-F1B8B9BC1A37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663AD0F2-6D6B-9E98-FF88-A544DED8724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1EECC4E4-B9E5-A81C-C988-3B82FC74A7D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" name="Google Shape;119;p15">
            <a:extLst>
              <a:ext uri="{FF2B5EF4-FFF2-40B4-BE49-F238E27FC236}">
                <a16:creationId xmlns:a16="http://schemas.microsoft.com/office/drawing/2014/main" id="{4A5D73AB-BC63-88C8-B1E4-03D75385C2A9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5" name="Google Shape;120;p15">
              <a:extLst>
                <a:ext uri="{FF2B5EF4-FFF2-40B4-BE49-F238E27FC236}">
                  <a16:creationId xmlns:a16="http://schemas.microsoft.com/office/drawing/2014/main" id="{214C595F-3501-DFF1-075C-9DE1698B6F2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21;p15">
              <a:extLst>
                <a:ext uri="{FF2B5EF4-FFF2-40B4-BE49-F238E27FC236}">
                  <a16:creationId xmlns:a16="http://schemas.microsoft.com/office/drawing/2014/main" id="{6B69D161-B627-2047-FA0C-E2C52FAD2F3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4A8E86F6-8DD2-3A14-A04F-76A958B3ADE7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C3B5A9EB-93B7-BA83-C82F-B1BD7B1C0C0E}"/>
              </a:ext>
            </a:extLst>
          </p:cNvPr>
          <p:cNvCxnSpPr>
            <a:cxnSpLocks/>
            <a:stCxn id="12" idx="2"/>
            <a:endCxn id="26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79C52109-62E8-B7D0-6D65-3D26386BBF58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D9C2531B-ED3B-8248-E207-DA6BFCF6E42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64CE502C-6EEB-0E22-D2DD-797FD0F6692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C2DBF538-0700-7DB2-E04D-5ED528D81EC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6B78E03E-127E-71FE-D5C9-E55C5631E77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74361A60-7D79-4480-26A9-0EEC178DBD8F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1699350" y="4813497"/>
            <a:ext cx="611860" cy="2393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" name="Google Shape;324;p23">
            <a:extLst>
              <a:ext uri="{FF2B5EF4-FFF2-40B4-BE49-F238E27FC236}">
                <a16:creationId xmlns:a16="http://schemas.microsoft.com/office/drawing/2014/main" id="{DBAF38BB-C5EA-DD3D-5779-A9AFF7392AEB}"/>
              </a:ext>
            </a:extLst>
          </p:cNvPr>
          <p:cNvCxnSpPr>
            <a:cxnSpLocks/>
            <a:stCxn id="26" idx="2"/>
            <a:endCxn id="20" idx="3"/>
          </p:cNvCxnSpPr>
          <p:nvPr/>
        </p:nvCxnSpPr>
        <p:spPr>
          <a:xfrm flipH="1">
            <a:off x="3382810" y="4393939"/>
            <a:ext cx="1477855" cy="113761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AF8E54A-1763-0968-890C-84A0AFE4241B}"/>
              </a:ext>
            </a:extLst>
          </p:cNvPr>
          <p:cNvSpPr txBox="1"/>
          <p:nvPr/>
        </p:nvSpPr>
        <p:spPr>
          <a:xfrm>
            <a:off x="3683831" y="4658405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76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8CB5AA-9049-FE33-1CD5-1A4E7DF73A07}"/>
              </a:ext>
            </a:extLst>
          </p:cNvPr>
          <p:cNvSpPr txBox="1"/>
          <p:nvPr/>
        </p:nvSpPr>
        <p:spPr>
          <a:xfrm>
            <a:off x="3449052" y="5846694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77</a:t>
            </a:r>
            <a:endParaRPr lang="ko-KR" altLang="en-US" dirty="0"/>
          </a:p>
        </p:txBody>
      </p:sp>
      <p:cxnSp>
        <p:nvCxnSpPr>
          <p:cNvPr id="29" name="Google Shape;324;p23">
            <a:extLst>
              <a:ext uri="{FF2B5EF4-FFF2-40B4-BE49-F238E27FC236}">
                <a16:creationId xmlns:a16="http://schemas.microsoft.com/office/drawing/2014/main" id="{BA787A46-754D-CCAE-083D-C9B31C91A3A3}"/>
              </a:ext>
            </a:extLst>
          </p:cNvPr>
          <p:cNvCxnSpPr>
            <a:cxnSpLocks/>
            <a:stCxn id="14" idx="2"/>
            <a:endCxn id="8" idx="0"/>
          </p:cNvCxnSpPr>
          <p:nvPr/>
        </p:nvCxnSpPr>
        <p:spPr>
          <a:xfrm flipV="1">
            <a:off x="1163550" y="1718006"/>
            <a:ext cx="1812710" cy="28584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0B8024A-4265-1443-AA59-B7FA0240816B}"/>
              </a:ext>
            </a:extLst>
          </p:cNvPr>
          <p:cNvSpPr txBox="1"/>
          <p:nvPr/>
        </p:nvSpPr>
        <p:spPr>
          <a:xfrm>
            <a:off x="1021181" y="3336742"/>
            <a:ext cx="791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80-44</a:t>
            </a:r>
            <a:endParaRPr lang="ko-KR" altLang="en-US" dirty="0"/>
          </a:p>
        </p:txBody>
      </p: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BEB85C4E-5125-7ABF-DC23-E70E6D341594}"/>
              </a:ext>
            </a:extLst>
          </p:cNvPr>
          <p:cNvCxnSpPr>
            <a:cxnSpLocks/>
            <a:stCxn id="8" idx="2"/>
            <a:endCxn id="19" idx="2"/>
          </p:cNvCxnSpPr>
          <p:nvPr/>
        </p:nvCxnSpPr>
        <p:spPr>
          <a:xfrm flipH="1">
            <a:off x="2847010" y="2195531"/>
            <a:ext cx="129250" cy="309667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658336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DFA40-CDFF-95C4-F5E1-A8473679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523812-5299-C969-3DF8-70773D4A8883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(10)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280FC528-FB7B-C3B9-6182-E40240042682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9EE15155-E4D1-964F-CF4B-DEFDE2A36CB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280D4008-2957-91C3-FA3C-6A32AF75401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68DF3246-7316-5660-F19D-25AB90FC209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59004164-2F96-F464-A016-64E46782733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6AE2B39E-3916-7227-C59F-E083474ECB6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F92BCF9-5DEF-C5A6-B457-57D280FBF1F1}"/>
              </a:ext>
            </a:extLst>
          </p:cNvPr>
          <p:cNvSpPr txBox="1"/>
          <p:nvPr/>
        </p:nvSpPr>
        <p:spPr>
          <a:xfrm>
            <a:off x="15819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605BBF-6D0D-D619-2678-850FBC096F6A}"/>
              </a:ext>
            </a:extLst>
          </p:cNvPr>
          <p:cNvSpPr txBox="1"/>
          <p:nvPr/>
        </p:nvSpPr>
        <p:spPr>
          <a:xfrm>
            <a:off x="1970903" y="124741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41</a:t>
            </a:r>
            <a:endParaRPr lang="ko-KR" altLang="en-US" dirty="0"/>
          </a:p>
        </p:txBody>
      </p: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879FF29A-02FB-7E7E-AE96-9A0E58CAE9FF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62578069-CB92-9C00-59E1-D88A9A3B70A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CE6AC974-C1AF-7A23-98BE-DD814AA1C72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BDC53C4-BED5-7E9E-E676-28DC72ED235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0B96402F-564C-E03B-96EA-33F2A612DE0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50EBBA74-ADE8-4E1B-9CB6-D3308AE19221}"/>
              </a:ext>
            </a:extLst>
          </p:cNvPr>
          <p:cNvCxnSpPr>
            <a:cxnSpLocks/>
            <a:stCxn id="8" idx="2"/>
            <a:endCxn id="19" idx="2"/>
          </p:cNvCxnSpPr>
          <p:nvPr/>
        </p:nvCxnSpPr>
        <p:spPr>
          <a:xfrm flipH="1">
            <a:off x="2847010" y="2195531"/>
            <a:ext cx="129250" cy="309667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" name="Google Shape;324;p23">
            <a:extLst>
              <a:ext uri="{FF2B5EF4-FFF2-40B4-BE49-F238E27FC236}">
                <a16:creationId xmlns:a16="http://schemas.microsoft.com/office/drawing/2014/main" id="{C0206B9D-FB8C-9711-81BC-1F0B3F382BF7}"/>
              </a:ext>
            </a:extLst>
          </p:cNvPr>
          <p:cNvCxnSpPr>
            <a:cxnSpLocks/>
            <a:stCxn id="8" idx="1"/>
            <a:endCxn id="5" idx="0"/>
          </p:cNvCxnSpPr>
          <p:nvPr/>
        </p:nvCxnSpPr>
        <p:spPr>
          <a:xfrm flipH="1" flipV="1">
            <a:off x="1163550" y="1721474"/>
            <a:ext cx="1276910" cy="2352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C85FE50F-8E21-09F7-A44F-52B96375E195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37F9708-E86D-9F5D-B52D-2F50FE00AF54}"/>
              </a:ext>
            </a:extLst>
          </p:cNvPr>
          <p:cNvSpPr txBox="1"/>
          <p:nvPr/>
        </p:nvSpPr>
        <p:spPr>
          <a:xfrm>
            <a:off x="1567226" y="2522115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2147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FA3B4-57E4-DB6A-EBC1-08E00834C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661117-F579-D17E-BCED-E4677F7DF55F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(20)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C4195F50-8235-60DF-7772-5055AAA42E27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7F083526-7891-56C4-A624-2F479C00050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2B1B33EA-E12F-72E5-65CD-AC651012580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1142F970-62CB-BE69-114B-5C424960B53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7DFDC7B1-E16A-0849-2E73-0D4237CD73E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703CD99E-FFC2-B828-A022-DAEA4C3161D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38F67130-2A74-C480-5A48-767BA09A7D2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4F15A470-7F15-D318-DF1F-D0FF495D045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56A4B2A0-C6F0-3CFA-BA4B-226095DF3C1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A33705A9-D1D0-F49E-5357-496E6C313D4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62ACED8B-C062-FD96-83D1-98E72489E0C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9289A341-2728-3D25-F430-461A1AF6826B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AFE6773-8AB5-B801-962C-92C124A08553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20)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71114B1E-DE82-7067-CB11-002AF64BE5CC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B9866B95-DA8B-7D1F-C07A-8993CB36E1B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86FC5D0D-3AF6-98C4-3915-B04CB0F3AF5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CA840600-4DE1-FB3F-A327-AEAF7933AB8E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91C7969B-DC18-6105-CE22-45BBDAC5174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11353065-AD2E-866A-0E5D-8C0E95921CF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0BDD46C2-67C3-BB92-96BA-BACACFE9FF47}"/>
              </a:ext>
            </a:extLst>
          </p:cNvPr>
          <p:cNvCxnSpPr>
            <a:cxnSpLocks/>
            <a:stCxn id="8" idx="2"/>
            <a:endCxn id="19" idx="2"/>
          </p:cNvCxnSpPr>
          <p:nvPr/>
        </p:nvCxnSpPr>
        <p:spPr>
          <a:xfrm flipH="1">
            <a:off x="2847010" y="2195531"/>
            <a:ext cx="129250" cy="309667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2C586C29-CB21-C226-8DDA-4600810BBA27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456F7D04-CA4C-1E8E-626B-FD3780BDB610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FA726223-7641-6BBC-4A5C-1D075BEB326F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328F8137-FDE9-7001-5D56-6F1B3AC2DAB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F1EDDA8A-FB25-667C-9E05-A7776AB9F2F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FC0A2FC-8968-CD88-86CD-21D09526B14D}"/>
              </a:ext>
            </a:extLst>
          </p:cNvPr>
          <p:cNvSpPr txBox="1"/>
          <p:nvPr/>
        </p:nvSpPr>
        <p:spPr>
          <a:xfrm>
            <a:off x="158193" y="4154773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73</a:t>
            </a:r>
            <a:endParaRPr lang="ko-KR" altLang="en-US" dirty="0"/>
          </a:p>
        </p:txBody>
      </p: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B869451E-69EA-A72B-3AC3-6C8983BBDE75}"/>
              </a:ext>
            </a:extLst>
          </p:cNvPr>
          <p:cNvCxnSpPr>
            <a:cxnSpLocks/>
            <a:stCxn id="18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015877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47AF0-7BF0-F2E9-D627-967EE7ED6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21C818-0372-C4E0-2F54-D21D878E31CE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(20)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1121BB25-086B-6B50-E8ED-CBBFA86C6F62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AC4B36DD-CE4B-0689-01E9-4D6CCB0B4A8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0AB7C974-36E8-6CFE-B96B-369364FCA64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C4388B74-50A3-1947-CDDD-4227CC8C60EB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1A4DDA37-5D6E-88DC-DAE0-17898E93AB6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1FD08D19-D97D-E4C2-905F-42C96F1A5CE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4567E77F-BC30-4A66-775D-F50DAF8FC0A1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450BDD1D-AC9C-31D3-C3E0-F5DF7641918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475503B-0224-8095-B723-71DC271692A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DE58AF39-0B4D-F63A-355F-4079D238539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CCDF394E-0691-683E-BBCF-16255080B49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C056E486-99F4-8B60-5AB7-5EBC4432EAC6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0CB4084-734B-4686-2D1D-5F0A86FFBF67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20)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BAF550DF-7D1A-159F-EBE9-79D826252259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B31427A8-256C-F9F0-641E-1AD49CCA13A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312FFAF9-1FD8-812F-28A2-E479945AB37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66D91982-21C3-9A03-D949-48E4021E9963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54A5C210-2282-F75B-C35B-5A449F530CE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52B8DC4E-EDB8-C957-6143-3CE4763DDF0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36047401-AF87-DD88-3185-3B2B1C03D267}"/>
              </a:ext>
            </a:extLst>
          </p:cNvPr>
          <p:cNvCxnSpPr>
            <a:cxnSpLocks/>
            <a:stCxn id="8" idx="2"/>
            <a:endCxn id="19" idx="2"/>
          </p:cNvCxnSpPr>
          <p:nvPr/>
        </p:nvCxnSpPr>
        <p:spPr>
          <a:xfrm flipH="1">
            <a:off x="2847010" y="2195531"/>
            <a:ext cx="129250" cy="309667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7523CEF4-AFE2-4BAB-65BC-7A800CECD00E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0D209AF4-6909-0428-5BCC-8A6E4C4665A5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0EB663D4-7E24-C18B-EBD1-E4623D64826E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66F045A8-78E9-1634-57A4-1B665022967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A834DC4F-FDCC-61A3-DC28-0A3DAFD97D3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C7408701-C225-B6C3-B202-B222678339E7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5134B5EE-9360-BB36-FA86-84050CDF36E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F5CF4B32-AF2A-35B3-C13A-078D2F59510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6F8C5E47-FB66-ACC1-144D-E738E6633D6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DD4BF9ED-9619-1BB7-55AF-AE8A20E0DCD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AFD0A595-0CF3-73BF-CC02-BF00AF44857A}"/>
              </a:ext>
            </a:extLst>
          </p:cNvPr>
          <p:cNvCxnSpPr>
            <a:cxnSpLocks/>
            <a:stCxn id="33" idx="0"/>
            <a:endCxn id="25" idx="1"/>
          </p:cNvCxnSpPr>
          <p:nvPr/>
        </p:nvCxnSpPr>
        <p:spPr>
          <a:xfrm>
            <a:off x="1163550" y="4576468"/>
            <a:ext cx="2672001" cy="4763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A6D4D63-1FAA-1858-1F69-D30D91592234}"/>
              </a:ext>
            </a:extLst>
          </p:cNvPr>
          <p:cNvSpPr txBox="1"/>
          <p:nvPr/>
        </p:nvSpPr>
        <p:spPr>
          <a:xfrm>
            <a:off x="3389486" y="4681193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</a:t>
            </a:r>
            <a:endParaRPr lang="ko-KR" altLang="en-US" dirty="0"/>
          </a:p>
        </p:txBody>
      </p:sp>
      <p:cxnSp>
        <p:nvCxnSpPr>
          <p:cNvPr id="43" name="Google Shape;324;p23">
            <a:extLst>
              <a:ext uri="{FF2B5EF4-FFF2-40B4-BE49-F238E27FC236}">
                <a16:creationId xmlns:a16="http://schemas.microsoft.com/office/drawing/2014/main" id="{A140D243-2630-4E69-A708-6D853175C0BC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 flipH="1">
            <a:off x="4371351" y="4393939"/>
            <a:ext cx="489314" cy="8982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CE74D86-1691-81B8-7155-55224B1A7DD5}"/>
              </a:ext>
            </a:extLst>
          </p:cNvPr>
          <p:cNvSpPr txBox="1"/>
          <p:nvPr/>
        </p:nvSpPr>
        <p:spPr>
          <a:xfrm>
            <a:off x="4787317" y="4444163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76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0C237A-652E-5CCF-4AA2-CFA694B38EA1}"/>
              </a:ext>
            </a:extLst>
          </p:cNvPr>
          <p:cNvSpPr txBox="1"/>
          <p:nvPr/>
        </p:nvSpPr>
        <p:spPr>
          <a:xfrm>
            <a:off x="4916567" y="5880285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77</a:t>
            </a:r>
            <a:endParaRPr lang="ko-KR" altLang="en-US" dirty="0"/>
          </a:p>
        </p:txBody>
      </p: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F4C639D9-F3FA-06FA-3892-9A78535941DE}"/>
              </a:ext>
            </a:extLst>
          </p:cNvPr>
          <p:cNvCxnSpPr>
            <a:cxnSpLocks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457782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951B8-DAD0-BCEE-065E-D2643B80C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1351F0-6572-FE85-3C4A-77C45CEF56EB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(20)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3150DB6E-5C63-24C1-79AB-38A5FAF81BED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84E7F47B-92F6-4A94-D513-456FD265DDF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8B76AC78-CF62-D73E-6C0A-1626CC33C31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EEB7FDFA-4532-EF1D-DA64-CD8DD8AF6955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EE5B05C9-C2D0-D3C7-E57D-BF5B884D391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27EB7A3D-0A4B-FCD7-67A4-4FEC843E9D7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5662366D-0396-BA65-AA68-828E8B79768A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BE27FB8D-F653-E3A2-07DD-185DF7DEB03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1F79F43-BB4E-D60A-FC61-D71A72D3983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BADEAC80-88D7-249E-37B8-D8E32F0D0D7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FDB796E6-939E-901B-6999-F00606920FF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9551BDE4-0412-6F7F-F480-E2F57660DAA8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FC95860-258F-2BD4-7DD0-BE5E81132280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20)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46750AC1-F7F7-9926-1433-8B43E159B576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C3B17FF1-3168-B4E2-9D20-2A3CEF8062A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99804DB7-FEE8-0EF4-9945-39377129AF5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7F0AC32A-CE00-8060-7C90-96185054EEB7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4BC54419-4BBC-A546-1E5F-755988F96D4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CF58E274-7E29-660A-3BA3-062AC4ED296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3F62C5E7-D0A9-21C5-0D11-36ABDB31CEAA}"/>
              </a:ext>
            </a:extLst>
          </p:cNvPr>
          <p:cNvCxnSpPr>
            <a:cxnSpLocks/>
            <a:stCxn id="8" idx="2"/>
            <a:endCxn id="19" idx="2"/>
          </p:cNvCxnSpPr>
          <p:nvPr/>
        </p:nvCxnSpPr>
        <p:spPr>
          <a:xfrm flipH="1">
            <a:off x="2847010" y="2195531"/>
            <a:ext cx="129250" cy="309667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E74BF391-8C24-E481-F305-5F1BBD5F2984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43A59948-2BFA-19CB-3989-B4F9975FF519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48580071-FD77-7C7F-7465-0C63143C8000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516E072B-9916-B240-45FB-84FFB935AD6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A8B28737-1254-B482-AE53-899B1A19D07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C0CEDEE9-3D77-4DB6-BE13-A5B225D712CA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1E893D7C-6ED2-C212-A902-DD5B74826C7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6C1186D5-29AB-8CA3-31E1-BEEB5340386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4126EB64-E2B2-57FD-7466-E7332253750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CA510DBC-C71F-3F1C-812F-55298E2705A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60C789E5-5474-0FE3-D182-A490F58E9BB5}"/>
              </a:ext>
            </a:extLst>
          </p:cNvPr>
          <p:cNvCxnSpPr>
            <a:cxnSpLocks/>
            <a:stCxn id="33" idx="0"/>
            <a:endCxn id="25" idx="1"/>
          </p:cNvCxnSpPr>
          <p:nvPr/>
        </p:nvCxnSpPr>
        <p:spPr>
          <a:xfrm>
            <a:off x="1163550" y="4576468"/>
            <a:ext cx="2672001" cy="4763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" name="Google Shape;324;p23">
            <a:extLst>
              <a:ext uri="{FF2B5EF4-FFF2-40B4-BE49-F238E27FC236}">
                <a16:creationId xmlns:a16="http://schemas.microsoft.com/office/drawing/2014/main" id="{2D2A22A1-8DC7-321E-653E-34CF52885D91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 flipH="1">
            <a:off x="4371351" y="4393939"/>
            <a:ext cx="489314" cy="8982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8" name="Google Shape;324;p23">
            <a:extLst>
              <a:ext uri="{FF2B5EF4-FFF2-40B4-BE49-F238E27FC236}">
                <a16:creationId xmlns:a16="http://schemas.microsoft.com/office/drawing/2014/main" id="{C3A5F2F4-CA77-9271-B61F-B181BD1849CE}"/>
              </a:ext>
            </a:extLst>
          </p:cNvPr>
          <p:cNvCxnSpPr>
            <a:cxnSpLocks/>
            <a:stCxn id="33" idx="2"/>
            <a:endCxn id="17" idx="1"/>
          </p:cNvCxnSpPr>
          <p:nvPr/>
        </p:nvCxnSpPr>
        <p:spPr>
          <a:xfrm>
            <a:off x="1163550" y="5050525"/>
            <a:ext cx="1147660" cy="95973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C5FB0F2A-57FC-A710-0D52-B50AD81508E5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C7BF5F8-1374-2F10-3FE9-C87B3740F833}"/>
              </a:ext>
            </a:extLst>
          </p:cNvPr>
          <p:cNvSpPr txBox="1"/>
          <p:nvPr/>
        </p:nvSpPr>
        <p:spPr>
          <a:xfrm>
            <a:off x="1380504" y="555158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78</a:t>
            </a:r>
            <a:endParaRPr lang="ko-KR" altLang="en-US" dirty="0"/>
          </a:p>
        </p:txBody>
      </p: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F327988C-7636-6363-E9BA-4CCFA3D5159F}"/>
              </a:ext>
            </a:extLst>
          </p:cNvPr>
          <p:cNvCxnSpPr>
            <a:cxnSpLocks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793012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0B05F-4E97-E9FD-3E65-D5A3AA700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C7EF20-F90A-A725-8C8D-1DDCE476D025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(20)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F9AD026A-BE00-D678-FD7C-67C2BDA70F24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8D4F19C8-9293-FADD-C877-89CB92458C2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DFF68B35-C0C1-3C0E-C3CD-C3743858514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FDBBDE94-A671-25B9-B9DA-1C90D5D0FE29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F7737954-DAD0-69E8-DC33-88F8033BC58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C2F0DE4A-383F-E66E-2C70-9FE68C9F312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863C2243-DFF9-C56B-4A7E-CCEAE379C817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CE1BC3E6-61FB-1944-3DBA-BB86B375C59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EB978125-F61C-9828-7B8B-134585F910B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AD09E92C-7AE4-E341-E912-579AB24E280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7C766930-11A7-87DD-86BF-97D8554CAFF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AB70F09A-24B8-24D5-DB9F-451D29AD9828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5CC025-79B8-EB74-70BC-695C6D823A9F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20)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96AB2D30-57ED-15A6-5396-715DCBB2032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AA977BE1-4C93-869D-F57A-21523FEE1DC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7AA491F8-AA37-6D24-B449-3A1A6801A45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519AED82-2EE3-323A-EBB1-2B8777A14452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DEEC63CE-ED19-54DD-AFEA-4F906ED40BF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CD6314D2-19A9-6FF5-19DF-193AD836C06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336444AF-70C1-2B56-091F-1C122066BB66}"/>
              </a:ext>
            </a:extLst>
          </p:cNvPr>
          <p:cNvCxnSpPr>
            <a:cxnSpLocks/>
            <a:stCxn id="8" idx="2"/>
            <a:endCxn id="25" idx="1"/>
          </p:cNvCxnSpPr>
          <p:nvPr/>
        </p:nvCxnSpPr>
        <p:spPr>
          <a:xfrm>
            <a:off x="2976260" y="2195531"/>
            <a:ext cx="859291" cy="285731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D96FEC35-CCDD-DF0F-063E-31D358E25BAF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913F7E21-6349-EC19-CBBA-DDF92B96C172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50ABB30A-0963-5C7B-5E72-EB4B9B8B7F25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C4AED33D-94B2-C909-C94A-E885EC34629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518C3A3F-2C9D-468B-3DC3-EE002EF0D0C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7BF01EEB-D361-93E9-439B-DA0BE9752589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C9A90EBC-CF7B-D2FD-7A10-541A324F028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948716F-1ACE-809B-EB91-580E067D703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C11010AF-730C-4C36-7C65-CEC0C133570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1AFB7690-B772-D31C-21DA-127B245A6FB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3E9CA7DB-4838-730F-EB01-7AA636D064EA}"/>
              </a:ext>
            </a:extLst>
          </p:cNvPr>
          <p:cNvCxnSpPr>
            <a:cxnSpLocks/>
            <a:stCxn id="33" idx="0"/>
            <a:endCxn id="25" idx="1"/>
          </p:cNvCxnSpPr>
          <p:nvPr/>
        </p:nvCxnSpPr>
        <p:spPr>
          <a:xfrm>
            <a:off x="1163550" y="4576468"/>
            <a:ext cx="2672001" cy="4763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" name="Google Shape;324;p23">
            <a:extLst>
              <a:ext uri="{FF2B5EF4-FFF2-40B4-BE49-F238E27FC236}">
                <a16:creationId xmlns:a16="http://schemas.microsoft.com/office/drawing/2014/main" id="{883F185B-1ECE-B8E7-DA50-8F2FBA90CF0D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 flipH="1">
            <a:off x="4371351" y="4393939"/>
            <a:ext cx="489314" cy="8982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8" name="Google Shape;324;p23">
            <a:extLst>
              <a:ext uri="{FF2B5EF4-FFF2-40B4-BE49-F238E27FC236}">
                <a16:creationId xmlns:a16="http://schemas.microsoft.com/office/drawing/2014/main" id="{8ACBD5D7-46B6-22FE-14D2-FB3B8FA4732D}"/>
              </a:ext>
            </a:extLst>
          </p:cNvPr>
          <p:cNvCxnSpPr>
            <a:cxnSpLocks/>
            <a:stCxn id="31" idx="0"/>
            <a:endCxn id="8" idx="2"/>
          </p:cNvCxnSpPr>
          <p:nvPr/>
        </p:nvCxnSpPr>
        <p:spPr>
          <a:xfrm flipV="1">
            <a:off x="1163550" y="2195531"/>
            <a:ext cx="1812710" cy="19068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EE0E20DD-2D17-4416-FA33-E92A84B97B23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B83DEF3-382C-6B6F-4DA3-253247DBF9FE}"/>
              </a:ext>
            </a:extLst>
          </p:cNvPr>
          <p:cNvSpPr txBox="1"/>
          <p:nvPr/>
        </p:nvSpPr>
        <p:spPr>
          <a:xfrm>
            <a:off x="763969" y="3434389"/>
            <a:ext cx="837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80-47</a:t>
            </a:r>
            <a:endParaRPr lang="ko-KR" altLang="en-US" dirty="0"/>
          </a:p>
        </p:txBody>
      </p:sp>
      <p:cxnSp>
        <p:nvCxnSpPr>
          <p:cNvPr id="38" name="Google Shape;129;p15">
            <a:extLst>
              <a:ext uri="{FF2B5EF4-FFF2-40B4-BE49-F238E27FC236}">
                <a16:creationId xmlns:a16="http://schemas.microsoft.com/office/drawing/2014/main" id="{BE1A53FE-AC4D-6413-F7D2-6FA195BE6469}"/>
              </a:ext>
            </a:extLst>
          </p:cNvPr>
          <p:cNvCxnSpPr>
            <a:cxnSpLocks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685092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AD71-C85B-F15B-349D-911B55C09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667FFC-EB95-19EF-6ACD-747A09240D4B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(30)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ADC1E2C8-A6B2-2DE1-1B1A-3F5278B6FA5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73F2F71E-490F-C24D-0308-5946D14FA17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BD9AC57E-AC32-1C75-3747-4BE1C17BD91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7523E851-8E47-276F-BDDE-2CE1D1CA197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74E2C653-64B2-F324-F3FE-10C695B9787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CC28B37F-76F6-E64B-643A-AD242898772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1371396A-F0A2-7FD9-EDAF-D2923617496C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A73B5873-CBED-B3DF-705E-6FE0ACB508A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890F4728-7CD6-3244-6CC0-E36957B52CD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FFF82DA-0AF7-D894-AD9A-159EB9C3F65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5F538E1A-8001-288B-C0A5-811409998F2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60644527-D33A-19C9-73A3-2A90367723C6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D0D0796-B50B-29B2-0F70-909BBDBEAFCF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51F4CC5C-D2D0-0A6B-9136-C9839717F2E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5CE1B42E-7CF2-F0A1-ED55-C35589A0D89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0A867D6A-51F1-D33C-23FB-CAC56747000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EBEBB731-E15A-3CDE-285F-2073ECB37B77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61EF1CE3-9AE5-DDF1-E407-C647F02E73B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7BC5D81F-A0BB-99A4-7CC3-6C58FCD6754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2A71D27F-E19B-6128-0A92-E6F44FAC8EA0}"/>
              </a:ext>
            </a:extLst>
          </p:cNvPr>
          <p:cNvCxnSpPr>
            <a:cxnSpLocks/>
            <a:stCxn id="8" idx="2"/>
            <a:endCxn id="25" idx="1"/>
          </p:cNvCxnSpPr>
          <p:nvPr/>
        </p:nvCxnSpPr>
        <p:spPr>
          <a:xfrm>
            <a:off x="2976260" y="2195531"/>
            <a:ext cx="859291" cy="285731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C05D7695-B4E4-F00D-6E35-4FBA66BBBEC2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FBC795E2-BE76-C79E-E1CD-D38AFE94B7A6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31BF46F1-86D6-D1AB-1596-ADA5AC89DECC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EE3E082A-88F1-77C2-C240-71984B4E124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841D0711-0A5C-8336-B79D-5213004E5D2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C32DD766-D599-2C0E-4193-3311B090FE4D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E99612A1-A34A-A88A-2914-DB7AA08E415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894246F4-5384-8559-8722-76DD392C3B9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57476869-11C2-7D37-DE8C-2165C586F72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73F2C965-E7FD-5B02-D7CD-CDC292AA184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3" name="Google Shape;324;p23">
            <a:extLst>
              <a:ext uri="{FF2B5EF4-FFF2-40B4-BE49-F238E27FC236}">
                <a16:creationId xmlns:a16="http://schemas.microsoft.com/office/drawing/2014/main" id="{51F4E88A-7328-234B-BF15-530633CB150E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 flipH="1">
            <a:off x="4371351" y="4393939"/>
            <a:ext cx="489314" cy="8982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DC82379E-488C-9D72-6334-536772399C7B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EBBEDC6-8248-2518-915A-7E1510368853}"/>
              </a:ext>
            </a:extLst>
          </p:cNvPr>
          <p:cNvSpPr txBox="1"/>
          <p:nvPr/>
        </p:nvSpPr>
        <p:spPr>
          <a:xfrm>
            <a:off x="158193" y="4154773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73</a:t>
            </a:r>
            <a:endParaRPr lang="ko-KR" altLang="en-US" dirty="0"/>
          </a:p>
        </p:txBody>
      </p:sp>
      <p:cxnSp>
        <p:nvCxnSpPr>
          <p:cNvPr id="35" name="Google Shape;129;p15">
            <a:extLst>
              <a:ext uri="{FF2B5EF4-FFF2-40B4-BE49-F238E27FC236}">
                <a16:creationId xmlns:a16="http://schemas.microsoft.com/office/drawing/2014/main" id="{A6BC001A-2610-AF1D-2230-850D39057742}"/>
              </a:ext>
            </a:extLst>
          </p:cNvPr>
          <p:cNvCxnSpPr>
            <a:cxnSpLocks/>
            <a:stCxn id="18" idx="2"/>
            <a:endCxn id="25" idx="1"/>
          </p:cNvCxnSpPr>
          <p:nvPr/>
        </p:nvCxnSpPr>
        <p:spPr>
          <a:xfrm>
            <a:off x="3382810" y="4393939"/>
            <a:ext cx="452741" cy="65891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964827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5C655-4239-8CA6-A81A-067149B5E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90C3D7-6140-B7D5-0EE7-1E9710432308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(30)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8B8C9E90-7C9B-02CE-E4EE-01346E9F6A5B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12FDBA09-825D-00D2-59B6-C8410B21958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CA54FFEE-ED32-BBAC-314F-BAAE6252F3A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8B2D87B0-D106-B487-8B5F-11CCE1EEBC06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191F7CB0-78DF-8F8D-B696-B6AEFAB1ACC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584D5231-C32E-6DF8-EB62-4CEE362B0C9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74B9E5A6-7A53-CFE3-BD32-A7051D2A2C46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7141436E-2140-45FF-38DB-33B2B708772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3BF9D465-0BFC-CC64-30F7-5B8B50F8660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6C46F5A2-639F-EB6B-A6D1-AA460902FF0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F1696F42-E7B5-3358-5206-AF37D6438EE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AB63E09C-2098-E633-CB38-6A5851317F00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1D13041-801B-7C9D-F6F4-11AE26C3FAFE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C0D433CB-0703-7C8A-8348-908B9A5966EA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10E28A3F-BB88-E45B-BC89-0B55908AD7D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CDD651AB-986E-DE76-64ED-EA6D3FCB090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4BBA0383-9BAB-74AA-44B9-66CE3FD6C95C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8C8E4A25-B044-5180-432E-01558FB2FC0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91866DEC-6CEA-8C8C-BD5A-FD0D8382A58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3603C7FC-6F38-838A-0F20-D56413EE2B48}"/>
              </a:ext>
            </a:extLst>
          </p:cNvPr>
          <p:cNvCxnSpPr>
            <a:cxnSpLocks/>
            <a:stCxn id="8" idx="2"/>
            <a:endCxn id="25" idx="1"/>
          </p:cNvCxnSpPr>
          <p:nvPr/>
        </p:nvCxnSpPr>
        <p:spPr>
          <a:xfrm>
            <a:off x="2976260" y="2195531"/>
            <a:ext cx="859291" cy="285731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D957153D-3782-5858-127D-FD859F31672A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8A7F3CAF-2B2F-3F2E-D032-845B3E762BB1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BAF862DC-A96B-7306-B4E4-EC64899A84C2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FDEB868F-A8A8-215A-2A32-D5B8EF253A6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AAFBB9B7-C4AE-5A67-4C23-A1C6FC9A562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5D69D319-2399-E7BB-EC84-CA3385AC65B3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5ACE0AE1-CDF6-A8EC-D2E2-32A0ED33044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9F408C0E-8A9E-8134-2DBF-1AB39BC86FA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EE74B863-2DB2-C579-7A1A-7D9191372BD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34A543D7-BF61-DF82-B120-ACD31CB9AAF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9777A13B-02DD-84AA-2E06-284E48B16352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59DC3E1-0E64-5486-D66C-60743A108476}"/>
              </a:ext>
            </a:extLst>
          </p:cNvPr>
          <p:cNvSpPr txBox="1"/>
          <p:nvPr/>
        </p:nvSpPr>
        <p:spPr>
          <a:xfrm>
            <a:off x="2303575" y="4139822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</a:t>
            </a:r>
            <a:endParaRPr lang="ko-KR" altLang="en-US" dirty="0"/>
          </a:p>
        </p:txBody>
      </p: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6F3886A2-D23A-F26B-C697-72B5AD62A89D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626AF7BD-71A2-07BE-86C0-9B2429DB7AE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20E52396-924D-8246-ECEB-8A1523DBDCF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7584CA76-4FB9-A2C7-E4B2-8C0BCF8AE80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775134A0-E46E-8DF0-228F-64F4ECC5FFF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9" name="Google Shape;129;p15">
            <a:extLst>
              <a:ext uri="{FF2B5EF4-FFF2-40B4-BE49-F238E27FC236}">
                <a16:creationId xmlns:a16="http://schemas.microsoft.com/office/drawing/2014/main" id="{D2049C33-B37B-5DE6-23C3-BD9730EDCEE3}"/>
              </a:ext>
            </a:extLst>
          </p:cNvPr>
          <p:cNvCxnSpPr>
            <a:cxnSpLocks/>
            <a:stCxn id="31" idx="3"/>
            <a:endCxn id="42" idx="1"/>
          </p:cNvCxnSpPr>
          <p:nvPr/>
        </p:nvCxnSpPr>
        <p:spPr>
          <a:xfrm>
            <a:off x="1699350" y="4339440"/>
            <a:ext cx="3660542" cy="67562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" name="Google Shape;324;p23">
            <a:extLst>
              <a:ext uri="{FF2B5EF4-FFF2-40B4-BE49-F238E27FC236}">
                <a16:creationId xmlns:a16="http://schemas.microsoft.com/office/drawing/2014/main" id="{24635081-FDF7-6B38-A659-42EE91B0A82D}"/>
              </a:ext>
            </a:extLst>
          </p:cNvPr>
          <p:cNvCxnSpPr>
            <a:cxnSpLocks/>
            <a:stCxn id="23" idx="2"/>
            <a:endCxn id="44" idx="1"/>
          </p:cNvCxnSpPr>
          <p:nvPr/>
        </p:nvCxnSpPr>
        <p:spPr>
          <a:xfrm>
            <a:off x="4860665" y="4393939"/>
            <a:ext cx="499227" cy="10998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3DCE506-DDDC-F1E6-4BA2-512B35C9DC32}"/>
              </a:ext>
            </a:extLst>
          </p:cNvPr>
          <p:cNvSpPr txBox="1"/>
          <p:nvPr/>
        </p:nvSpPr>
        <p:spPr>
          <a:xfrm>
            <a:off x="4968442" y="4428050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76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AD5A36-E783-F759-B999-5695DF718ECE}"/>
              </a:ext>
            </a:extLst>
          </p:cNvPr>
          <p:cNvSpPr txBox="1"/>
          <p:nvPr/>
        </p:nvSpPr>
        <p:spPr>
          <a:xfrm>
            <a:off x="6463113" y="582082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77</a:t>
            </a:r>
            <a:endParaRPr lang="ko-KR" altLang="en-US" dirty="0"/>
          </a:p>
        </p:txBody>
      </p: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D17D38A6-01DB-C566-BB89-2D3802CAD34A}"/>
              </a:ext>
            </a:extLst>
          </p:cNvPr>
          <p:cNvCxnSpPr>
            <a:cxnSpLocks/>
          </p:cNvCxnSpPr>
          <p:nvPr/>
        </p:nvCxnSpPr>
        <p:spPr>
          <a:xfrm>
            <a:off x="3382810" y="4393939"/>
            <a:ext cx="452741" cy="65891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34575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F0D85-8098-2595-6A88-798224573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F76A7B-1231-100C-F9E7-B4375975836F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(30)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90D6676B-6123-92E4-867A-6E96C5B64155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9C370C66-E7FD-0F50-8FB2-5859115B88F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95543945-7974-92D7-9F36-7F19319D465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ADD97F65-2B0F-AE8F-58CE-566AC3A80805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982F1A1C-0236-0CD2-5AEE-94F2672AD0E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413BB28E-B82B-EEF6-CFC2-5D76567016E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0D166EF5-D9DF-BEC2-60A4-249028A0C7F2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55838FCA-7D9D-E331-666E-8196C0DD40C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B4BF9E2-171D-CB56-2019-9B1A31579B2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F0610F10-B7C7-8DCE-D57B-52A3932E229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3E8DD547-697B-0F7E-9754-B4C888056B3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AEE7C1AA-B994-813A-EC4B-B578E6148678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222A8E9-A94E-959C-B3CA-C96975B39407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A6538E81-F86D-7228-0F5F-9FA598C1CE64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B96B2750-5136-58A4-4D23-AA25ECAB767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4C78D6D7-2D4F-F6EA-558B-C560318744D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8A5B063D-F713-D921-86A6-13E02E280CE0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4147B130-0D57-D216-DC60-77251BFF038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1C0306D3-11FB-ADBA-26F8-7A3D8CFE9B5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9E1C2925-F0A6-3B84-74FD-47A554D7E2AF}"/>
              </a:ext>
            </a:extLst>
          </p:cNvPr>
          <p:cNvCxnSpPr>
            <a:cxnSpLocks/>
            <a:stCxn id="8" idx="2"/>
            <a:endCxn id="25" idx="1"/>
          </p:cNvCxnSpPr>
          <p:nvPr/>
        </p:nvCxnSpPr>
        <p:spPr>
          <a:xfrm>
            <a:off x="2976260" y="2195531"/>
            <a:ext cx="859291" cy="285731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DBEFAD43-D989-0711-67FE-FF0132EB1BB9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A6445F3B-4388-6E49-8E51-C53F851154BD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B5F1E3F9-5690-FAAC-02F4-7EFBD069E4BE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2CF1DCA0-F904-C71F-0F4F-40367BC5B62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8EDF7777-BD23-86C3-743F-0A7ED7F64BD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D10D3984-7DA3-868E-DC4A-683023D0578A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17591E82-344A-BE19-464F-869BBD63F93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12318642-8EDF-2956-6515-3E64BD6D5DB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8E5971A6-0936-5BCA-085A-48573F591F7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F40DFDA7-F8BF-AF45-A218-81CC4BB7E92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7D3B2736-D0F6-A69D-C020-0B81AFC7FCAF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317E1C85-6FF1-8DC6-1C4F-9FAF1315F635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5686CCC2-5039-FABB-B0BE-BBEF60464A3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AA93D900-AA0B-4142-62A0-BB1BA421146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7C1DDB32-8209-4209-042F-60D54741D1E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0A6160FB-2E2C-0E92-65ED-629E0B3A987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9" name="Google Shape;129;p15">
            <a:extLst>
              <a:ext uri="{FF2B5EF4-FFF2-40B4-BE49-F238E27FC236}">
                <a16:creationId xmlns:a16="http://schemas.microsoft.com/office/drawing/2014/main" id="{7DBCFF8C-194B-3010-927D-267D450E5A08}"/>
              </a:ext>
            </a:extLst>
          </p:cNvPr>
          <p:cNvCxnSpPr>
            <a:cxnSpLocks/>
            <a:stCxn id="31" idx="3"/>
            <a:endCxn id="42" idx="1"/>
          </p:cNvCxnSpPr>
          <p:nvPr/>
        </p:nvCxnSpPr>
        <p:spPr>
          <a:xfrm>
            <a:off x="1699350" y="4339440"/>
            <a:ext cx="3660542" cy="67562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" name="Google Shape;324;p23">
            <a:extLst>
              <a:ext uri="{FF2B5EF4-FFF2-40B4-BE49-F238E27FC236}">
                <a16:creationId xmlns:a16="http://schemas.microsoft.com/office/drawing/2014/main" id="{B3A60286-89F5-5AA1-6D39-31BF7D36EFB1}"/>
              </a:ext>
            </a:extLst>
          </p:cNvPr>
          <p:cNvCxnSpPr>
            <a:cxnSpLocks/>
            <a:stCxn id="23" idx="2"/>
            <a:endCxn id="44" idx="1"/>
          </p:cNvCxnSpPr>
          <p:nvPr/>
        </p:nvCxnSpPr>
        <p:spPr>
          <a:xfrm>
            <a:off x="4860665" y="4393939"/>
            <a:ext cx="499227" cy="10998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8" name="Google Shape;324;p23">
            <a:extLst>
              <a:ext uri="{FF2B5EF4-FFF2-40B4-BE49-F238E27FC236}">
                <a16:creationId xmlns:a16="http://schemas.microsoft.com/office/drawing/2014/main" id="{7737C327-0038-9EBE-C62F-4F62CEB889E3}"/>
              </a:ext>
            </a:extLst>
          </p:cNvPr>
          <p:cNvCxnSpPr>
            <a:cxnSpLocks/>
            <a:stCxn id="33" idx="3"/>
            <a:endCxn id="12" idx="1"/>
          </p:cNvCxnSpPr>
          <p:nvPr/>
        </p:nvCxnSpPr>
        <p:spPr>
          <a:xfrm>
            <a:off x="1699350" y="4813497"/>
            <a:ext cx="2136201" cy="11967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5B8519A-C014-C6CE-8116-7D91D16895B3}"/>
              </a:ext>
            </a:extLst>
          </p:cNvPr>
          <p:cNvSpPr txBox="1"/>
          <p:nvPr/>
        </p:nvSpPr>
        <p:spPr>
          <a:xfrm>
            <a:off x="1777028" y="5015063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78</a:t>
            </a:r>
            <a:endParaRPr lang="ko-KR" altLang="en-US" dirty="0"/>
          </a:p>
        </p:txBody>
      </p: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664114BC-4B00-F465-8E1B-7FF3B8FA7D13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602416FA-0EC6-45F5-0EE7-EA494F02F151}"/>
              </a:ext>
            </a:extLst>
          </p:cNvPr>
          <p:cNvCxnSpPr>
            <a:cxnSpLocks/>
          </p:cNvCxnSpPr>
          <p:nvPr/>
        </p:nvCxnSpPr>
        <p:spPr>
          <a:xfrm>
            <a:off x="3382810" y="4393939"/>
            <a:ext cx="452741" cy="65891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211727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E5EC6-9DF6-4B05-E1FC-209DA3952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F787DE-91F4-B7AD-140E-4F65372F3BC7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(30)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A9BBF4B3-766D-43BB-BA95-D7D59C4DBE0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96EC4F61-54BB-2C93-9EC2-F0C9C663FAB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B2504281-5B0B-4A48-BD7F-04357307997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E82701D6-970D-47A8-217F-97096B9C921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CB9DEDA2-8EA7-5419-D7D7-0391EA0541B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9DAE8B26-9385-5CCF-5C8A-54AFCB72E22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863536C9-0FDE-7C7B-3967-378E04B5521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173766F3-8E46-07C4-72E1-804A4F7C9B2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EF6DE6E0-7B59-44C5-1371-F6A0B164461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28E8D668-968C-6C21-BEFC-575E41CF1F5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1111835F-A284-A996-B107-1BD1F8C8151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C3F94AE5-BBE4-9E13-B247-6CB3EB98A31F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611BF06-45F2-B804-5DBF-2F233B3DDECC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09723871-EC2B-94FC-676F-26367B6E45F0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7EE3B275-D1E9-1305-A288-EE80AC92812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A897B05E-07FD-A280-79C2-457CB3A986D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95C00FB8-CD77-5748-C6A0-60A56D179A36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6F15A2F3-3C2E-1650-AB27-08B40DB4CBA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CB1E0E24-E85C-ABCB-BC9C-3496A2B432A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5DE03977-78BF-529B-089A-54BA8479105D}"/>
              </a:ext>
            </a:extLst>
          </p:cNvPr>
          <p:cNvCxnSpPr>
            <a:cxnSpLocks/>
            <a:stCxn id="8" idx="2"/>
            <a:endCxn id="42" idx="1"/>
          </p:cNvCxnSpPr>
          <p:nvPr/>
        </p:nvCxnSpPr>
        <p:spPr>
          <a:xfrm>
            <a:off x="2976260" y="2195531"/>
            <a:ext cx="2383632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D374B2BC-B978-3115-F4B8-E1A3A6AC4A9E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1CE213F1-4A59-7978-9801-88D6E51E6DD8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98900170-C484-76B6-68FF-43D4E9FF68C4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4AAA01A7-C46A-9732-865F-ABC6CA3E2FB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8511A788-D457-C985-C55C-3A764B01B2E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40D5664C-E536-2B9E-6DC0-7A001BAE0EAB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D08901F7-1CD7-70B8-3C7E-C99FB247035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FA548015-7C93-7685-7FF6-FCFCCB09BCE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C49D7FB2-9855-B54B-2DB8-079879EF966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81969C22-98B8-AC21-272B-66F8A7AF2A6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48FFFDB6-6476-52A3-441F-57BBC085C841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5C71B54C-4A79-2AAC-A049-42D9C0C749A7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0160EC54-F4F0-B557-C9CB-89EA43774DF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FD0928FA-52DD-7EAE-0835-651AC804598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F910B44E-363B-3B7D-52DB-A0025CF08FC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7D2636BD-1C99-2A8E-B497-3091E172EFD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9" name="Google Shape;129;p15">
            <a:extLst>
              <a:ext uri="{FF2B5EF4-FFF2-40B4-BE49-F238E27FC236}">
                <a16:creationId xmlns:a16="http://schemas.microsoft.com/office/drawing/2014/main" id="{E4158C46-3FEA-9E4C-AFAB-07D57C888930}"/>
              </a:ext>
            </a:extLst>
          </p:cNvPr>
          <p:cNvCxnSpPr>
            <a:cxnSpLocks/>
            <a:stCxn id="31" idx="3"/>
            <a:endCxn id="42" idx="1"/>
          </p:cNvCxnSpPr>
          <p:nvPr/>
        </p:nvCxnSpPr>
        <p:spPr>
          <a:xfrm>
            <a:off x="1699350" y="4339440"/>
            <a:ext cx="3660542" cy="67562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" name="Google Shape;324;p23">
            <a:extLst>
              <a:ext uri="{FF2B5EF4-FFF2-40B4-BE49-F238E27FC236}">
                <a16:creationId xmlns:a16="http://schemas.microsoft.com/office/drawing/2014/main" id="{B6396367-F687-2B74-ED5C-9CC2FD92055A}"/>
              </a:ext>
            </a:extLst>
          </p:cNvPr>
          <p:cNvCxnSpPr>
            <a:cxnSpLocks/>
            <a:stCxn id="23" idx="2"/>
            <a:endCxn id="44" idx="1"/>
          </p:cNvCxnSpPr>
          <p:nvPr/>
        </p:nvCxnSpPr>
        <p:spPr>
          <a:xfrm>
            <a:off x="4860665" y="4393939"/>
            <a:ext cx="499227" cy="10998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8" name="Google Shape;324;p23">
            <a:extLst>
              <a:ext uri="{FF2B5EF4-FFF2-40B4-BE49-F238E27FC236}">
                <a16:creationId xmlns:a16="http://schemas.microsoft.com/office/drawing/2014/main" id="{7B845516-06CA-1106-58C4-2D343623298B}"/>
              </a:ext>
            </a:extLst>
          </p:cNvPr>
          <p:cNvCxnSpPr>
            <a:cxnSpLocks/>
            <a:stCxn id="33" idx="3"/>
            <a:endCxn id="12" idx="1"/>
          </p:cNvCxnSpPr>
          <p:nvPr/>
        </p:nvCxnSpPr>
        <p:spPr>
          <a:xfrm>
            <a:off x="1699350" y="4813497"/>
            <a:ext cx="2136201" cy="11967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7993E52F-BF2E-0B6C-1FBD-28E5E5723910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" name="Google Shape;324;p23">
            <a:extLst>
              <a:ext uri="{FF2B5EF4-FFF2-40B4-BE49-F238E27FC236}">
                <a16:creationId xmlns:a16="http://schemas.microsoft.com/office/drawing/2014/main" id="{EC3DAEC2-F5DD-A737-2AA5-850BB9EAD149}"/>
              </a:ext>
            </a:extLst>
          </p:cNvPr>
          <p:cNvCxnSpPr>
            <a:cxnSpLocks/>
          </p:cNvCxnSpPr>
          <p:nvPr/>
        </p:nvCxnSpPr>
        <p:spPr>
          <a:xfrm flipV="1">
            <a:off x="1163550" y="2195531"/>
            <a:ext cx="1812710" cy="19068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4670DA6-3E4A-F3B9-B4FE-52284D3B4FFF}"/>
              </a:ext>
            </a:extLst>
          </p:cNvPr>
          <p:cNvSpPr txBox="1"/>
          <p:nvPr/>
        </p:nvSpPr>
        <p:spPr>
          <a:xfrm>
            <a:off x="763969" y="3434389"/>
            <a:ext cx="837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80-48</a:t>
            </a:r>
            <a:endParaRPr lang="ko-KR" altLang="en-US" dirty="0"/>
          </a:p>
        </p:txBody>
      </p:sp>
      <p:cxnSp>
        <p:nvCxnSpPr>
          <p:cNvPr id="43" name="Google Shape;129;p15">
            <a:extLst>
              <a:ext uri="{FF2B5EF4-FFF2-40B4-BE49-F238E27FC236}">
                <a16:creationId xmlns:a16="http://schemas.microsoft.com/office/drawing/2014/main" id="{A766A800-F1DB-3D2D-1E1B-BC76A1DC3622}"/>
              </a:ext>
            </a:extLst>
          </p:cNvPr>
          <p:cNvCxnSpPr>
            <a:cxnSpLocks/>
          </p:cNvCxnSpPr>
          <p:nvPr/>
        </p:nvCxnSpPr>
        <p:spPr>
          <a:xfrm>
            <a:off x="3382810" y="4393939"/>
            <a:ext cx="452741" cy="65891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774501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975FC-0F29-CF5E-9DE8-9F0E0BE81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9371FA-1A05-92B8-49AB-693158EF6AAF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A7FD7699-795C-2AB2-F152-9507D87181EE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200942A7-94FF-BED3-F8A1-537D8F0167E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F2E5E3E3-A51F-A5C0-B585-D319FF22C80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5024685-69CA-CADC-E70A-E424697635A1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A3DCB852-74E0-D4DE-2DEF-506AA935000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BCE1D7BA-63AA-A3C9-0964-AB5C02625F2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B6C34A3C-725C-F863-0699-B5C086F89ABD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5A8AE530-800D-F41F-E2A5-04A217F9E70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4F9CC51-5B66-6DAC-3B19-D9D50E28B90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D4B35BF2-960E-3CFB-58D3-F2C697BAF97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53AE0DB-89B3-7729-6127-FD43ED5C0DC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B8F80979-AE8A-785B-472C-E7B2500E8642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C58E856-A23B-18AA-D23A-3C38F28962F5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49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E5EE9697-B171-BB7B-BD4D-75477163AFB2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C0443E18-A2D0-3646-D3FD-3C5B2D8438C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0FABDA70-2DE5-0EF7-F036-71442A12FB2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D29D7012-664A-9F2D-0153-7E469E003366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2F9FDD16-1A30-9D72-9D3B-4F596D8F232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94B86D75-CECC-743F-5EDD-2678CE78304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A54C60AF-C93C-C8F4-C192-6F262075531C}"/>
              </a:ext>
            </a:extLst>
          </p:cNvPr>
          <p:cNvCxnSpPr>
            <a:cxnSpLocks/>
            <a:stCxn id="8" idx="2"/>
            <a:endCxn id="42" idx="1"/>
          </p:cNvCxnSpPr>
          <p:nvPr/>
        </p:nvCxnSpPr>
        <p:spPr>
          <a:xfrm>
            <a:off x="2976260" y="2195531"/>
            <a:ext cx="2383632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852F95AA-9CCF-C171-261E-B020C29107AD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EC024A78-7A92-B96D-C70E-0755C15443CB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EFBAD637-765F-4FE9-5521-71E268D0B692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8A4A8CA4-046C-2B06-3565-983D7B15667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41EE28CA-BF99-7B1C-996B-388D33A30A8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1623AAF8-6810-C69A-1697-A25B1559AD3D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001D09CA-E3A2-FDF7-900B-D3B766F92E3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029BEB8F-7150-B999-D376-D46E3144553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4E9D6A60-3A7C-26DE-1895-E2EDE6ED789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A48E08FC-1AB0-6D96-8F78-14B438D0722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DC83A54D-D813-5E18-16C5-98BF311AC8EF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32091C77-7544-0F31-0087-F58023136476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817B49BF-AC0B-1BEA-15C9-CBB5C88EDD6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31A22C5C-B03E-9EEF-275A-CBA95F1B4A7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F60487AD-F9F8-35B2-D533-ECD191FE7B6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1F1BAC53-3C57-058E-AC86-58FF9B96DA7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52B27DE9-87A2-1C58-8448-76C57CE8C3AD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42DC2785-B155-D194-D025-C13B15D557A3}"/>
              </a:ext>
            </a:extLst>
          </p:cNvPr>
          <p:cNvCxnSpPr>
            <a:cxnSpLocks/>
            <a:stCxn id="18" idx="3"/>
            <a:endCxn id="42" idx="1"/>
          </p:cNvCxnSpPr>
          <p:nvPr/>
        </p:nvCxnSpPr>
        <p:spPr>
          <a:xfrm>
            <a:off x="3918610" y="4156911"/>
            <a:ext cx="1441282" cy="8581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9C782F8-0BF7-2DAD-A73B-ECC149F1CF4F}"/>
              </a:ext>
            </a:extLst>
          </p:cNvPr>
          <p:cNvSpPr txBox="1"/>
          <p:nvPr/>
        </p:nvSpPr>
        <p:spPr>
          <a:xfrm>
            <a:off x="201442" y="4151389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6144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3DE0F-786B-259D-0875-C669CD707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6E7C77-430F-AC44-A994-035635FE217B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5D5A5E5F-1448-D945-6D6C-6AB2ACB542E5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FB4F87B4-6369-DE18-C845-631FC4AE652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D6872433-EA7B-EBE8-3D11-503642A6BAA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FFED1C69-4AC0-C9A4-D4ED-8EC47DD1B292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578A58D5-3A24-C577-1D92-567604301CB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2044BB88-E14C-7FE4-F2D4-FBA76AB1D24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0A282F0D-823E-34A2-AA13-38940DE9F6C6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DBAF2AB1-028D-3F38-6C6D-9D9C191367E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8C84DC7-E719-7BB1-C5BE-57C45382EC8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23F7BAD8-826D-568A-CC39-29A753487BD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3B4CFD7E-6218-119D-124A-EAD309884D7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FAB2758D-1A10-DD2D-BC2B-25EACE1E4870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9F2DA5C-3E15-C9E7-F441-1C545C9C95BA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49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7584FF7D-47C6-16C6-5D8B-3FDA60331F90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90F08D9D-13F8-563F-4C8E-390002D6AC0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CA0D8A7A-CCEE-8C3C-41F1-B2B1500A531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031B4423-EBF5-9D89-33CA-5BE3C7F6E76B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ABD31820-3C40-D29A-B393-50F79C99419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E3758024-D9B3-606F-2CE0-A16C9B5C7BD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994DDDF2-EF78-B78D-4445-9C02C10A7307}"/>
              </a:ext>
            </a:extLst>
          </p:cNvPr>
          <p:cNvCxnSpPr>
            <a:cxnSpLocks/>
            <a:stCxn id="8" idx="2"/>
            <a:endCxn id="42" idx="1"/>
          </p:cNvCxnSpPr>
          <p:nvPr/>
        </p:nvCxnSpPr>
        <p:spPr>
          <a:xfrm>
            <a:off x="2976260" y="2195531"/>
            <a:ext cx="2383632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867B526A-1FE9-DB95-EBAD-0880D749EC59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544E40E6-580F-D0B5-5C3C-101ECDB916CF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3B52EA99-3822-AA64-DC60-7751D42F4054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BD16B5C0-0ECA-DFCB-C256-752D6814118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FA1E61B0-8447-38F3-6715-1E92760B6FE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5E6B7438-CE87-D0B4-35F4-393434E08EA2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C3603DE-B611-8FC4-762E-913BEC7CB7D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C79E0930-E87D-69B4-F5A0-E136AC27275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91232CCA-4BCA-35F9-89B2-9A20C9C8188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42DB1E11-FBD9-5CC8-0018-70A08799155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EE907C44-8497-7700-8DFB-4624F1D91FA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F8E7704D-2DC0-A882-942E-1FEEE9366262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9C4D5D6F-5D7D-1F78-AFB0-36B0BA7DAF7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9F2E8E98-729B-1293-06A2-A25F7994A4C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DB8B5D7A-5635-C0F6-CEA7-7E14AD2FAA7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86700555-252D-45D5-2176-DCA21FA4E54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A3144A58-685B-7CA7-0D2D-5C5D8B7FB6DB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CD70ABC-75D4-F743-54CC-3F6190D0DCC3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46E1E75C-7134-1622-F2AD-5B2BADDFD89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233B8003-D784-6B94-2F6D-5E41CD7BF51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5A9BE945-AF32-0BFF-48AA-6DAC45E3453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E77AC6D3-48CA-0C8A-F1B4-CB10A56453F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E0CFFF49-70DD-8462-799F-B2DDC21B5E92}"/>
              </a:ext>
            </a:extLst>
          </p:cNvPr>
          <p:cNvCxnSpPr>
            <a:cxnSpLocks/>
            <a:stCxn id="18" idx="3"/>
            <a:endCxn id="42" idx="1"/>
          </p:cNvCxnSpPr>
          <p:nvPr/>
        </p:nvCxnSpPr>
        <p:spPr>
          <a:xfrm>
            <a:off x="3918610" y="4156911"/>
            <a:ext cx="1441282" cy="8581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4B5A2BE4-EEE2-D22D-3519-100BD43FC438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48E1CE3-D7B1-B757-690B-1788C06DB481}"/>
              </a:ext>
            </a:extLst>
          </p:cNvPr>
          <p:cNvSpPr txBox="1"/>
          <p:nvPr/>
        </p:nvSpPr>
        <p:spPr>
          <a:xfrm>
            <a:off x="1743907" y="4822088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</a:t>
            </a:r>
            <a:endParaRPr lang="ko-KR" altLang="en-US" dirty="0"/>
          </a:p>
        </p:txBody>
      </p:sp>
      <p:cxnSp>
        <p:nvCxnSpPr>
          <p:cNvPr id="56" name="Google Shape;324;p23">
            <a:extLst>
              <a:ext uri="{FF2B5EF4-FFF2-40B4-BE49-F238E27FC236}">
                <a16:creationId xmlns:a16="http://schemas.microsoft.com/office/drawing/2014/main" id="{3FD54B6C-F223-458F-6B4E-27507B0DCC15}"/>
              </a:ext>
            </a:extLst>
          </p:cNvPr>
          <p:cNvCxnSpPr>
            <a:cxnSpLocks/>
            <a:stCxn id="23" idx="3"/>
            <a:endCxn id="43" idx="1"/>
          </p:cNvCxnSpPr>
          <p:nvPr/>
        </p:nvCxnSpPr>
        <p:spPr>
          <a:xfrm>
            <a:off x="5396465" y="4156911"/>
            <a:ext cx="1487768" cy="1336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5FA80CC-3761-3B32-1A32-2F35B1CF3D00}"/>
              </a:ext>
            </a:extLst>
          </p:cNvPr>
          <p:cNvSpPr txBox="1"/>
          <p:nvPr/>
        </p:nvSpPr>
        <p:spPr>
          <a:xfrm>
            <a:off x="5697486" y="4156910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76</a:t>
            </a:r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2EEFF3-EF25-6DE9-1FB5-BAA0927BF584}"/>
              </a:ext>
            </a:extLst>
          </p:cNvPr>
          <p:cNvSpPr txBox="1"/>
          <p:nvPr/>
        </p:nvSpPr>
        <p:spPr>
          <a:xfrm>
            <a:off x="7955833" y="5787811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231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3B1FE-1615-8E70-943D-4186F1203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4CD330-D42B-8A90-F871-9EF7F4476190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2698A664-5F4B-CFE4-6A07-741912F1C49F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0DEE72F7-1196-E1D5-7581-80C6951A0A0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BE700DB6-F9DF-D510-DE0A-922B7E62B81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B129AC4-E539-2FDB-B841-07ADC537E829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4A9D10BC-5EDA-BB75-C9CD-7E1EBAC0074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DC6916C4-61CA-7286-557B-A3D0E3EE4E7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47E99322-E7DF-AFF0-BA4B-3FF0A1CE1C46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B642CCF9-B17E-1700-817F-06D47935029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04B9B578-1E3E-AB3C-2990-16E5B086E68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82912E8A-4EBA-E023-439D-DC67000E98A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E73B20B9-A26D-8DF3-AB40-ED366D17DF8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F6EA092C-99B8-A9D6-540E-A84E3E16CCD7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734D107-1735-C8A8-2F44-CC86A688C670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49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5AE5BDD8-EBD5-2834-981B-6E7E676625F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0A9BF462-FBD3-62CF-1D8E-414996C4494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FC1DF2DF-FF5F-A92A-555F-74B74F6ECFB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F991852F-337C-142F-EAA8-420D2E999812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5DC5A22B-D979-9728-7394-C2987C96602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C3F7EFB7-B6A1-BD0F-34F5-F7D7F291727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5C810FBB-F376-546E-BC91-5359085C64CF}"/>
              </a:ext>
            </a:extLst>
          </p:cNvPr>
          <p:cNvCxnSpPr>
            <a:cxnSpLocks/>
            <a:stCxn id="8" idx="2"/>
            <a:endCxn id="42" idx="1"/>
          </p:cNvCxnSpPr>
          <p:nvPr/>
        </p:nvCxnSpPr>
        <p:spPr>
          <a:xfrm>
            <a:off x="2976260" y="2195531"/>
            <a:ext cx="2383632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A45F3624-1480-BFF1-A58D-1E043AB9AE89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3873E158-7ED1-47AD-2F32-FDA07C4409BD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D73214B3-3E65-B763-ECE1-EC9545A30253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FD85B5EE-1CF2-FE25-956D-7968F256970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C8D0BA18-5729-351C-08EA-BBE1494F667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14538AD6-AEE7-693F-234A-FC5D0F653FF6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CE74824D-568E-D064-1A40-DBDE6D1EC7F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B5FD2E9D-13BA-0D49-0DDB-73DE0E79DE8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0FDE209-7BFA-B25D-B77E-2C9B6FA66E0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F8E1E2AB-DE89-B031-F4EE-12667E21BA4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A397737F-5BED-7244-A62F-1D4E9962BFFF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85A32B1C-6840-65C7-B727-1EF4C1C0DA1D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B4A5A02A-BBFF-0485-28F9-76C0F853CC5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057035C1-8659-2A60-1166-DFCB6C38733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58E04D2-9D39-5B76-C413-F14DAD48BC6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CEC78E3B-3C66-6719-D20C-74BB83EF9F5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6D91302B-153A-7089-22B2-4B039D6B48DA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4DCA9D1E-B42E-853A-3903-0A8CA4C2895F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FF2B388D-3A06-F11C-456D-50934CB2EFE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37E769E9-38C4-8D24-D6E0-D7E14F3B8B5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45A6C9E1-F05C-7EFE-6222-4AA0233DD28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C21F14D4-00F9-0779-8412-9BDA3F87951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8EA1D700-4571-92B5-0CD9-C12322523732}"/>
              </a:ext>
            </a:extLst>
          </p:cNvPr>
          <p:cNvCxnSpPr>
            <a:cxnSpLocks/>
            <a:stCxn id="18" idx="3"/>
            <a:endCxn id="42" idx="1"/>
          </p:cNvCxnSpPr>
          <p:nvPr/>
        </p:nvCxnSpPr>
        <p:spPr>
          <a:xfrm>
            <a:off x="3918610" y="4156911"/>
            <a:ext cx="1441282" cy="8581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AF5B0799-9F0A-A601-F97F-5110021B4ED8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" name="Google Shape;324;p23">
            <a:extLst>
              <a:ext uri="{FF2B5EF4-FFF2-40B4-BE49-F238E27FC236}">
                <a16:creationId xmlns:a16="http://schemas.microsoft.com/office/drawing/2014/main" id="{83882962-4712-069C-832C-FAEC235D60B8}"/>
              </a:ext>
            </a:extLst>
          </p:cNvPr>
          <p:cNvCxnSpPr>
            <a:cxnSpLocks/>
            <a:stCxn id="23" idx="3"/>
            <a:endCxn id="43" idx="1"/>
          </p:cNvCxnSpPr>
          <p:nvPr/>
        </p:nvCxnSpPr>
        <p:spPr>
          <a:xfrm>
            <a:off x="5396465" y="4156911"/>
            <a:ext cx="1487768" cy="1336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7" name="Google Shape;324;p23">
            <a:extLst>
              <a:ext uri="{FF2B5EF4-FFF2-40B4-BE49-F238E27FC236}">
                <a16:creationId xmlns:a16="http://schemas.microsoft.com/office/drawing/2014/main" id="{6D1CB54A-D618-E263-9BEC-83C44D1DAA15}"/>
              </a:ext>
            </a:extLst>
          </p:cNvPr>
          <p:cNvCxnSpPr>
            <a:cxnSpLocks/>
            <a:stCxn id="33" idx="3"/>
            <a:endCxn id="41" idx="1"/>
          </p:cNvCxnSpPr>
          <p:nvPr/>
        </p:nvCxnSpPr>
        <p:spPr>
          <a:xfrm>
            <a:off x="1699350" y="4813497"/>
            <a:ext cx="3660542" cy="11589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657EAAE6-F660-E233-E3A1-73A20270527B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3495926-13BF-1B9F-1589-1387E5B96129}"/>
              </a:ext>
            </a:extLst>
          </p:cNvPr>
          <p:cNvSpPr txBox="1"/>
          <p:nvPr/>
        </p:nvSpPr>
        <p:spPr>
          <a:xfrm>
            <a:off x="1743907" y="489514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8411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0E92B-AAF9-CDEF-9D24-5644E3589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D7568-1F03-A6D3-3223-529F2DEBF47B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063C76F8-7AFD-A039-370D-EBC6CE8F053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9A3618AD-0FB3-56AE-8B16-CAC2FC832C5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6259BA8B-B99C-AB8D-1B00-735C61BD35B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0944ADFE-0BA2-60E4-2D1E-0BB7D1AF1DEC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CD4BEC08-06E2-3CA8-A772-BC8ED1C0014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4C6FB162-649D-49B7-074D-0CCA3B3A600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8D2CE834-D3C4-7927-6115-2606653EB781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0EF0E3DB-AA55-12E1-75F6-93C1C18C4D9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77CE93E-A439-10B3-BF53-98D15B4521E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BDC73839-F629-9ADF-FB26-B4DC7E3E207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06F237F9-CE53-25A4-1082-06AA2443717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34658243-15E7-DF7C-187C-B65F9DEE6B1E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E2A2DA3-6EAC-B1CB-2DF4-DD539C1519BF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49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77D1B29A-DBF2-5211-5189-4992D50705E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556A91B3-41B2-8EE2-908B-BF5065ACE90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205CD72A-8A60-B52E-E763-FD281515310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AB7BDAA7-AB08-2ED1-A687-88D661F55679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D2B9DE7A-25CB-7451-1847-3F9F035AA62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F4621431-3BCE-654B-F491-95803E813A4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1030042C-DF50-03AB-97B8-26FABF7E2783}"/>
              </a:ext>
            </a:extLst>
          </p:cNvPr>
          <p:cNvCxnSpPr>
            <a:cxnSpLocks/>
            <a:stCxn id="8" idx="2"/>
            <a:endCxn id="36" idx="1"/>
          </p:cNvCxnSpPr>
          <p:nvPr/>
        </p:nvCxnSpPr>
        <p:spPr>
          <a:xfrm>
            <a:off x="2976260" y="2195531"/>
            <a:ext cx="3907973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7A81CD35-93AA-59BB-5F9D-C4316A93DFC4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FD145E96-954F-7EF8-7E50-9EE039F60B53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67BF7C5E-C72D-0E49-014C-B125F751F7B0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28DEB05D-BE90-88F3-B185-8F808436CC2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921EB6C6-BA10-5D90-78B7-5C1520E610B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8A093AE1-FD6E-252A-C383-5C6602AF4E73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80A0916D-C536-9AA7-C875-9E6B6E3EA5D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79314A7-4867-BA69-85B9-9A425DF2CF7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0C08E7C-5291-24CC-695C-D862EB1F7AA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B3E2FAC2-7452-CB95-9C94-6941650A790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44F78930-0959-E818-AF02-24472EB0E548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0F983EF2-0926-8786-40C0-F7B0A46FF7DB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BE4876C9-1D7E-29F1-7C24-61E0AA756D3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13DF6A8C-B589-59C7-2341-5B86C888201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60261950-7164-53B8-7C46-C9E99B3E72E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428BFE61-8E07-1D26-7548-18102224713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A688A10F-D305-5978-F61B-732CDF6251B1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15C79856-CC1E-FC10-13EF-BE6057D17548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B706CB7E-CF4C-7298-C2A4-3327B7A9964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72D17414-3C23-5A83-CF52-353FA948548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3904BEA6-E900-CB6B-682F-7DA5BDBE6B7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276623A4-BDD6-75A8-3D69-60D32D18394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C4B56462-2F5C-47B0-1B05-32B4871993B3}"/>
              </a:ext>
            </a:extLst>
          </p:cNvPr>
          <p:cNvCxnSpPr>
            <a:cxnSpLocks/>
            <a:stCxn id="18" idx="3"/>
            <a:endCxn id="42" idx="1"/>
          </p:cNvCxnSpPr>
          <p:nvPr/>
        </p:nvCxnSpPr>
        <p:spPr>
          <a:xfrm>
            <a:off x="3918610" y="4156911"/>
            <a:ext cx="1441282" cy="8581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E332F552-BFA6-1828-A55A-9215BD116F4B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" name="Google Shape;324;p23">
            <a:extLst>
              <a:ext uri="{FF2B5EF4-FFF2-40B4-BE49-F238E27FC236}">
                <a16:creationId xmlns:a16="http://schemas.microsoft.com/office/drawing/2014/main" id="{D900EE93-BCAA-E0E2-32AA-149BFAFA6425}"/>
              </a:ext>
            </a:extLst>
          </p:cNvPr>
          <p:cNvCxnSpPr>
            <a:cxnSpLocks/>
            <a:stCxn id="23" idx="3"/>
            <a:endCxn id="43" idx="1"/>
          </p:cNvCxnSpPr>
          <p:nvPr/>
        </p:nvCxnSpPr>
        <p:spPr>
          <a:xfrm>
            <a:off x="5396465" y="4156911"/>
            <a:ext cx="1487768" cy="1336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7" name="Google Shape;324;p23">
            <a:extLst>
              <a:ext uri="{FF2B5EF4-FFF2-40B4-BE49-F238E27FC236}">
                <a16:creationId xmlns:a16="http://schemas.microsoft.com/office/drawing/2014/main" id="{D469B2CC-3DA0-3227-7400-69434DCE76E2}"/>
              </a:ext>
            </a:extLst>
          </p:cNvPr>
          <p:cNvCxnSpPr>
            <a:cxnSpLocks/>
            <a:stCxn id="33" idx="3"/>
            <a:endCxn id="41" idx="1"/>
          </p:cNvCxnSpPr>
          <p:nvPr/>
        </p:nvCxnSpPr>
        <p:spPr>
          <a:xfrm>
            <a:off x="1699350" y="4813497"/>
            <a:ext cx="3660542" cy="11589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10C1984E-C31A-8C75-A261-63B69C0C095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" name="Google Shape;324;p23">
            <a:extLst>
              <a:ext uri="{FF2B5EF4-FFF2-40B4-BE49-F238E27FC236}">
                <a16:creationId xmlns:a16="http://schemas.microsoft.com/office/drawing/2014/main" id="{9A870214-1E3A-6074-D0C0-CBF5A1A6FF35}"/>
              </a:ext>
            </a:extLst>
          </p:cNvPr>
          <p:cNvCxnSpPr>
            <a:cxnSpLocks/>
          </p:cNvCxnSpPr>
          <p:nvPr/>
        </p:nvCxnSpPr>
        <p:spPr>
          <a:xfrm flipV="1">
            <a:off x="1163550" y="2195531"/>
            <a:ext cx="1812710" cy="19068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1B0D7A5-B41E-3032-FA83-4217C3D7C9F5}"/>
              </a:ext>
            </a:extLst>
          </p:cNvPr>
          <p:cNvSpPr txBox="1"/>
          <p:nvPr/>
        </p:nvSpPr>
        <p:spPr>
          <a:xfrm>
            <a:off x="763969" y="3434389"/>
            <a:ext cx="837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80-49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2548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EFDC7-B9E5-B2D1-0371-79439FBA9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58B232-1902-5D7A-0445-4ACA95633370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(50)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692D44AA-8E95-62E6-3579-029D3D766E0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C59D1CE4-4460-4747-0F2E-0882B4CD0C9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8EBFDA53-D0CB-8194-3322-2F74FC58D3C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C1D32DD1-7E06-BC70-9A8C-1BBBF6E2CE7F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C19A17B5-D743-4EBA-2A49-B12270E3D54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F85F4E20-8BB5-2BBF-31F2-E0DAD8EE285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7E7A5425-E2D2-1340-6AE7-7B99DADBB588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06B24AC9-2DC4-E49C-8DB2-0D3CA9EF002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C3EEF84E-BB12-393F-968C-FB2C251524F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42508787-DD84-5867-42F1-19CAA37A11D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FFDAB3BE-00A3-E3EC-913D-3B8D71F0B35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F91A89E7-8EF2-A2D8-4837-2547A6AC8799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D42FE07-1463-56F8-C87C-3E36200B20CB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50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50)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35166B13-DC08-5066-4A26-730E5F7DA43E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7B535B9C-13CC-93E8-3AA5-ACA0B636FF5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6D930239-5E99-C872-623B-614228D65D4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62A0AB55-8607-0F2A-C354-8A068C28C8E7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B027BF44-C6D1-1F75-C2C8-469309BFF68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7CC195A3-C30C-1BE2-2845-430C06A2F78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D70EF36E-E386-B74B-439A-EB149D308B53}"/>
              </a:ext>
            </a:extLst>
          </p:cNvPr>
          <p:cNvCxnSpPr>
            <a:cxnSpLocks/>
            <a:stCxn id="8" idx="2"/>
            <a:endCxn id="36" idx="1"/>
          </p:cNvCxnSpPr>
          <p:nvPr/>
        </p:nvCxnSpPr>
        <p:spPr>
          <a:xfrm>
            <a:off x="2976260" y="2195531"/>
            <a:ext cx="3907973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2B1DE68B-7F94-866D-787F-C223A4B29A1A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5AF934F5-86C9-4870-CF5B-3FD4C97AB471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997E34B3-6BDB-55D4-D903-23F44039F9D2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7CEA9742-A0D3-2F55-4E08-8C96FBAA219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D80F9BC9-CE60-DF06-CFAF-03655FD39A7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2C3E5BAB-CD63-0846-9A24-BC1FF9510EB0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178A3040-BFBE-A01F-96DC-95971F4227E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0600DF1A-1835-3FB1-406D-6AC9F064FF4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749A2549-7797-140D-EE4C-D63E955D6FF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1B654241-9936-ECE6-C242-D144911AEE1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DF9DEA3E-2EEB-1469-25C2-7B6559275CC6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EC72E6E5-911B-7D97-6461-FE11D7D2F18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F591FE16-92E4-F28D-5E8F-DDBF1437A7A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BE8BF712-408D-46D3-C122-AF6B54181CE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D01DC0DE-9DAF-F656-79C8-2138B682F29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FC9803EC-949E-D1FB-5183-C12B5B1A61E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A4389D9B-6E78-C6F6-9286-28E5694F8884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F904871-CEB3-D858-1324-B3DC54AC1480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8277EDAA-E001-D977-0A1A-84FD3DC7DC9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1648ECE1-C76C-B476-76D9-BD2BD7F107E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D3BA11E4-5513-DE40-80FF-62C09060C14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4B7E046B-DFFC-5B2A-07B2-16AF760EBA9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35527090-D223-C122-B4F6-CFA50C5A1DBB}"/>
              </a:ext>
            </a:extLst>
          </p:cNvPr>
          <p:cNvCxnSpPr>
            <a:cxnSpLocks/>
            <a:stCxn id="18" idx="3"/>
            <a:endCxn id="36" idx="1"/>
          </p:cNvCxnSpPr>
          <p:nvPr/>
        </p:nvCxnSpPr>
        <p:spPr>
          <a:xfrm>
            <a:off x="3918610" y="4156911"/>
            <a:ext cx="2965623" cy="8581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89457FE2-0C4C-51A0-B4B8-BF145F603E55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6A6DDAD-9BDA-8247-3126-B316B1392868}"/>
              </a:ext>
            </a:extLst>
          </p:cNvPr>
          <p:cNvSpPr txBox="1"/>
          <p:nvPr/>
        </p:nvSpPr>
        <p:spPr>
          <a:xfrm>
            <a:off x="201442" y="4151389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543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E5F23-71AA-A5C8-CFC6-FCE3DA85C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E026DC-2403-C6A2-DB68-2642D2D964E0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(50)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E092E813-EF59-C292-74C3-8B0D3B1D64D3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50F5987A-6C79-84C4-D3F6-0C4D3878507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333ACA66-24CC-0317-A139-D3DCDD65AD2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227E67E-A998-6731-93E1-EB8BCDE1671F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83BF28E8-21B1-98A2-940D-DBA426D8DBF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2A6B82FB-C38D-5304-0605-AA4779167E9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176AB89D-D70A-D07E-6636-19B426B66E99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BEBB0D6C-4CF3-7D97-C432-7762DB611B1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423AF14D-5FE6-9EB4-D412-6629B4BCB33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CD2842AD-1DD5-1197-3C65-6CD14637FCE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D3F30DD-ADA7-CC86-0009-B785CCD1831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FE135B70-383A-5D52-875B-1E0781629F24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59A733-F7FD-726B-2206-94D75F0ED38B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50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50)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328722A5-9074-D1BA-4E78-AE7B4FA49217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CCE22926-6038-F978-CB4B-E07EC4B21E1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2C9C0860-8A80-1E9C-83C8-8FEA5747722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2432AEE4-1BA1-1FBC-5509-F7980EA32EC0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B0BCAD91-85D1-8A4B-8A73-75D8C86EE46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78992353-D21D-FD96-AF49-E4A2ABED045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598B8C61-B58E-9DD1-358E-29E0FE6B87F4}"/>
              </a:ext>
            </a:extLst>
          </p:cNvPr>
          <p:cNvCxnSpPr>
            <a:cxnSpLocks/>
            <a:stCxn id="8" idx="2"/>
            <a:endCxn id="36" idx="1"/>
          </p:cNvCxnSpPr>
          <p:nvPr/>
        </p:nvCxnSpPr>
        <p:spPr>
          <a:xfrm>
            <a:off x="2976260" y="2195531"/>
            <a:ext cx="3907973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9169DEE1-6385-708F-FB9D-490C64165835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53F9A244-55EA-6DD6-8709-4BBC1ED594E5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54A5C947-7191-9BF4-F999-0B87A1696DF6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60F4FB48-74E0-59CF-461A-E4017EAF7BB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5C94B338-86D6-08E9-83EB-081B76F9C76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263EEEC6-F833-56F1-71B9-AA057644A85D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765BD8E-23D2-6864-0FD0-9A5B551F622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8264672-BE01-0534-319F-0D4A98E1F3E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AAD3274F-34D8-659C-C98A-CA400547B9F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D0FE9776-2978-A1DF-A665-ECD3E45A5A9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A5C8B970-124F-8934-6499-A9B418CC48C5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62A91F70-65C2-F9E5-8399-D9C2F2C62434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16B972A9-AD85-DA20-E4AC-83886B8F553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1CDE1A5B-D370-49B8-B5F3-2ED055052CC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2189C520-4597-C079-4976-BE61EBFC2DC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811699DC-C91C-F5B6-2711-D00E746A220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93340555-95ED-16CB-DCD7-96CFDD68ACA5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DC18056E-2A94-1E35-BF23-703A3F8F93AC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3709D7D9-70E1-413F-A62A-459457BBEF5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76ECF314-3C3B-3B57-C9DE-4D9F78EF313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F687BFA8-B0D8-A03B-C469-819F9104356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1A8DC08-C2D6-F7A4-B7DF-12978717EFA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16892FE9-ABF2-66B1-8AC8-AB2530273D7C}"/>
              </a:ext>
            </a:extLst>
          </p:cNvPr>
          <p:cNvCxnSpPr>
            <a:cxnSpLocks/>
            <a:stCxn id="18" idx="3"/>
            <a:endCxn id="36" idx="1"/>
          </p:cNvCxnSpPr>
          <p:nvPr/>
        </p:nvCxnSpPr>
        <p:spPr>
          <a:xfrm>
            <a:off x="3918610" y="4156911"/>
            <a:ext cx="2965623" cy="8581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901A9E13-EB85-F714-20B9-0F5BB3867FE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F9BBE9F-9B72-C9CF-7014-7A99D11EA1A3}"/>
              </a:ext>
            </a:extLst>
          </p:cNvPr>
          <p:cNvSpPr txBox="1"/>
          <p:nvPr/>
        </p:nvSpPr>
        <p:spPr>
          <a:xfrm>
            <a:off x="1729730" y="4822088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</a:t>
            </a:r>
            <a:endParaRPr lang="ko-KR" altLang="en-US" dirty="0"/>
          </a:p>
        </p:txBody>
      </p: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BF033685-D33E-35AB-ED92-B38B81C83CFF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6D5E1B9F-C6F5-9DFE-EA59-C8BD22A13DE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83B3C8D5-7C27-0B97-658C-8E638B84EE1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1CCEBB6C-9EC5-560B-672A-C39F0FE7593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111A83BB-8D60-11AB-567D-4EB24DF8AF8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5AC5EE3E-8549-841F-B4F4-6B48A7EA942C}"/>
              </a:ext>
            </a:extLst>
          </p:cNvPr>
          <p:cNvCxnSpPr>
            <a:cxnSpLocks/>
            <a:stCxn id="33" idx="3"/>
            <a:endCxn id="50" idx="1"/>
          </p:cNvCxnSpPr>
          <p:nvPr/>
        </p:nvCxnSpPr>
        <p:spPr>
          <a:xfrm>
            <a:off x="1699350" y="4813497"/>
            <a:ext cx="6709224" cy="20156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" name="Google Shape;324;p23">
            <a:extLst>
              <a:ext uri="{FF2B5EF4-FFF2-40B4-BE49-F238E27FC236}">
                <a16:creationId xmlns:a16="http://schemas.microsoft.com/office/drawing/2014/main" id="{2AB8A887-81D3-6A43-7F9E-FD137BF868C8}"/>
              </a:ext>
            </a:extLst>
          </p:cNvPr>
          <p:cNvCxnSpPr>
            <a:cxnSpLocks/>
            <a:stCxn id="23" idx="3"/>
            <a:endCxn id="52" idx="1"/>
          </p:cNvCxnSpPr>
          <p:nvPr/>
        </p:nvCxnSpPr>
        <p:spPr>
          <a:xfrm>
            <a:off x="5396465" y="4156911"/>
            <a:ext cx="3012109" cy="1336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D677663-6073-9689-6B16-2EA570B3913F}"/>
              </a:ext>
            </a:extLst>
          </p:cNvPr>
          <p:cNvSpPr txBox="1"/>
          <p:nvPr/>
        </p:nvSpPr>
        <p:spPr>
          <a:xfrm>
            <a:off x="7944933" y="5346890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76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90198D3-09BE-65F6-FE72-1BD3BFA530AB}"/>
              </a:ext>
            </a:extLst>
          </p:cNvPr>
          <p:cNvSpPr txBox="1"/>
          <p:nvPr/>
        </p:nvSpPr>
        <p:spPr>
          <a:xfrm>
            <a:off x="9480174" y="581792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6297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2189C-DE0A-CCB2-6FDC-7D19122F8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43F9BA-AC45-8912-CCDC-C9ABEEE2449A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(50)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2BA12F1D-305F-692B-0332-D772B98F98F6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8D8B9414-14A1-BF14-8775-2978719F075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B1F1F4DA-4D6A-E70A-B1B1-D5F41B49AAB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B5B7A31-5F59-8E7D-342A-34156ECA3C53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116CA295-3ABD-CA4F-D84C-A27CCB3A935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5D0DD1CD-FB43-8167-EDB0-43C9A5D1A56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8F785A4E-42D0-A708-9EB2-159CDF854476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D98ABA14-7C28-584A-15FE-1CD297851CF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4F9F197-FE65-CD77-CB24-2C5CD4261FA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2BC1B36-29AC-8C96-B483-D34A1FEA1A9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8EC60F64-304F-BEC8-94B3-D8981FF0D0E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AA878C73-E775-B41B-73F7-A6DE6A7C2FFC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218DE9-37D2-B5B7-587F-F6961BA373F7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50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50)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D9849E40-1D2B-B1A4-D967-4EE28C855332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D14AF50B-BBF1-8210-6815-C4569040D5B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5814258E-4BB9-FA6F-2810-E0BEF0193A4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B527D636-7078-A1D2-4CCD-4C58E79FA648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17543B26-3927-CA9C-77DD-13F3BE476F5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78DA2A5F-BD0B-8E18-E8B1-B29D2559EFF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76C43F0D-90EB-BBDC-3A44-F422684D7DB9}"/>
              </a:ext>
            </a:extLst>
          </p:cNvPr>
          <p:cNvCxnSpPr>
            <a:cxnSpLocks/>
            <a:stCxn id="8" idx="2"/>
            <a:endCxn id="36" idx="1"/>
          </p:cNvCxnSpPr>
          <p:nvPr/>
        </p:nvCxnSpPr>
        <p:spPr>
          <a:xfrm>
            <a:off x="2976260" y="2195531"/>
            <a:ext cx="3907973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C62559D1-5BA3-B35D-C551-F6A1F30CD898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96638C71-1217-06F7-3589-246F0BCF9B00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8669BE10-0148-3896-81ED-F73A07221AB2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FED66FE6-0B91-84F0-EF06-F7FEC86CE91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1338797F-199B-698B-C5BF-9D1ECB33B75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98F206C0-B804-22EC-A4AF-5C6B82054556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647ED3BE-B7A7-4CAF-255F-41625D683BB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971F3E27-D40E-7097-51CF-9B37B5ABD10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E6811FB4-9E33-C5F4-9A9B-5494089DBDF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8F50CF99-54AE-C0B0-D487-E9AB5B436AF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D778BD15-BF39-88FD-0794-E161D9C01FDD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8608F264-0C73-8938-4B57-A43609756685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EBFF43B4-7995-1895-448E-9C385CCDD46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E92E9050-15D6-8266-C571-3231B565F65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7E007ECD-CEFF-ECD4-D8DF-FC8494FE302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568903D2-B764-E708-C8EC-050ABA0104B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1D3B6FC9-43C3-6118-0E5B-135B7A85F476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FD2C1E7F-43A1-B581-4DE5-34E37F166B9F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C45AECE6-6E8F-FBE3-45F3-440B2EE1A10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868E92FE-5996-5EB1-7E63-70918522968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CA287989-5EAE-B6CA-0323-01E81BE2E2B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CE22E191-4DA7-01FB-765C-E09F831C71E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03F43E9D-1587-7B79-7C37-5845E46A7585}"/>
              </a:ext>
            </a:extLst>
          </p:cNvPr>
          <p:cNvCxnSpPr>
            <a:cxnSpLocks/>
            <a:stCxn id="18" idx="3"/>
            <a:endCxn id="36" idx="1"/>
          </p:cNvCxnSpPr>
          <p:nvPr/>
        </p:nvCxnSpPr>
        <p:spPr>
          <a:xfrm>
            <a:off x="3918610" y="4156911"/>
            <a:ext cx="2965623" cy="8581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959C753F-C314-ED31-078D-6AD040994C4E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61DD3E4-00EE-28F2-7743-A753236A264F}"/>
              </a:ext>
            </a:extLst>
          </p:cNvPr>
          <p:cNvSpPr txBox="1"/>
          <p:nvPr/>
        </p:nvSpPr>
        <p:spPr>
          <a:xfrm>
            <a:off x="1754411" y="4870271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78</a:t>
            </a:r>
            <a:endParaRPr lang="ko-KR" altLang="en-US" dirty="0"/>
          </a:p>
        </p:txBody>
      </p: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2FC6291F-EF77-B55D-5A5F-E4D829AD017D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64275D89-8890-0DFB-A0D5-E82A01B625D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AE8A43FC-605C-26CA-35C7-66BCC943FB0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F70501F1-46C7-91E3-6604-DE90F91781B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ACAC9CDA-3F84-6CD2-FA81-43CE62614AB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9849D375-0A8A-2FEE-DEFF-9ED5A6EA17D9}"/>
              </a:ext>
            </a:extLst>
          </p:cNvPr>
          <p:cNvCxnSpPr>
            <a:cxnSpLocks/>
            <a:stCxn id="33" idx="3"/>
            <a:endCxn id="50" idx="1"/>
          </p:cNvCxnSpPr>
          <p:nvPr/>
        </p:nvCxnSpPr>
        <p:spPr>
          <a:xfrm>
            <a:off x="1699350" y="4813497"/>
            <a:ext cx="6709224" cy="20156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" name="Google Shape;324;p23">
            <a:extLst>
              <a:ext uri="{FF2B5EF4-FFF2-40B4-BE49-F238E27FC236}">
                <a16:creationId xmlns:a16="http://schemas.microsoft.com/office/drawing/2014/main" id="{D1B585E3-A30A-7814-2939-EF2180FE7545}"/>
              </a:ext>
            </a:extLst>
          </p:cNvPr>
          <p:cNvCxnSpPr>
            <a:cxnSpLocks/>
            <a:stCxn id="23" idx="3"/>
            <a:endCxn id="52" idx="1"/>
          </p:cNvCxnSpPr>
          <p:nvPr/>
        </p:nvCxnSpPr>
        <p:spPr>
          <a:xfrm>
            <a:off x="5396465" y="4156911"/>
            <a:ext cx="3012109" cy="1336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E2D0F2D-BAF3-6FA3-ED63-1D3F212FD024}"/>
              </a:ext>
            </a:extLst>
          </p:cNvPr>
          <p:cNvSpPr txBox="1"/>
          <p:nvPr/>
        </p:nvSpPr>
        <p:spPr>
          <a:xfrm>
            <a:off x="7944933" y="5346890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76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AF5BEC-391E-B7AA-C305-40A620686917}"/>
              </a:ext>
            </a:extLst>
          </p:cNvPr>
          <p:cNvSpPr txBox="1"/>
          <p:nvPr/>
        </p:nvSpPr>
        <p:spPr>
          <a:xfrm>
            <a:off x="9480174" y="5817927"/>
            <a:ext cx="46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77</a:t>
            </a:r>
            <a:endParaRPr lang="ko-KR" altLang="en-US" dirty="0"/>
          </a:p>
        </p:txBody>
      </p:sp>
      <p:cxnSp>
        <p:nvCxnSpPr>
          <p:cNvPr id="54" name="Google Shape;324;p23">
            <a:extLst>
              <a:ext uri="{FF2B5EF4-FFF2-40B4-BE49-F238E27FC236}">
                <a16:creationId xmlns:a16="http://schemas.microsoft.com/office/drawing/2014/main" id="{0BF65A65-D22D-E37B-B235-0AC13885C953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1729730" y="4822088"/>
            <a:ext cx="5154503" cy="11503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F769CD82-62E3-CC5A-5C4C-380F41651D39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893737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80F90-AA8A-24FF-A4CF-34F53D9DE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8C8A90-A132-5CC5-04A1-DE4CAEEEEB2C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추가</a:t>
            </a:r>
            <a:r>
              <a:rPr lang="en-US" altLang="ko-KR" dirty="0"/>
              <a:t>(50)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3F56EF7C-F5EB-D304-30C9-CAF7DF18F193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0E143C31-D343-435A-C66C-F8458A58150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0D9094E4-7B20-5E32-AF2B-B814DCF8A46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76396B06-EAC7-4EEB-E1E7-79E2A1B1487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4CEAAC1A-607B-4305-1BC2-4F1CD9F3175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502BDEF5-C9A9-F14E-9143-9879F965CDB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77A8A47D-8114-E870-C254-AB9AD78254E6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23442AB1-C615-57E9-B3E2-DB221D7A966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CF14B049-49D5-7CF8-FD7D-4D7DD7FFE73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F8528026-EB4D-8EFC-FEFB-DBC5A3C0B0E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91AC9D0B-7103-E915-C430-3FE2F2A9D58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35BF4283-9555-2EB6-D68F-8209E2C46658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A39FB0F-C59B-6F67-4112-C5EBDD65DED8}"/>
              </a:ext>
            </a:extLst>
          </p:cNvPr>
          <p:cNvSpPr txBox="1"/>
          <p:nvPr/>
        </p:nvSpPr>
        <p:spPr>
          <a:xfrm>
            <a:off x="201442" y="2757960"/>
            <a:ext cx="529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50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pEnd</a:t>
            </a:r>
            <a:r>
              <a:rPr lang="en-US" altLang="ko-KR" dirty="0"/>
              <a:t>, 50)</a:t>
            </a:r>
            <a:endParaRPr lang="ko-KR" altLang="en-US" dirty="0"/>
          </a:p>
        </p:txBody>
      </p:sp>
      <p:grpSp>
        <p:nvGrpSpPr>
          <p:cNvPr id="14" name="Google Shape;119;p15">
            <a:extLst>
              <a:ext uri="{FF2B5EF4-FFF2-40B4-BE49-F238E27FC236}">
                <a16:creationId xmlns:a16="http://schemas.microsoft.com/office/drawing/2014/main" id="{E9F57F20-59C7-6E76-77F6-4C57BF07287D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5" name="Google Shape;120;p15">
              <a:extLst>
                <a:ext uri="{FF2B5EF4-FFF2-40B4-BE49-F238E27FC236}">
                  <a16:creationId xmlns:a16="http://schemas.microsoft.com/office/drawing/2014/main" id="{3B7B2D28-0A3A-413A-B3FD-7C4DF27336A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63B8FC7F-946B-C3D4-93BE-3B4AF33C606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119;p15">
            <a:extLst>
              <a:ext uri="{FF2B5EF4-FFF2-40B4-BE49-F238E27FC236}">
                <a16:creationId xmlns:a16="http://schemas.microsoft.com/office/drawing/2014/main" id="{369ED766-CE0F-CB8C-13E7-7211FF727078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2" name="Google Shape;120;p15">
              <a:extLst>
                <a:ext uri="{FF2B5EF4-FFF2-40B4-BE49-F238E27FC236}">
                  <a16:creationId xmlns:a16="http://schemas.microsoft.com/office/drawing/2014/main" id="{B12D40A7-E5A9-CECF-4304-FF6A9A1CEF4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21;p15">
              <a:extLst>
                <a:ext uri="{FF2B5EF4-FFF2-40B4-BE49-F238E27FC236}">
                  <a16:creationId xmlns:a16="http://schemas.microsoft.com/office/drawing/2014/main" id="{019DD12D-9010-263C-5128-199017F165F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0E0949CE-2014-CE41-A6BF-3AEAE768A3A8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992A49A1-2E47-E87E-1AF9-359CDB47788A}"/>
              </a:ext>
            </a:extLst>
          </p:cNvPr>
          <p:cNvCxnSpPr>
            <a:cxnSpLocks/>
            <a:stCxn id="8" idx="2"/>
            <a:endCxn id="15" idx="2"/>
          </p:cNvCxnSpPr>
          <p:nvPr/>
        </p:nvCxnSpPr>
        <p:spPr>
          <a:xfrm>
            <a:off x="2976260" y="2195531"/>
            <a:ext cx="40655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048EF6C1-4461-F915-56BB-D17B470FF339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2847011" y="3127292"/>
            <a:ext cx="2013654" cy="7925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30" name="Google Shape;111;p15">
            <a:extLst>
              <a:ext uri="{FF2B5EF4-FFF2-40B4-BE49-F238E27FC236}">
                <a16:creationId xmlns:a16="http://schemas.microsoft.com/office/drawing/2014/main" id="{4B72F825-160C-9B31-4748-D69F82B5D9E5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31" name="Google Shape;112;p15">
              <a:extLst>
                <a:ext uri="{FF2B5EF4-FFF2-40B4-BE49-F238E27FC236}">
                  <a16:creationId xmlns:a16="http://schemas.microsoft.com/office/drawing/2014/main" id="{A79F2E69-1BD3-596E-867A-7B4C2CB7A91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13;p15">
              <a:extLst>
                <a:ext uri="{FF2B5EF4-FFF2-40B4-BE49-F238E27FC236}">
                  <a16:creationId xmlns:a16="http://schemas.microsoft.com/office/drawing/2014/main" id="{4EF6FA09-4487-CD7A-C1FE-AC64F9B23B7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540F0C37-920C-5846-766B-6A44DDE86055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29B5F383-55B6-C3F5-1EB2-C7F9BE380F2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FBB7B78E-ACEB-DEE8-6F54-2307C947AA2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E5D5D5E4-0DA2-96EE-81A3-BD2BDF059F3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154767D5-5C03-6F96-201B-4DCCF07168F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3FF6BA3B-F260-BDF2-8CFD-872130AE4A7F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04BFC991-7ADD-009F-30B4-40541BA2BB60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87C28FE2-A8F0-74EE-A34C-4A12061348E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97095EAC-D718-58C6-E8C2-68D94BF1C79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E8E64EC-0494-A528-8BEF-47434A84508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AC5BE8C5-EE35-EFF4-4B70-C8E55AEA7E9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6EE17A99-214B-273C-C3B9-D11D3D2E3F08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D679FFD9-2269-8E46-8FE9-4605773C5AA5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535C16D8-C1E5-8867-CBB6-615E7178A1A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94A830D3-53C3-7C25-0590-1E52500916C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56B92792-0455-C580-6B9B-DF840A9A72E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1748DB49-C973-EC5E-BF65-F6047F203AB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559BE0BD-406E-58B7-6E98-8ED1938B6A87}"/>
              </a:ext>
            </a:extLst>
          </p:cNvPr>
          <p:cNvCxnSpPr>
            <a:cxnSpLocks/>
            <a:stCxn id="18" idx="3"/>
            <a:endCxn id="36" idx="1"/>
          </p:cNvCxnSpPr>
          <p:nvPr/>
        </p:nvCxnSpPr>
        <p:spPr>
          <a:xfrm>
            <a:off x="3918610" y="4156911"/>
            <a:ext cx="2965623" cy="8581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71DD11C4-AAA8-FF7A-9433-056946E82C6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83C285DF-64DA-1FE0-9A2E-AACE20A7466E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66C572FC-E375-860B-89F7-0759401FB85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B319AEEB-57D5-A76A-F65B-983CDF8E280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48BF9734-ECA5-3A19-1AD4-E52B9A955C6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0DF0EAB3-A828-1DB4-9B02-D8912A2C9D8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1E08BCA8-E695-6F24-9AC9-937BD58BFD52}"/>
              </a:ext>
            </a:extLst>
          </p:cNvPr>
          <p:cNvCxnSpPr>
            <a:cxnSpLocks/>
            <a:stCxn id="33" idx="3"/>
            <a:endCxn id="50" idx="1"/>
          </p:cNvCxnSpPr>
          <p:nvPr/>
        </p:nvCxnSpPr>
        <p:spPr>
          <a:xfrm>
            <a:off x="1699350" y="4813497"/>
            <a:ext cx="6709224" cy="20156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" name="Google Shape;324;p23">
            <a:extLst>
              <a:ext uri="{FF2B5EF4-FFF2-40B4-BE49-F238E27FC236}">
                <a16:creationId xmlns:a16="http://schemas.microsoft.com/office/drawing/2014/main" id="{8464711F-D427-A9D5-9AC5-FB78F64F508B}"/>
              </a:ext>
            </a:extLst>
          </p:cNvPr>
          <p:cNvCxnSpPr>
            <a:cxnSpLocks/>
            <a:stCxn id="23" idx="3"/>
            <a:endCxn id="52" idx="1"/>
          </p:cNvCxnSpPr>
          <p:nvPr/>
        </p:nvCxnSpPr>
        <p:spPr>
          <a:xfrm>
            <a:off x="5396465" y="4156911"/>
            <a:ext cx="3012109" cy="1336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4" name="Google Shape;324;p23">
            <a:extLst>
              <a:ext uri="{FF2B5EF4-FFF2-40B4-BE49-F238E27FC236}">
                <a16:creationId xmlns:a16="http://schemas.microsoft.com/office/drawing/2014/main" id="{94DB5350-CB82-43DA-E588-0512B5EEC02D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1729730" y="4822088"/>
            <a:ext cx="5154503" cy="11503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C718C20C-BA96-3E5F-6A8C-64C78B74469B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" name="Google Shape;324;p23">
            <a:extLst>
              <a:ext uri="{FF2B5EF4-FFF2-40B4-BE49-F238E27FC236}">
                <a16:creationId xmlns:a16="http://schemas.microsoft.com/office/drawing/2014/main" id="{9D1C33DF-6765-18A0-850D-ED384C188798}"/>
              </a:ext>
            </a:extLst>
          </p:cNvPr>
          <p:cNvCxnSpPr>
            <a:cxnSpLocks/>
          </p:cNvCxnSpPr>
          <p:nvPr/>
        </p:nvCxnSpPr>
        <p:spPr>
          <a:xfrm flipV="1">
            <a:off x="1163550" y="2195531"/>
            <a:ext cx="1812710" cy="19068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37CB81B-4974-F546-2B5D-49289DA1002A}"/>
              </a:ext>
            </a:extLst>
          </p:cNvPr>
          <p:cNvSpPr txBox="1"/>
          <p:nvPr/>
        </p:nvSpPr>
        <p:spPr>
          <a:xfrm>
            <a:off x="763969" y="3434389"/>
            <a:ext cx="837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80-50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4728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191DA-DE84-932A-32B1-8C3981B9C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B15F7C-4AD7-18CF-0068-9288EDCED288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연결리스트 완성</a:t>
            </a:r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FE579130-A0C1-324E-219D-36DF4629036D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C196C1F6-8AB7-1401-A13B-BDA656B7EAD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C90931CD-4B33-67B1-E264-2A1E37066B8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4BFD8A02-06F3-FB18-8B77-E72BE3D18105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A2B0B1CD-E536-DE07-E016-20676B36F8B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58376DF1-0ECF-080C-B4F1-9C2A5070A9A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1501D733-145F-C868-A91D-B4BDE0537407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5DCA609D-0D7D-F8C7-9F1C-381DE9CF208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8E541B42-574B-F512-7141-6A54A333585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817CB27E-30C1-9F4B-15AA-E2919BC6AE2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3A183BB0-4780-4925-B738-2D4B3835C51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D91125FA-7FFA-EDAC-A24F-9E9E0F8AF6A1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876ECB78-642E-7AD5-44FD-FDE7D0299F97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E298C811-D9FE-0EAA-3B9F-B13EDA7B5877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D7264553-D321-8954-7264-ED48A4343FE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EDA42E9-32E7-EB53-2BF4-CAFF83EC841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B26B333D-B3F3-4DBC-69F2-D95668A7EA7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8AD99A04-4BFE-FCF0-5D93-8555FD1876F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DACBAC7-2331-D2E3-EB2D-E2A1D96B5E91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3610ECD2-A65F-238F-4562-DBAF82F01407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F7DFC0F1-238B-D382-8ABA-22A7D544061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FD585EF3-BB3F-42C1-03C5-812D5A7FEAD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C98360A6-ABCE-F9AF-3F60-717320959EC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8BB858D7-8B65-0ACD-BC0F-2AE7A43CD3A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61EF8782-5AA3-F3E5-CE3F-B0CFDDEBCAE6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0ACA8117-C6E0-EB89-B99D-AF69F0ADB177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F1A23A60-321C-5753-7009-49B2C4A5C9A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EABB627D-7FB1-3DFB-FFDB-8A05154FE8B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DD798698-E0A9-8D08-5F4A-97E39B66972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2EAA4646-8BA0-DB40-493E-1A6AEA5236A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BF920245-0082-ACA3-32C0-E5FD22966ACB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A842D29C-465D-1943-C96D-1E948D46DD77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4FE6E1BB-5486-426D-2A81-A6305CBA5FA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40CC60E5-B421-C0C2-E931-8898AB661D5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9D953947-209F-E918-859A-ACB594121C0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CEBB7B2A-BBD3-9992-8CE5-724DD69B3B4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CC6E6895-9C13-2D6D-6379-93DAC0E7F758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809603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5A545-A160-D785-ACA5-B1527CFA6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1EAE9E-5180-A876-7175-D451299D011E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42C5C951-5302-EE73-E4A1-5387603FF1A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78FE0DA3-F54B-ECA5-CF22-CAF3082F1CF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49A13855-3D7D-D872-C05C-F7CA8D3FB39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9528D910-43B7-4C8E-CBCC-52C9B2224DD7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49381190-5406-C16C-52F5-A655C1CA12E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1FA1C7FA-CF73-DE67-4454-CC97819784B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8A2036AD-3F8C-9AE0-E6A8-9B25C48B01F2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AA9D2C89-2B7E-E66A-D520-949FD30FF84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4E8C3AE-B1DE-7187-CB1A-0F8854FCD8F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9C4BEDB1-1B2F-6567-6A20-E5C5624990C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071FD7B-4C27-5D66-100D-CD8D934FF87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89FA0F1F-B552-126B-8C88-759A4631F49E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EE6776BD-0BC2-4219-C3C1-6267F19A0DF4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3181E2C2-B325-7C11-977F-308F6D707A19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DFA7CC0-E7F1-FDF2-7548-8A94CEB2633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02AF0D1-6601-9910-70C0-E612DD46D0E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9C93328F-1768-A28B-84E3-BCE49A69CE9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0537C783-C609-F99F-C611-CA07820DA20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0E7FE283-52C7-7BB1-E160-0BB60631852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97AAE067-E842-4A27-2459-C5E2C0E1740D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A34B1F69-3F7F-A3A6-6A94-61872C3EF6F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3448A25B-E035-D242-8A1F-029B1D5C795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63D1853-DFCD-F958-76CD-F107707E3CF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82EEAADA-A893-B519-547A-97D9114A3D1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C1A723B3-98A9-160B-D621-D812D9FD977E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CE041CEB-8BEE-6A2A-8238-3E2C5B2737B1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C32F4EE3-D3E3-9ADF-358A-2A29C5DBC3A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AB903072-2668-5A85-34B7-958BE585DB7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B5E459F3-2973-FF54-03CE-8A9EE065164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044163C3-59D7-CD43-1A60-4140ACA5784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58EF7CEA-3A2E-BC8D-7DAC-EAD9E48D00C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6E233CC-A6D2-6CF7-2DA9-8BD0A3949487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AA844188-BF02-F570-9B31-A220EEA0F97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41DF72CA-2C6C-038B-7E13-4FE4E22A5F1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7FB15B8F-FF59-3327-1DB3-7E33AA0BE2E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CD138FEC-9EB9-CF3D-7F5F-902F6BF1CFC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A7F0A699-509F-4594-2D2F-41ED61ADBE80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3BB1542F-D226-C512-324B-6841E9DD36BA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D43988D3-FD9E-A6D6-331B-DA270865C1D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FA86C65D-EC8A-1206-0AAC-119A9EA161F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A362F033-155E-D7DB-2942-FA26377F3380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A2548D3B-686D-AAE6-2FFE-ACF831FBD16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37637271-77DE-5769-CD2F-9CFBB1D4889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F0E16886-F4AF-F950-4B1A-7E69D436448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592E5E91-E50C-F8FF-8FB7-CF4B6D383953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" name="Google Shape;324;p23">
            <a:extLst>
              <a:ext uri="{FF2B5EF4-FFF2-40B4-BE49-F238E27FC236}">
                <a16:creationId xmlns:a16="http://schemas.microsoft.com/office/drawing/2014/main" id="{FD8F00A6-0BDE-B514-8BD1-B1C8DE1A5AB3}"/>
              </a:ext>
            </a:extLst>
          </p:cNvPr>
          <p:cNvCxnSpPr>
            <a:cxnSpLocks/>
            <a:stCxn id="15" idx="1"/>
            <a:endCxn id="22" idx="3"/>
          </p:cNvCxnSpPr>
          <p:nvPr/>
        </p:nvCxnSpPr>
        <p:spPr>
          <a:xfrm flipH="1">
            <a:off x="1699350" y="4156911"/>
            <a:ext cx="1147660" cy="65658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5" name="Google Shape;129;p15">
            <a:extLst>
              <a:ext uri="{FF2B5EF4-FFF2-40B4-BE49-F238E27FC236}">
                <a16:creationId xmlns:a16="http://schemas.microsoft.com/office/drawing/2014/main" id="{951D898D-C7F2-AEDE-8D7E-3E516660D018}"/>
              </a:ext>
            </a:extLst>
          </p:cNvPr>
          <p:cNvCxnSpPr>
            <a:cxnSpLocks/>
            <a:stCxn id="22" idx="3"/>
            <a:endCxn id="19" idx="1"/>
          </p:cNvCxnSpPr>
          <p:nvPr/>
        </p:nvCxnSpPr>
        <p:spPr>
          <a:xfrm>
            <a:off x="1699350" y="4813497"/>
            <a:ext cx="611860" cy="2393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A73D399-5DFA-8D62-0978-0A951EB588F0}"/>
              </a:ext>
            </a:extLst>
          </p:cNvPr>
          <p:cNvSpPr txBox="1"/>
          <p:nvPr/>
        </p:nvSpPr>
        <p:spPr>
          <a:xfrm>
            <a:off x="2304535" y="3862188"/>
            <a:ext cx="6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445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607E9-E6FB-987F-C12C-51EE90594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78803E-B698-FED3-0CB2-4FFF8101F197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D0EC1EDE-BBA8-0D65-D127-C53EEADB8BF1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55384BAE-DB02-AC45-0426-3D2721FBC7F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1B2BF1DD-8B62-6D31-8CA4-E3ED1936A1B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4666403B-728F-2EC4-529F-1BFB6CE701C1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A4E9AFA3-FE21-B35E-89E6-768D5F5EDD4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3DDF6DAD-85B7-F211-BCFB-25C5B23AC8A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E4D13E03-F2BB-77C1-DEE2-F1DA12AE0C6B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97953767-9521-CD22-DFCE-EACAF0D8A14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E684FAC3-0491-16B4-98EB-BBD315B7B06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612ADB45-B432-49AC-CA69-ECAE7865713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BBF729E8-3429-0B7F-AB3E-76A71E015C4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1A5C7971-9A7F-B156-4012-209F1E095E73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CFB6DFE2-A9F7-7165-1403-500E36BEE4B7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D5F214AD-EFAE-FFB9-CD81-6E312BBCEF32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C149CA2E-3D50-EB19-3F13-F543291DD30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59389B6-9A71-9CA3-98EE-F37BE0F5AC6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AE1DBB9A-0046-25A4-AC4C-96820C1B8E7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1DA817CD-A921-3984-1584-DD2C6DAFA1C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E6E68B61-AF13-A7B0-DE01-66A98E5388FD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2AD596D9-D88D-B09C-F839-40CC8A9BE36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DB1E4879-61B3-E696-C85E-3386BF6C7E8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579A334D-6CF6-C5C2-9191-19D1FD3403E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1FD10761-8CE5-EFFC-04E6-FF2816C576A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DA744A5E-A769-A5F7-0F7A-FCB1D8D12AC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0CBA9AD5-75EF-CBC2-FF01-8BFAA48F6A2C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49701E9F-B540-0515-C710-4A867B092DEE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6AB82C92-FBAD-D356-D4BA-A61C2CDDFD6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A241A40F-4B7A-0A8E-4CF5-016DEE96D61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38EC12EA-69F6-F547-7D83-67FADAB9AE4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BCC32F37-3176-89FE-5FA2-BF9837BCBDD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BA800849-F249-6874-6227-4CCF6B68635E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09F98C12-C5FC-A58A-942A-ADE1C6D8D102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3C563F5C-2BC1-868C-4485-8C32D46D93F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63ABC690-201F-5742-EEFF-7EF6FFFEEB0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20AB6A01-2635-AC2D-D6DF-0D0560B103A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01CEEBF6-EB48-E602-99D2-21DBD63DF60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00DEAAC0-675A-CAE7-A016-747FC8E83F46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CA527AEF-2B0B-D15E-6C30-03D1DD2E1FC3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504689A6-2920-44F4-0CF5-C75CD9BF828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CA64A234-90D0-D4B4-CF7C-38F947AF47B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90CEB94A-F3AC-3FD3-9982-2EA945EA1821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A78C1447-C319-E57B-C707-5A4F7BE3F15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E4309811-D451-D461-BA64-8C80AA7A707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D5FDF316-87F0-BBB5-6AC9-15E852EFBAD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8FFB3EC7-5C64-19C7-6D44-C2F473A3769C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" name="Google Shape;129;p15">
            <a:extLst>
              <a:ext uri="{FF2B5EF4-FFF2-40B4-BE49-F238E27FC236}">
                <a16:creationId xmlns:a16="http://schemas.microsoft.com/office/drawing/2014/main" id="{FC9ECC64-D134-AE5F-FA3E-73DF3FDB77D9}"/>
              </a:ext>
            </a:extLst>
          </p:cNvPr>
          <p:cNvCxnSpPr>
            <a:cxnSpLocks/>
            <a:stCxn id="22" idx="3"/>
            <a:endCxn id="19" idx="1"/>
          </p:cNvCxnSpPr>
          <p:nvPr/>
        </p:nvCxnSpPr>
        <p:spPr>
          <a:xfrm>
            <a:off x="1699350" y="4813497"/>
            <a:ext cx="611860" cy="2393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B0373B5-8D77-0296-32D6-83247CCE72CE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137 data: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769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5458-E986-60A5-8234-DF0568C03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ADD1F8-D90A-F731-59F6-94894E7AED94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57BD2B0B-87FE-E458-29F9-04FB6997A0F0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FBA520E3-1D53-0BF8-6884-1E90F451475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C6FC4E2E-2332-4DE2-6982-16F0DC969C1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5C64500-18FB-1D90-6A88-6D289A35635A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D78FB392-D670-82E9-2E42-2217997538D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8403587B-0F9E-6120-33A1-CDD3A1BA944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A2D70698-833F-773B-BD25-A8368BDDC75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A71F5E09-B1A8-32A5-B74A-FAFA1326E89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655E6A92-ADBA-91E4-BA71-99A46496FC5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DE6BF3FF-1884-CEF1-B8E6-DD7B9DAED63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C7E1B229-2D40-EC4E-0504-A3060C536FF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99548DEB-653A-40A2-1469-847F0C04330A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7B394A13-7351-6B60-15B1-B3E57FFFC290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F3FBFCA9-A57E-3DBF-294D-26BDD3CF8A88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B0A87ED-229C-A634-54A4-5CBE0E996E9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9B1083B7-5A74-A4FD-2F89-D29403FE82C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A697DDCE-5BBF-06B5-3160-C9DB9835F8D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220FB792-20A4-2959-B7A1-221476D5B55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3695D851-1219-6909-7E9F-989D5717D13E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0780A9C1-1E6D-4EB9-1A78-F7358AB059A1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03FA0CD3-4A47-7054-5BC6-782665FEC9A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19C6F219-538C-8F1F-D6DE-B6AED601639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F722ED68-2957-F857-C588-24BF2657A5E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17CBF808-4969-519D-275D-FA0F9F50F7A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EE7DCBF2-E2E5-96E4-181D-20CC01758664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6F214E54-384E-31D5-E509-24BF2930C9DD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BB8E3F5D-A68E-C071-1DC5-B623D6A0917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40DDC604-6B40-283B-695E-32BAAB0B91E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60B8948E-4CEA-CEA1-ED02-C539B91063B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81016825-5770-000E-FD97-B62B477E803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CBED2548-1B2F-A6C4-83FB-D9636853FABB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AEADF209-97A8-2C23-A70D-ABEA214FBB88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7FC72FCF-B279-6504-9737-A8EE9EFEF20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2ED305B7-5B1D-93D2-085E-DF5F5BBA671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87E16584-1CD7-3F10-9C5C-E3F81618CF6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F875BE13-AC45-EDA3-C4E4-52A7036B616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1DA25679-1D54-49A1-C9AC-92E753B17FFE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AEDF5CE4-17F5-05AB-B745-F9870DD94F49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FC0693A9-3B43-9023-14CE-271AF4E9B48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F0279AFC-145F-9FF4-3EB8-018F5B2ECE2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3172E878-B0BE-BFBF-1C15-95596908EE67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FAA42634-B250-798F-E6D6-B815D57739E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F1609E08-408A-6846-F750-36D67620777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2869E8DE-F39F-4D02-E619-F0EF54B55DF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A0361E4A-45FA-6BB6-ADA1-C750F6197E1B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" name="Google Shape;129;p15">
            <a:extLst>
              <a:ext uri="{FF2B5EF4-FFF2-40B4-BE49-F238E27FC236}">
                <a16:creationId xmlns:a16="http://schemas.microsoft.com/office/drawing/2014/main" id="{E58106E4-A63E-208A-E52D-17AA94DD04F7}"/>
              </a:ext>
            </a:extLst>
          </p:cNvPr>
          <p:cNvCxnSpPr>
            <a:cxnSpLocks/>
            <a:stCxn id="22" idx="3"/>
            <a:endCxn id="19" idx="1"/>
          </p:cNvCxnSpPr>
          <p:nvPr/>
        </p:nvCxnSpPr>
        <p:spPr>
          <a:xfrm>
            <a:off x="1699350" y="4813497"/>
            <a:ext cx="611860" cy="2393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FDA1927-D481-9091-BD3C-B4BEF651B08F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41A456-BB4F-F21E-0096-FF5EFD2B7D5B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4390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F6A9-1C45-2E22-87D6-1B8F824A5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398627-1BBF-6D19-9CFD-54F4C49C10AC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DFB0D245-1D0B-A116-367A-D98E6D21B4C4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2230DBA1-886E-D217-0A6C-A3ADBFCFB73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F3B407BF-75F0-75CF-7B3E-6E550FE8137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6015915-DB25-77D5-4B5E-6FE417BAD4D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4737DA01-32B1-086B-EF51-22B65B3C1C8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C0891364-4EB3-BE76-70D6-90FD63B3FEF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59866B1F-03C2-C835-B667-48CCAC5E7EEB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83F0143F-2337-514F-0571-A71E42AFEBC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D60A5C82-B4FA-DE4F-D2FA-FEB757612E7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E183DF76-46BD-016B-CA44-8E32B505F2A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55CD83E6-1931-091B-9E42-9AE3E58710E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266945E9-D566-1263-45E3-8F9B68552633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0622BDD5-00AC-8DA7-4CA9-245C4C03E4FF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F1C953E0-2A4F-983F-0F58-D4EB442FD9C6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BA57E92D-236E-D898-CCC7-C3C65E45CBB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D773963C-248E-A343-79BE-99D784B8FBB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4D2DC66B-C614-8120-9C43-5AC3BABD032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AD617BAE-B0CE-C5C8-836E-679CA1EC8CC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76D4DA12-A18A-9F56-64A7-13F3534C18FB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BFE785FF-56DC-C32A-BABE-3187873BA63E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892A92FC-E32F-9C15-4697-3F2764C1565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31CA7BC2-BE11-8056-166A-8CC131E6273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17297C5B-4DFB-8232-EF5A-DFE90C4A409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E78D1E31-83B5-9670-415A-D6C66484ACE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4BCCB5ED-382D-8E7C-F66C-87BC8684E158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CC53E5E5-F154-A449-2A53-482FA7F0E474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A4C0FF59-35BF-608F-3F4C-1020AF7A72C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0F5D042C-DF23-C94E-3272-1B5C0FE5E75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29C720F6-6F5D-4194-CD5A-F5EFB0DE7E9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281CB16E-CB2B-6A6A-DCF5-764AA47E118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4D522E76-8442-2CC6-8C42-EA8D961EF6A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0B7480DC-E114-BA80-FA36-DB836C507994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E00AAB83-60C8-7B5F-7EEF-FF9CFF969B4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CA1D1590-9631-5EAB-3BC6-530C1825EB3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271E498C-7306-CA7F-6D30-D5212D1B206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B3B84A37-612C-0032-D30A-1AECDC90DB5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75527DB0-1388-6987-9425-EBE9474FE1D1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B717B71C-9259-5B4C-427B-77032C5F69A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A28A12F0-F9BA-6880-2C63-7C2CA342BE3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6AF6FA39-36D2-0B15-673E-82D9F3FD9EF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DEA1ACCA-8F1B-A24E-9204-681276A790F2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97E12ED1-0C03-6ACC-E8AE-6649B3D1B22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3147FC30-7D7B-4B43-BCE8-F46F786152C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A02C0A5A-9943-AB28-3995-AF87F0B8616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337DAE94-1325-01D7-CA9F-ED346AA051E8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A7B2B38-97CF-CDF0-385B-CD84A6E80201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DE3EC7-C24A-BED9-91B5-4AB75F4FA5CB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2C6D9685-88B5-7D1F-C98C-E4B5361219E7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1731451" y="4813496"/>
            <a:ext cx="2104100" cy="23935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CC4BF8C3-59F1-FE1E-F4AC-B55535A3FB68}"/>
              </a:ext>
            </a:extLst>
          </p:cNvPr>
          <p:cNvCxnSpPr>
            <a:cxnSpLocks/>
            <a:stCxn id="22" idx="3"/>
            <a:endCxn id="25" idx="2"/>
          </p:cNvCxnSpPr>
          <p:nvPr/>
        </p:nvCxnSpPr>
        <p:spPr>
          <a:xfrm>
            <a:off x="1699350" y="4813497"/>
            <a:ext cx="2672001" cy="47870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980F6D9-D597-270E-025D-75BA4A9B4ABD}"/>
              </a:ext>
            </a:extLst>
          </p:cNvPr>
          <p:cNvSpPr txBox="1"/>
          <p:nvPr/>
        </p:nvSpPr>
        <p:spPr>
          <a:xfrm>
            <a:off x="3290844" y="4566287"/>
            <a:ext cx="6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8880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93F94-1B27-AC09-26C1-0EDEF1379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353665-D9D3-16D9-5A4F-5147461E3AD4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285255A2-7866-740F-646F-10365C3D604D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91801CAD-8F7A-EDA1-B904-EA1A0851B3F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998137EB-F980-EE7D-E268-BCAA1D243D8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FD567460-AD9D-B447-FC77-EA789ACC7C17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33CCBC11-820A-84D9-92CA-B45A49059DF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44600538-73B7-2AD0-0371-1B14934E2FA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C2050C32-FBA1-FC4C-786A-B558BAECF9F1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674311CE-0515-53D7-78BC-FDF3918DE1A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4418CD30-C237-1BE5-4E36-141497B15AA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614C666A-D8BA-F65C-77E2-209F6110B9A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D52E90B5-F076-5FB9-16BE-89CD4282082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9FF71E26-02C0-D6BD-A9BC-0501258EE489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59F28F98-5684-2EC4-6D1D-DD8E7F7E7FF7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48AE7C70-476C-146F-9467-85628EDC8C16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4611CFAF-769B-2943-EB7D-19B22673163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DA775FA5-81FA-C2B1-71C8-C2D953714FA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21DD71D-0AF6-761A-BF79-34BB7E5295A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2E2AC6A6-3CBF-B70E-D24D-CED76BA1BCA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BF345642-6BFD-1267-9CCE-99BE3966BECE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C3F75D4C-553F-E040-287D-637EEA328E91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8061AF9D-B347-EE5A-6C59-31EF6F6C27F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7944265C-D856-9F89-D4AF-71266EB9D8A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DDC12846-5172-2874-207C-260151D7D10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D3001B98-AC45-1682-D69F-F0788F91F3A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E34BF22D-4364-49E5-2F67-8F650EAEDD53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1CA1E298-3F0F-DF1C-CF64-8F0E58EF333C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8D7505A4-B156-698E-D335-1B2098D4D92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9969AF49-7471-4D3E-9DCE-584E71C56DE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57DB3276-4178-C5BE-F333-74FC67638B2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00EEDE2D-91C5-A0F3-AD46-D9FED5D8039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E93DD7F4-C853-426A-CF1D-009F97F6782B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51DC2CD7-5C49-A82A-F56D-22080E5F55DD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21A8A88B-3564-BE13-2445-E0842C2F529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73C44952-1CE3-CF25-8CA6-A4AFDF6EE54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1BDADDD1-3E42-E643-CB3D-92B2DA9D971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574C6A95-A824-B480-A3C7-B1C75670BA1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D4281043-2818-5777-58EA-DAC5B5FB1F42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E28EBCE7-F08E-9A79-EC6E-E76D4DE23995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59DB4107-0EAA-52A7-2A9E-9D329098740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4056873C-8241-3EC3-01B4-D1AEDA2A036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20E5BBEF-0059-E5E1-F854-68ED23CFE6A4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ADB41EF2-0A97-2992-84C6-FD1D09147E8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7E618021-2F35-852C-9E4B-7D3E1136106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BE665041-2732-07A1-3863-89339F6F5D4D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5F16F75D-E76A-3C3C-F9E0-CCA4B7C1D0CB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746E29A-5185-01DC-408E-C71C5A0E0C72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144 data:10,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6C54B2-C28D-07C4-E4EB-0107405995E2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F9A57424-93FF-9C1E-92F5-A6931F510A22}"/>
              </a:ext>
            </a:extLst>
          </p:cNvPr>
          <p:cNvCxnSpPr>
            <a:cxnSpLocks/>
            <a:stCxn id="22" idx="3"/>
            <a:endCxn id="25" idx="2"/>
          </p:cNvCxnSpPr>
          <p:nvPr/>
        </p:nvCxnSpPr>
        <p:spPr>
          <a:xfrm>
            <a:off x="1699350" y="4813497"/>
            <a:ext cx="2672001" cy="47870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81455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20F5F-318A-52AD-D9A9-BA8A52FB4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86EED3-9EE4-25AC-426E-A5FB3B6ADF7D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CEE354AB-CD1C-B672-85D7-7648F4D8F245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B50FB7C6-1925-D682-66E9-F6DEE838524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6C3919F3-8490-74FA-2A43-891A3A8784F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EFA39AB2-5643-0354-72FC-F4AB98FCB8EF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64303EB4-3B3D-BDE0-3C21-9FA9771E54A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07096DBB-BF56-6F6F-B84C-EBF894EEA9F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FE43629E-0556-96D2-A239-8B8F1BFECE59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DBD80D2C-C56A-DDF7-D529-20B2D018CB0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7044185-7E42-85A6-CC9D-52F8B7F083D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4260C8BF-03C5-A2C0-403E-506008EAC3C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DDC8CCD2-BC5A-6EA0-F281-89ED09E3F17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FD407D89-B970-6E06-EE9C-E48F5CA1A861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2224783C-D138-75E7-E8E5-28E6E1A3DCFD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5F1C8D23-C0A9-B14A-FC24-E727C47DCC15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D2EFE12D-0986-4F81-3750-F91A98D9147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336032EA-802D-987F-7506-932CEA3E5DB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C36908F6-CFFE-6FB7-827C-A1D5C527EFA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83C3DE32-F2A0-315E-BDA1-8951A868BCB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BFFB021D-F904-1339-D651-B0E7132624C8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E9F7B6A7-1A97-1B9E-C2C2-0D655A636E08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6A4C9B0B-C553-40DC-F1B0-C3C7A1F79C1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C6591821-3F22-1FD7-8B39-E7ECE866263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99BD3F87-94FC-6AD4-1ECF-DD1A0E93413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5BFDD639-5E1F-8A97-891A-FE23491C268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AB0DA5CF-A0EF-671F-4DFF-5A588F6D16C3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E446F58E-8BFE-C42F-914E-36AF36EDBB9B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FF2B81BD-5069-A392-8226-3CA5ACE633C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91A8C008-882A-F738-2A5A-1DEC51D62F6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96855658-3502-4051-884C-933887828C4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2D49532-A35A-6D82-A8BC-79794B5D219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6C98143D-9D5A-DE28-D25E-EC9E1EAE70DC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00DB1187-9D6E-96AD-A41F-C02E16422A92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CA33573F-51D8-5C86-9E00-D61623B86DD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DA7F9676-6CC1-659E-EED1-1EB79C852DF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37A3CBBF-68E8-5F94-083A-D517F2DCDE7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2E043D59-6A59-5E78-7261-458578C545B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3DE8BD2-49C8-1589-F73D-B559397AB8D2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6D5C9D55-EA83-F4EA-FEF7-8235690B7207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4ECE7D72-DEBA-0A9D-CCAF-076E3CAF4CD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B97EE441-9FEE-3061-51F5-8E1D6F4C2E7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DD040504-29F1-5B67-946F-109EEA843728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65BD83BF-6A7B-6261-99F6-D878928DB4F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CC749346-3786-3287-12BC-CFC77E20629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9F28233E-7155-250C-E26A-C4C5F53F6D91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FAF05947-6B8C-7791-6EEF-34373681F793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ACE6F1A-3445-E756-99D6-053D2E123715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C0B0ED-66E3-13FE-EE0C-919B8D9D782C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629E60B1-10B7-74D0-35AF-31E517789DB4}"/>
              </a:ext>
            </a:extLst>
          </p:cNvPr>
          <p:cNvCxnSpPr>
            <a:cxnSpLocks/>
            <a:stCxn id="22" idx="3"/>
            <a:endCxn id="25" idx="2"/>
          </p:cNvCxnSpPr>
          <p:nvPr/>
        </p:nvCxnSpPr>
        <p:spPr>
          <a:xfrm>
            <a:off x="1699350" y="4813497"/>
            <a:ext cx="2672001" cy="47870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549252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2192B-6416-EAC4-BE97-2586139B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E4833B-0F07-4B8B-22F2-00FE55AA5062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8082DE9D-AF99-1BCF-1E5F-F6582DB9F2A9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E99D7C9C-D866-29E9-701D-760E7BE22A0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084D1636-E6CE-726F-2424-B707F698DA9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325D6640-495A-A1FA-4E83-BC3761C693D3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13C6BB82-726A-521E-4AC6-DA506C7D451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B8FE3C6C-CEB0-954D-03B7-200F28FBB4A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AFDD59B7-FA04-92FB-09C6-9AAF8E09E6DE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F864F70B-5A50-8DC4-54AF-867915C660E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A7A7613-EA98-80C4-6433-C1AEA6558F6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DE5391FF-489D-1D52-C994-428EAAC9E96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5386282-BEA8-871B-AD76-D8470EBDF9E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32FA07F8-9965-CAF6-846E-B4DAC0AE74ED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5F44A23A-565A-10B9-25DB-3E13AAF7B315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28C49DC1-5D9F-2EDC-4692-A5E4BF5C7F87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AFFA143A-4FE5-A8AB-C4B7-21609A39E6F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D8D13E16-F461-3A41-5C45-69C06521245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A81A8FE5-BBE1-D2D5-FD9F-DB008153133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AAEA0EF4-9C79-9436-C5AB-D6536C717FA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B56F677A-A594-AE99-EA9B-D36D946F460E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8628BD8D-F140-69D4-9442-703E66DC0E34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F5ACC657-1F27-3C58-CBDB-6D5A790F884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70676A94-792B-60E8-6732-07177A1641E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C7912018-A3AC-8125-2704-747A2FC9374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5D1BE7C5-089A-2F08-9E2A-AEF43EB0388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A1C5A580-8335-B62D-7835-62111EFF7F05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4C290811-6238-7A20-2774-CF0452F6E2CF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98680595-462C-352C-055A-71C8A20AA3D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DC719E7B-8B31-26C6-4A78-B26693889C9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68AAE5EB-0D51-F18C-AAB8-B31DC5F99B8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1403898-7148-DDCF-7F1D-08DA141DEAB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8429DDC0-F1B5-2063-81C7-DAD1593D8562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ED970F68-132C-6870-AF23-F78411B5C252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F7D1355E-1F66-0007-02BF-2290983C828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F06F3F4B-9E02-85F9-7808-B0546D166EB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556447E0-6BC4-4D05-063C-BDD1EF68EA5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7238ED51-2056-9823-2A1D-6F3479714B5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F0F43E69-6949-9CE4-A7F1-DDF57341F48B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7500DD7E-BAD7-EDC0-AE2C-0D46FDF8825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31096F8F-2E61-A9A5-AC6F-401330DDA33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24C6AD71-5263-528D-C683-5B47D31C666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CABA31C7-F955-9971-65C9-581B0A468CC8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2ABB7F4F-8CAC-B921-E92B-8FCB4D21B00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C3C2C637-1300-684E-C290-05D160611F8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6CAAC798-6E24-CFEF-5516-89292EC69D9C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501CD06D-2A35-D02B-DE00-D6B1ED6ECEAA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1B3F92FC-D990-496F-DE6A-6F05F85F1FCD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AD1EF9-BAB7-F3F4-7286-0D41441289CC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F5D91303-E923-F2FC-41A7-2C4B87A6673E}"/>
              </a:ext>
            </a:extLst>
          </p:cNvPr>
          <p:cNvCxnSpPr>
            <a:cxnSpLocks/>
            <a:stCxn id="42" idx="1"/>
          </p:cNvCxnSpPr>
          <p:nvPr/>
        </p:nvCxnSpPr>
        <p:spPr>
          <a:xfrm flipH="1" flipV="1">
            <a:off x="1731451" y="4813496"/>
            <a:ext cx="3628441" cy="20156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96B36968-6F35-9DAC-DFB0-C802EF557A88}"/>
              </a:ext>
            </a:extLst>
          </p:cNvPr>
          <p:cNvCxnSpPr>
            <a:cxnSpLocks/>
            <a:stCxn id="22" idx="3"/>
            <a:endCxn id="42" idx="2"/>
          </p:cNvCxnSpPr>
          <p:nvPr/>
        </p:nvCxnSpPr>
        <p:spPr>
          <a:xfrm>
            <a:off x="1699350" y="4813497"/>
            <a:ext cx="4196342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77D0FAE-F336-A2E2-2136-7F4A809BC596}"/>
              </a:ext>
            </a:extLst>
          </p:cNvPr>
          <p:cNvSpPr txBox="1"/>
          <p:nvPr/>
        </p:nvSpPr>
        <p:spPr>
          <a:xfrm>
            <a:off x="4846659" y="4612813"/>
            <a:ext cx="6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10157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628F0-D05C-2580-ADD9-C72D1D378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7B7371-0454-546D-93EA-EF093AE6076A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62F90988-E6FA-7C3B-E936-EB6BA3893A74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F19E52ED-16E8-AE07-215B-3A8D9691A36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C8FE9E3F-8A09-5005-EAA8-B32EA86D3A9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F3672622-7B54-1357-B6F2-B54320B1798D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AECE8AD2-99B1-D239-5948-1D79FD082FC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A96D73BE-FCBD-996A-F8E7-BA5E3783CD5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EF173C48-7DE2-D191-0032-2593B384D0F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226B13D5-A118-0BD0-5798-3A514152FF0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C2C48281-8F63-FFB3-7CC6-1A373CC6A8B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9EA84BF2-D790-609F-C061-1D490836747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9CF2F3C4-5580-9B6B-FAAB-93EA8D04ECD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D3FE50F6-EEBD-F292-8639-E571AD1E4360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67E94FB0-C3DC-9B62-6A35-7E4FC7F88BC3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21D02BF2-4676-30A6-5440-5B903930339E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35D80405-D3E1-8482-5C92-DE827400827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4E149642-71CF-9B92-AC8D-CE9E3AF9460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428F7F65-FB59-5206-F28E-237C08B41A3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A8826575-6782-3C59-59BE-518C0BD9A7D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BA0E4CAB-7B66-BFA6-E096-4677AA56FCDF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B16C710F-388A-BEE9-1C63-A011AD628B98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E5291FD6-972F-8DA1-2757-D14CEA884A4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B81893FF-CE5E-1C4B-3EC2-4A13109EDF1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69AAF831-6EC4-C76B-D404-89CA3D2666F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F5CC8D59-1706-DB59-7791-4EEC1985557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6ECEA549-0924-C7F0-29E7-67E26AB6FDC7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75C4FE4-F50A-ACEB-12CF-C69BFF81CD3A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03CE1B84-07C0-E3D9-241D-5583B7AFB49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E517495E-7815-F210-74AD-F9C7CF3672D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E669AC3F-656C-E7B4-8FC2-B0C586F4CB3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C5CADC7B-FD56-E61B-4B3F-56E64ED9AA1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0A56B515-C898-1EBA-787A-AAB3A495CF19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25A8BA71-3A0B-FE9E-2132-5F0332B5D49F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A9F0306D-76A5-AB59-D632-1F4D68501E0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A2D3ACB2-F805-3746-294A-7A9A54851F8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735401E7-4DCD-52F5-F9B6-1CB027E5EDC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F8EE5D21-EFE5-E3CA-A15E-DC51366CF65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CAEBE098-5FF4-DAFE-BED5-1A92E9950CB7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64203235-5431-1035-FBEE-3FA2ABC93AB8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B39D16DA-A118-2E4A-6EC3-866C587D27D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C7676934-B5DC-56D6-CC4A-BD5A8424AE1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8E9392DB-98C7-A4E9-44DF-694E56356DD5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E9AE09BC-D854-7FBE-F90A-1D3DC38DAB7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0FD92488-4B54-FBBC-0150-0DF00349F8E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71D21DF5-EA3D-DF4D-CF33-996893473E23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95E367B1-12BB-BC1D-C1EE-57FB99EB5D26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0D91E23-911C-F218-54A9-B93324749A1A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144 data:10,20,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D16ECF-DD41-8B10-299A-895668D23D39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FDD7A46A-B8CC-5F97-DEDC-067450BC5589}"/>
              </a:ext>
            </a:extLst>
          </p:cNvPr>
          <p:cNvCxnSpPr>
            <a:cxnSpLocks/>
            <a:stCxn id="22" idx="3"/>
            <a:endCxn id="42" idx="2"/>
          </p:cNvCxnSpPr>
          <p:nvPr/>
        </p:nvCxnSpPr>
        <p:spPr>
          <a:xfrm>
            <a:off x="1699350" y="4813497"/>
            <a:ext cx="4196342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775199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F467E-AD4E-941F-6B13-3EA3E73FC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955C4D-E390-36E6-7AE5-026C7418CA2F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5A1FEEE1-90F8-9089-173C-1CAB2A9C9353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9C4CD48D-E959-E6A6-DD6E-C88C4F0E016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646D1EE8-F57A-D364-DD69-15869A8404A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FBBAE306-06D0-0FE8-BEFA-457FB86E9EFD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B1F56AB0-8A59-0A63-8E7B-FE096701F02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34483B63-DC3B-E9EE-0948-44F4FEEA96F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D45432E2-0415-D617-22E6-9D80A1320D3D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FDDDFC55-9BCB-0A6F-7939-7DF71378F0E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94EA17A-78ED-D96F-797A-18DB1884AB5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BD69DB5A-913B-0185-8321-94CF931704A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9AC9644A-CA03-98A5-DD3F-7C986D64616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9F182B43-192F-9017-51E1-D0F741411B10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DD67A440-6EF2-4D15-70D5-1D8A69E3245C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AD6BA15D-4C95-7B6F-110F-30FACF99E447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8846C18A-7FC7-B84C-55BE-C95C6AB2F0A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E49B3561-C6E3-6B93-73A7-0BAC6F67122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2E47A747-5BCF-0F6F-F50D-F1D07997034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222544E6-CC66-9BB8-2075-0BEDCDB02BA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ABBEE1B1-8014-83EF-F5C4-61310E7DA90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FCB83ACA-3FE0-C208-A63D-37774F6D4C4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40ACBEF1-C7A0-9562-4DCA-80DCD3DE68E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67CC4BA4-6912-B5DF-0817-E21B4BD42B6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7EAD7D0F-FAAA-5AF3-1D51-80D8997FBF7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77EE77B2-F3D1-E3B3-2F19-FB18C25721B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87F279A5-E5FC-FE73-E2F1-94F89D578EBF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E7538F84-053D-3AA3-B0E1-43A32BF8E7BA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B9E7C7ED-8D3E-8DB5-117F-C5BFB2DE45F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33A1FFB6-21E5-5AF1-D399-BF88D81477C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E715B92C-770A-EBC0-01AC-2F2A21AECCE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58E633A0-3848-C9C5-52D2-BAE150A65BC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F10F8BA4-9243-3325-A3D8-2ABD1A90CF48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C73A9720-9D84-0FB8-C42E-D4DD0C7DEC5D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445AF830-D076-9E68-6FA9-65FBBEE6763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136BF361-F5BB-A95B-129A-0876A8EDFAE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F0B40F8C-BAB3-4623-FD62-6548C55151B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5250B086-D23A-14A3-0453-4A572B673C3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CD4FC08-2584-B8A1-F806-BA9899C0C61B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E942CBC5-37D4-2C05-E4AA-EA6BB8167DEA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2B7C0068-C102-C9A8-E1BB-A485E26C664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3B1A78C5-33CF-C840-8D5C-FCC7A794F56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3019CE5F-51B6-E4D6-7B3E-766263288E9A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F9F79E02-5223-3CA7-0384-3D536D947E4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BD982D7A-964D-7E59-099F-31ACF277D74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BE09AECC-DC37-4268-7B18-DD2BB79E217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57DAE58A-B7D3-7825-3BC5-963472AABE12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DF9C9B4-2C8A-E4EC-1A4E-2328264CA3E2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B57BA7-485E-567E-4311-CB1D76AA41C8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9970E0C0-8F69-19FD-7DBE-F41E1A0C4EEB}"/>
              </a:ext>
            </a:extLst>
          </p:cNvPr>
          <p:cNvCxnSpPr>
            <a:cxnSpLocks/>
            <a:stCxn id="22" idx="3"/>
            <a:endCxn id="42" idx="2"/>
          </p:cNvCxnSpPr>
          <p:nvPr/>
        </p:nvCxnSpPr>
        <p:spPr>
          <a:xfrm>
            <a:off x="1699350" y="4813497"/>
            <a:ext cx="4196342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5692929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0B5E5-B5DB-5F63-8BD8-A71E95694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28ACC1-351F-661C-79CA-7DD056E03405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146ED540-1936-CCDF-7FC3-0CE9C7494E05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56501F12-621B-1A59-EEFD-4B38D3449B2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C6845634-1F05-2E01-D4C5-96DC8FCD605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8B69235B-F09F-C3C6-5AA5-522BCED7721C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1824949A-9C45-DB61-1D3E-59B465B9747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6AA5871F-45F0-61EF-4B2C-1FCDA2BF828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09919C8D-E62D-E843-5FCC-6DC1337A3E1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70770DA9-1F7E-2632-E7B6-212B09B49FA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6401AD19-3E06-B2CB-0F0E-F97C949B8D7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165D61F2-6144-566A-6FE3-9C25338DFE7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B466BDC3-A67D-A88B-D0B6-4099C1FAE1A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21F94C44-B300-2449-F233-5EC79B1D5FEB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1FC80469-F328-5A93-F7E7-50A9F14428A5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BBA15AFD-459C-BAF7-4194-A7141F3BA257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A50325A-BBD9-9319-3DF4-278B4954213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930D29B8-88DE-448D-3D44-2510740F8D1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2EC2777-9136-4024-B309-72E2F2CDE4C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54FBA3C5-D632-ECED-4CAE-1311C2E3B45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951252F4-638B-322E-0314-32D38CA5E17D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15BC8463-5902-21F6-A3C8-F155BE599A66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580227E1-1AE0-E6B7-8972-79035C5F808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D0EE067F-21FF-E9C8-634F-C03DBAFF067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741A8F2C-732A-63AE-3A3E-AF2E77E824B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24731BF0-DC14-67E8-3C50-10D6EE14E5F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35740DF1-8B1E-E6A5-5439-2DF9F1752B0D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BD3771A4-5384-A00A-A117-ECB80C1FACA8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5BCA5E40-6194-3C10-8877-8B236B226AC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C0DE729A-3D7F-B57C-761E-147BE0BB6AB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F123F01D-AE5F-E12F-8233-0F24B0E790B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734E31EA-99DE-2E98-EC7A-DDCAC0864D4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FC96B7BF-052B-53BA-D984-923FF5E23344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24A426F5-22C7-CEA0-476E-CC45AB93C98D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A630896E-7C95-A2FB-26E8-3A7324757ED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5CDAD0AF-D22E-852C-3435-8D416315770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CED0A612-A736-C6AA-714F-50DB84D7C53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55A7428A-77AA-FDC9-0D77-35623CCE8F9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3DAE3CA6-EB23-40CF-BED1-D74A54079753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719ECEBF-30AA-190B-25C6-8EB14DCD90F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70435BF8-C101-EF32-C350-52DB3A42946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E8654EBD-8958-428A-E859-DB1BA57A7B3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0B921576-B20E-21C8-7C72-59A754D45545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5996787B-D066-C236-FEEC-04687B9B2CD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E333AA1C-EEE4-E555-5DBA-FAAFB21EC84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3A3D7FA2-4229-C5B3-3CE7-BCB99B674E3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AD87AFFE-513E-011E-59A5-E9DAF0C83C2B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B33255C-BDDA-4002-F1F6-8C851D604C0C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6831B8-6E0B-470A-41B8-629C298CA513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30ECBAD5-B791-0751-5A3B-7603EC69FF42}"/>
              </a:ext>
            </a:extLst>
          </p:cNvPr>
          <p:cNvCxnSpPr>
            <a:cxnSpLocks/>
            <a:stCxn id="22" idx="3"/>
            <a:endCxn id="43" idx="0"/>
          </p:cNvCxnSpPr>
          <p:nvPr/>
        </p:nvCxnSpPr>
        <p:spPr>
          <a:xfrm>
            <a:off x="1699350" y="4813497"/>
            <a:ext cx="5720683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2BC03569-DD94-47D9-91B3-76F6B31E4C6F}"/>
              </a:ext>
            </a:extLst>
          </p:cNvPr>
          <p:cNvCxnSpPr>
            <a:cxnSpLocks/>
            <a:stCxn id="36" idx="1"/>
            <a:endCxn id="22" idx="3"/>
          </p:cNvCxnSpPr>
          <p:nvPr/>
        </p:nvCxnSpPr>
        <p:spPr>
          <a:xfrm flipH="1" flipV="1"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F65CB98-F6D7-1582-97A8-1852F20BCFEA}"/>
              </a:ext>
            </a:extLst>
          </p:cNvPr>
          <p:cNvSpPr txBox="1"/>
          <p:nvPr/>
        </p:nvSpPr>
        <p:spPr>
          <a:xfrm>
            <a:off x="6401230" y="4609609"/>
            <a:ext cx="6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13244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9AC0A-2344-3EA5-AF20-51147AE34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C66C19-6B09-9DD4-89D9-8E94A07D6C95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962696D0-1A70-BD93-D0F3-834F489FDC9E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1906F9D8-8634-EE8B-4F73-4E94E384518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DF20483E-65DD-DEFD-93F3-6F10167F273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8EEAB9D-033B-63BD-82F5-41EE91771983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3FEE6882-5788-452C-E068-354D704AEC6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6E8909D0-EF29-32FB-3C4E-19895DDCCA2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D6F58196-86F6-6BCA-AB26-C3D676114337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8C0ABDDA-892A-811B-506C-07A7AAB5AAD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4701B85B-AED9-54D4-3C00-5D2691638B9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629D72DB-B568-DF30-BEB0-D8B1EA223B0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92441AF9-F94B-2661-CEB5-83F7D2598ED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5B3FD9E6-639B-6082-58CF-074E7F11B337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B26CFFCC-9521-9D59-0F72-49020A65B40E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ABA76E78-8EBD-C5B3-B09A-4E32428A586C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5B14E574-AF7D-9151-2F8D-04C8409FB50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6873880E-1FB6-22E4-FF91-6FB8DB0BBBF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CED07815-5F01-165E-8A5D-8F4E9EEE34C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08D7419B-7B3D-0EDA-D757-EA26CAB3505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B801A89A-2F36-E316-A407-944149500F2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71427113-852C-8946-47B8-61DF23D3EF6F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F6BA0DD2-98F1-1994-F84A-71049FF4A3A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68F58846-8141-B2A4-4BA2-03C7A5E9856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FBCADC14-C6AE-DE93-4F47-FD20C35EF54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2D7E1ADB-3F15-17EB-115B-2B19C262475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18B02EE2-FD95-E862-FA36-D6FE939E2556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5E183B9C-B355-B8C0-F6D8-267B71BBA2CF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B4581ECA-4650-648D-D109-7F234093F11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C05EE6CA-EA76-E992-3C45-3B709E86CD1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E3D3F1E1-9ABB-9F63-86D7-9F19A6C67AB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B2A3FC9F-5131-F876-58A2-CA269C6C2F8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AB9214BC-3F84-475A-8791-1ED923232D9B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A6E98672-D59A-7CAE-3AAE-70A62AAED46A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9D4178C1-9D6B-C0D8-AF28-F07F84B2745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E79CEB58-9C67-3981-5F5B-449D6ACD27B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84B10AB7-954C-46E7-887C-55DA6C3A02B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EBE01C17-9AD7-DFAB-02F3-5BE4B042F1A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1E948FBF-7AE8-8DE9-4725-3E23F835CDF9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01F14462-FD5F-27B1-18A5-7F82F21D69B6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E4829F4D-6B79-D7C5-E49A-491B5086BDF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297BB97B-F851-AB67-74DB-BF7CC15BDDC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EA8E6570-6983-9A80-8A1B-A6FD35195017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810D805E-829E-C277-7B1B-24C3A0D864C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0063A180-6744-D00D-06FE-9D9DAA9B182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89502D64-5BDD-05F0-50A0-CA5C615F7F23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FA748E9F-AA53-96BE-8C1A-46434CCEDF9C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25FA021-09B7-AE16-9641-A6B76BBE700E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144 data:10,20,30,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0E9F05-89CA-7D8A-244B-09D967113311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E2E9C5D2-99C4-836B-A3E0-10D048E28F59}"/>
              </a:ext>
            </a:extLst>
          </p:cNvPr>
          <p:cNvCxnSpPr>
            <a:cxnSpLocks/>
            <a:stCxn id="22" idx="3"/>
            <a:endCxn id="43" idx="0"/>
          </p:cNvCxnSpPr>
          <p:nvPr/>
        </p:nvCxnSpPr>
        <p:spPr>
          <a:xfrm>
            <a:off x="1699350" y="4813497"/>
            <a:ext cx="5720683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08D2164F-E11B-3EFF-5DF8-B37D69560EC4}"/>
              </a:ext>
            </a:extLst>
          </p:cNvPr>
          <p:cNvCxnSpPr>
            <a:cxnSpLocks/>
            <a:stCxn id="36" idx="1"/>
            <a:endCxn id="22" idx="3"/>
          </p:cNvCxnSpPr>
          <p:nvPr/>
        </p:nvCxnSpPr>
        <p:spPr>
          <a:xfrm flipH="1" flipV="1"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155605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0418F-FAA5-B244-EEEC-B7F2D5D92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605797-8A81-6622-0CE9-025FF02EA308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58459264-1227-5F42-A19A-A9F74E3C1E15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ABCDB159-E0C1-0780-5414-CB170C5376F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70EA83BE-D8EF-9D9F-8B3C-FC7E88574C6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FD2DCF48-73AA-816A-A650-97FF3377ADED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7C08A7C1-CCB6-315A-4AB9-2F842C26EB6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761C690A-0A32-BE2D-386E-C4F13040264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B8E46590-9A6E-EA4C-295D-6CD48C2B90E3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4441F3A3-C0DB-AF4B-FFFA-EDCA100A23A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9BD606A0-79E7-2918-1281-680D54707C2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CB6B9AA6-1DF8-1C04-0ECB-312197EE205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B9F4637F-F39B-5A83-5CE8-F6CE8B1B9D0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9FCD8217-7FE9-755F-526F-B6F088C84718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9C4511A7-C76D-F6A0-7D40-BD6CF47A9337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EF2B458B-7AF2-24B9-090F-6C12A2A1B720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113AFAAB-DC5A-0FE5-A58C-C9C38D6F081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59678F0A-DE77-9173-95CE-E17C113DAE5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B4AC9C0B-4A5D-AC41-EE5E-E10568D8160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75CD27AA-F820-479C-325C-D8B558EC0CC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B3A0DB57-50E2-5CD6-B009-B13EB76A6851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202C9EA2-6F24-91A7-4028-CD8FCA9B101B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28E64493-CA5D-21EB-FF06-8BACC59D9E9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4295D101-8789-D766-984D-9077D390A42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13E022FE-C16D-7F37-573E-1EF08DDB802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7E8D28A7-2D39-931C-EDD0-84E3D4035D1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C49B9A9F-DC19-7939-DFEA-E7A20C21A82B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6BABB77C-5041-2C16-FA08-738096203970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C4B18BEA-1F2A-FB1F-F919-73EA30DF992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F48D831C-0922-B2C3-439A-A0B72ACA01A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640BF643-2CC0-B220-9AEF-BFAF7EB2BAA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709EB678-F835-60E7-5A36-E39D65266D6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A521F703-2BB2-855F-9144-F7829D84ADCA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1B16F33-D4B2-2FA4-A8EF-57D5DC523C93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248E385A-11B7-4AB3-9CA7-1520A917D68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8BD9DC1F-7065-5052-91CA-21465FDF745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705D940D-2520-BB24-B731-B9DD02CE25F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1CD66224-9A74-12E7-15B2-0FB1C6665B1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8E317CA9-72D8-A950-A88F-0956BFC134BB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A50DFAE1-8700-B38C-173F-90F6CD7B8A41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58BE60A5-6A3E-5237-DEA3-8A369411408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EA945FA1-80B7-0DDD-8879-B7C8C370360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B6AD3248-CB12-78F1-9F65-D55BA808F2DB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75F14072-29C0-1C3A-D6DD-61E369CB5DA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D5E3A476-8601-F4BF-9951-1EED3309006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D2251810-EFDE-85ED-233B-D09775773DC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7E58806E-3DC0-FFC6-5C64-CE138EB604EA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7B2A040-4624-A000-5485-3E3423FA273D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E35C44-6F13-B76F-EF68-6B1792A0066A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04840B52-62DB-A940-BD9D-64C08E24F27D}"/>
              </a:ext>
            </a:extLst>
          </p:cNvPr>
          <p:cNvCxnSpPr>
            <a:cxnSpLocks/>
            <a:stCxn id="22" idx="3"/>
            <a:endCxn id="43" idx="0"/>
          </p:cNvCxnSpPr>
          <p:nvPr/>
        </p:nvCxnSpPr>
        <p:spPr>
          <a:xfrm>
            <a:off x="1699350" y="4813497"/>
            <a:ext cx="5720683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59879A3F-B750-8282-B99A-89EABDBB6E59}"/>
              </a:ext>
            </a:extLst>
          </p:cNvPr>
          <p:cNvCxnSpPr>
            <a:cxnSpLocks/>
            <a:stCxn id="36" idx="1"/>
            <a:endCxn id="22" idx="3"/>
          </p:cNvCxnSpPr>
          <p:nvPr/>
        </p:nvCxnSpPr>
        <p:spPr>
          <a:xfrm flipH="1" flipV="1"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686912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3C58F-0519-5DB1-8541-BD4B7596C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270425-238E-70F2-8D02-1016095C24C5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B5D42560-F0EA-2F1A-F939-B171DEA1D1F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3947AD43-DA90-3E43-8FCB-FF87DEB2A39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FFA13562-9BA0-4335-243E-04C6D8D7A40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28A52F0C-7F39-1C2F-4B74-67F2998C4A3C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86286E9C-D0FA-C92E-EE10-D30AC5E1425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ED075585-E88F-4233-FF07-125CF41C293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DEE02908-0932-ACA0-5A75-F0181D5D710C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F15241E1-DD53-980B-AF7C-52386860BB0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BEE6128-5A05-67CE-F8F0-C628B7D46A3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F8C27B26-401F-78AB-A977-0B5DE63C761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8195F10D-54D8-EE4B-B130-CBC108C440C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13C9C5D7-0C23-5F93-B59B-31FDFCFF0FD4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7DDCCDCE-3F8C-1295-35B9-EF57BA0ED90A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3BAD8AAB-9159-FB9D-2D64-76E3BF4E5B54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4B1C4DC3-850D-6AB1-737E-44DD83CA0DB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9CCD2E8C-880E-A9FF-24E4-3E7B04A5846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B5F3A766-664E-7079-AE65-C3FD5693890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B1D4D8B9-2719-8932-363C-8F2D4C97581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0B73C4CD-01DD-E742-FDF5-92DA9C30B73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4B1D79A8-760A-01FB-66C7-E263CD0CA25F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085FE64B-C461-EC5E-6B59-9F88CDF1456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98CFB7E7-88ED-8D3B-47C3-4801607C177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31CDC0F-3B3F-2124-2634-28450B76271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16747C6E-0A96-169A-22EC-6E39E3B07A8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1235E520-2E04-7074-62E7-AB70D006192E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0E082250-14E2-F419-EC8B-DD1DFD25027E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F0743ABD-9C6C-79F1-B177-18F1AC28E33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F3938247-BEE1-4816-73B5-D1F209AD57C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B7906AE2-7F8D-44C6-22D0-95FDE9037CC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1CC46DC-6514-F8BB-EAE9-6B5C394B89D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CD135392-DE76-E9A2-164B-280BC6AFD8D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2C6C9D24-B370-19ED-6EB6-667EFFD45FE8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54C16CE1-0C89-E696-8C10-EBBE35D7239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B4494EFD-2A53-A577-6E2A-360765B7CAD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93D1B5DB-78E2-4020-E578-A9BC092840A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CF4BA142-FE50-C4D1-D73F-2F7895FBE0C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81BCA697-089C-5E74-68AC-2C97F1AF03C2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9DCC8051-D00F-C3BA-81AF-689E548B85B0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D843C111-716D-3010-C1D2-5CC198E20D5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59C09295-6DA5-A36A-296F-A9F1D30A330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1871E781-BA35-FA64-5E89-6C365E690C5E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78990D42-02F7-F215-E767-6742BFC74BC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D63A56E3-C8ED-56CD-2532-A88878BC53E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9FCDCB1C-2726-587B-B9EE-66A5F860F4C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7B213751-003B-8496-7E4F-8D82A9261119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596F10C-7EB3-32A0-7C08-CF1FE1C948AB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AC3074-4356-71E5-2B0A-2AAAD49C9E4C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FE2FE4C8-84F0-8D80-7C4F-B08C8EC99B0E}"/>
              </a:ext>
            </a:extLst>
          </p:cNvPr>
          <p:cNvCxnSpPr>
            <a:cxnSpLocks/>
            <a:stCxn id="22" idx="3"/>
            <a:endCxn id="50" idx="2"/>
          </p:cNvCxnSpPr>
          <p:nvPr/>
        </p:nvCxnSpPr>
        <p:spPr>
          <a:xfrm>
            <a:off x="1699350" y="4813497"/>
            <a:ext cx="7245024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3C449F96-C139-BC6D-2DFE-0BE6676D120A}"/>
              </a:ext>
            </a:extLst>
          </p:cNvPr>
          <p:cNvCxnSpPr>
            <a:cxnSpLocks/>
            <a:stCxn id="50" idx="1"/>
            <a:endCxn id="22" idx="3"/>
          </p:cNvCxnSpPr>
          <p:nvPr/>
        </p:nvCxnSpPr>
        <p:spPr>
          <a:xfrm flipH="1" flipV="1">
            <a:off x="1699350" y="4813497"/>
            <a:ext cx="6709224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D25E7B6-58DD-9803-9097-801FFFD200BC}"/>
              </a:ext>
            </a:extLst>
          </p:cNvPr>
          <p:cNvSpPr txBox="1"/>
          <p:nvPr/>
        </p:nvSpPr>
        <p:spPr>
          <a:xfrm>
            <a:off x="7936786" y="4580015"/>
            <a:ext cx="6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32473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69815-7543-B44C-7805-44932465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B18783-58E3-B5D8-4F14-6518302D40F0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53EB83C2-919C-D44D-AF68-239FF86A1CBA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2E0043AA-273A-ECE9-CFD5-B250DA6C1F5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751D1E87-825D-B69E-770A-7EB45C194FB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BF315C19-C4F9-3097-2D52-8343509AB0BB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7BAE43BB-4D11-F27D-B3BF-5B6EC36D047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20597DD0-4F7D-4427-3304-254A551A454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0BF45E2A-CAC4-569F-E965-FBEE5078A980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8A09ECCC-61F6-2528-DEE2-492DE44A8F2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819F8A0D-1DAA-0902-DA7B-9C96DE24C0C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80C42C8D-B273-4DE6-2FE3-C17D872FD9E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2BD65952-28A1-9668-A554-2FDE8A9927D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E312DE0A-1BCD-B2DC-8059-5AB602057D94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29D86651-C72F-24F1-D665-D75A6A872581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FBCB177F-2D70-E3B0-3434-0F618C2842F9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16B37F1A-FFFE-5B69-A716-47C431FB08A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3A5120E-B03F-4024-94AE-5F30D8E5932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6525E43E-DD83-E781-F389-3D94039A247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7F0BC9BD-BE49-A8E2-E239-6CDAF17CA3C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19EC5C5C-A569-E86E-5D66-808D26FC4925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E8DE64F2-60FB-1C74-A710-545CF8DFB64E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9AA8F55F-1FC3-0F37-490B-825891E49C6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FBC71B62-64D1-A88A-7324-84DEEF0D972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C5D2DD10-20EC-9242-C778-A6425D9AFCC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B79ADBF2-91D1-6608-6495-F80552A96BC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765C98FC-6F65-8497-6DA0-76512929F79D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B3C3C9D-8331-6D0E-6B90-A0002B582ABA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F98D0277-B7CB-0203-60D6-1D9363DF181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9C5312F2-D94A-6326-8BC9-CB831DD4536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1832EA44-9F1B-6839-5A5C-C8B0BACC8C9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72F44D83-37EB-D0B1-67A9-5CBBF1D061A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C34BE74A-2083-FD84-6645-00C7A66E27F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DAF029D-15F4-837C-34ED-5635072690DB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F53A0A8E-9E31-8CEB-E64E-B0C738873ED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91931F72-FF5B-A991-B8C2-C57F93928AF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7D607733-57BF-42BC-DA56-D1C5CC1A218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007A08D2-7907-FF57-2E5D-6D63BE956A2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14FEED16-EE37-BBB8-4E99-0F7DD204285C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E42C18ED-C0CE-B23D-581B-4AAC2C7D5B3D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99C7A713-0CB0-5BD9-0ABA-D299EF51419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255E06C0-1F3C-F5D4-8B2B-F3D67D4559E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8429C52D-077C-87C0-C9A5-BE13D17CBB2D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66AD94E6-E636-9113-3CEB-B427ADFFB8A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35B6DB57-E3A9-1BC9-077A-6A44121F46F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1B2AF1F2-0846-768A-AC38-5CA44DC509D1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7949244C-2F1B-13B3-D1A3-D3C5AC126133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022FD99-19F4-8648-63F1-3E3D841F3C07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144 data:10,20,30,40,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1A10E1-F7AC-8EF6-F493-4E2D5B67DCE8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A4475DC5-816F-70B3-98D2-077CCB72DBAC}"/>
              </a:ext>
            </a:extLst>
          </p:cNvPr>
          <p:cNvCxnSpPr>
            <a:cxnSpLocks/>
            <a:stCxn id="22" idx="3"/>
            <a:endCxn id="50" idx="2"/>
          </p:cNvCxnSpPr>
          <p:nvPr/>
        </p:nvCxnSpPr>
        <p:spPr>
          <a:xfrm>
            <a:off x="1699350" y="4813497"/>
            <a:ext cx="7245024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3DD42F66-2AEE-D557-387A-8B3DC441DC86}"/>
              </a:ext>
            </a:extLst>
          </p:cNvPr>
          <p:cNvCxnSpPr>
            <a:cxnSpLocks/>
            <a:stCxn id="50" idx="1"/>
            <a:endCxn id="22" idx="3"/>
          </p:cNvCxnSpPr>
          <p:nvPr/>
        </p:nvCxnSpPr>
        <p:spPr>
          <a:xfrm flipH="1" flipV="1">
            <a:off x="1699350" y="4813497"/>
            <a:ext cx="6709224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7650906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94327-0025-9A88-E127-1E2A3BCEB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55F375-B558-2115-10CB-583F8422295A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B040580A-E1A3-7C18-DBC3-C7BE1D28D7F3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5F36C731-3686-BAC4-3DBF-649DA3072BC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B2A1D345-95F8-03D7-0BBD-94D31DE3F07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D981261D-4F5B-DAD8-345D-DA3ACC2D601D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DCDECCD5-4FAA-FC12-D563-6F1F18F0A5C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2F733202-C49C-914D-6CCB-45A79955B5F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D33A4091-50C0-8ABB-60C5-980C397C8385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652D9DCC-880B-55B3-61F8-C71E65AC63C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E6EA3B89-ACAE-711B-7BDD-658BD1DE579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72D4FC96-B090-A8D7-E2F3-177984D7F93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380A0EFE-B18B-76ED-6AA5-2379B92AA58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F71CB658-A000-1932-1C13-D542FFB1973E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ECA273AC-21D9-D401-8732-C404C8DCAED5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ACF014A4-F4E2-ADFC-C4FB-8F9ECAA23878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B781902A-8C13-C8C2-C8CC-1DE3661C584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0AA4ED3F-0BAE-9487-EB8B-B9F49C94D7C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C31F45E7-3620-42F9-A822-9D034C98B1F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EB7BDC2A-A38E-BA7B-2129-04B5770F0F5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43C9792E-EEEE-BBCB-41D9-66FBCC46D546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1A8E9915-A2C1-2563-0E56-23D18E075EBC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2C9CFABD-C469-D672-0D67-48528B0AEA0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EE9288CD-F82F-2A82-2F08-7664FC1D3B1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5B9126F7-F513-A6B2-74AE-00AF5D40573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B1DB125A-801E-8D4E-FBDD-485E1899E4D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8BD81F96-350F-CDF0-3400-DE19B7F8F799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293156F0-F362-653A-E6DB-0EE96D9C4967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66361DEE-7C07-031F-A41F-8B28B30FE7D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83CB8C34-660A-6DA0-0C05-29C1E2B7D3D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DA6F78CD-DC6F-1A3D-EC94-53B9FDCEEE9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FABE06CD-0241-FA05-78BB-1615CDE1C5F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DF50CC21-0B09-F665-E3F9-63FE2B637142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D89BD4AF-DF9C-3585-0822-AA5CBBC06C00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B780D65C-595B-DA04-D8E8-C3F093630BE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EB1A248A-5268-0583-5D15-39DB12E953E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C01B75DF-65F8-01A0-FAAE-3B7E636ECF4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5A2B6FE8-8E7C-A8EA-60A2-107D9C2AFB3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3B0E4BB7-965D-8846-2713-0851CA340469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819313DF-5962-F562-29FF-8BEB6AC9D02D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3FC38A7A-B1E6-EFB8-6493-1F9910893F8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9035F1CC-E0E8-E00B-F083-09A4571BABB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5CADD543-F41B-EB54-DED5-8C2F30F0A5F5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5DBD643C-36E9-8B48-D13F-59C9961DE68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2C8EA907-949E-687D-E364-F6C86C2DA74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CBDD1D9F-00ED-4200-3AE2-F86FA74C07C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052AB430-AF04-EA7E-BE02-78EEEDB7283E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5317A4F-AD8E-7ABA-3D82-1DBFE803575B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604DE5-0E52-5BE0-B9E6-C5301946E186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0FAB2986-21A2-5642-79F2-D7ED23A7A4B7}"/>
              </a:ext>
            </a:extLst>
          </p:cNvPr>
          <p:cNvCxnSpPr>
            <a:cxnSpLocks/>
            <a:stCxn id="22" idx="3"/>
            <a:endCxn id="50" idx="2"/>
          </p:cNvCxnSpPr>
          <p:nvPr/>
        </p:nvCxnSpPr>
        <p:spPr>
          <a:xfrm>
            <a:off x="1699350" y="4813497"/>
            <a:ext cx="7245024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623E392A-B126-4B38-F7B1-204EAD78B773}"/>
              </a:ext>
            </a:extLst>
          </p:cNvPr>
          <p:cNvCxnSpPr>
            <a:cxnSpLocks/>
            <a:stCxn id="50" idx="1"/>
            <a:endCxn id="22" idx="3"/>
          </p:cNvCxnSpPr>
          <p:nvPr/>
        </p:nvCxnSpPr>
        <p:spPr>
          <a:xfrm flipH="1" flipV="1">
            <a:off x="1699350" y="4813497"/>
            <a:ext cx="6709224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9969764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AE20-A69E-A4FA-CBC4-77B6FE8D6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33DCA2-C64F-5563-E270-DE444C3152BD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02709701-B586-D202-B286-9891894F08D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CEDD6479-76E7-F375-46F6-8B9DB75FC5C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BE70ADD3-255A-EB3B-47FB-33B71D3587C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3D39E583-1CE7-2406-6333-1E988C21D619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26FDAED3-D50D-8C38-8C9C-F5DE1ED778F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0591034B-C5D7-81EE-3529-94666A084F6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F5CBD8F8-0EED-6BF3-4C9C-194755CADF19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B70E3F05-DB6C-3EEC-F4A2-364264AD7C2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AF3AB11-C0AC-1B94-82D0-E55B1F8E613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E29186DB-8BBE-6BD2-81E0-713DB4D1C49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F50E0915-7029-4598-971B-D053223DA7D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96C51FF4-3512-2BCE-E459-8C91E2FEBD10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CCAE0187-FED9-5073-CBB3-9DAA875E879D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7E932F28-C06C-2A9D-93CD-20C0DE0D0DDD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22D19A13-9131-FC42-4C97-88234617F91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CE375960-D7B5-6C4E-D04D-D579FEA2C28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E8CDB0D4-DAB6-AE76-E992-0C958C8A35E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67717B1A-E006-72F1-9595-3EA780A2558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F6AF221-FD55-6F16-26D7-C01E20FA639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11695BDC-C17E-2971-54BF-6B3A6F7D845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33D59240-D0CA-5343-63DB-BCDF7F3E1D7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D08584A4-8393-2187-F3BA-B2154ECDB3B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8E338C1D-5178-CA8A-8CED-7B3D479B50D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EBDDD4A0-E449-A829-46CB-F7DBEE501C5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DBAC7CFC-0E19-0EA4-88E3-66A521229A6A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A5E3369D-69E4-113F-ED39-5A1FF3E464AB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3C1FD6FC-45BE-1ABC-673B-0E0C76432BD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FC833087-FDC0-A6F4-EBEB-0C7470AA64C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572C507A-B25A-F9F9-3927-21BD44D3EE7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A61B693-1802-72A8-89D6-9AFBD3A0C3A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CBD89E21-A8E5-3571-89D9-EF08518C0427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3D8D81CB-DFA5-0B7C-4608-8B869A1F9B9E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CDAEF0B8-7E00-42F5-3DF3-AD29B03DA50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8DD72DB8-A5D1-8A6A-551D-B5B2A7CE92B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95B6693F-D0F8-0C86-1243-4DE80A086C9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310F0DF8-05FF-FD88-3585-B08A9C7B7BD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2E5503A7-DC3F-7636-6206-72C78D3F497A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E54DC17F-24B6-C856-F5F1-BE778243E3E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A55E9F4D-CE20-CB4C-83C3-13BE8785F03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986F0BE8-D506-EC3C-9128-1C53C9EF5F3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1C463F8C-2F46-976C-7E2B-5062D4F7A239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8C6F4FDC-394D-A2C8-3476-10FB63D1B3B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4F31CD34-0DDD-F400-D0B0-DAB5FFDE21C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1F758DFC-46FF-DE43-05E1-6C6A7F3A2968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129;p15">
            <a:extLst>
              <a:ext uri="{FF2B5EF4-FFF2-40B4-BE49-F238E27FC236}">
                <a16:creationId xmlns:a16="http://schemas.microsoft.com/office/drawing/2014/main" id="{B3682976-DD15-7090-0382-704A9058779A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1AE0E4E-C6DF-1304-ACCE-1366FE8CA329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703531-2910-AF1B-771B-3E99591524FA}"/>
              </a:ext>
            </a:extLst>
          </p:cNvPr>
          <p:cNvSpPr txBox="1"/>
          <p:nvPr/>
        </p:nvSpPr>
        <p:spPr>
          <a:xfrm>
            <a:off x="284205" y="2977234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138 while(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4" name="Google Shape;324;p23">
            <a:extLst>
              <a:ext uri="{FF2B5EF4-FFF2-40B4-BE49-F238E27FC236}">
                <a16:creationId xmlns:a16="http://schemas.microsoft.com/office/drawing/2014/main" id="{ACBFCB93-52AA-48D1-566D-3BE8A9AD7060}"/>
              </a:ext>
            </a:extLst>
          </p:cNvPr>
          <p:cNvCxnSpPr>
            <a:cxnSpLocks/>
            <a:stCxn id="49" idx="1"/>
            <a:endCxn id="22" idx="3"/>
          </p:cNvCxnSpPr>
          <p:nvPr/>
        </p:nvCxnSpPr>
        <p:spPr>
          <a:xfrm flipH="1" flipV="1">
            <a:off x="1699350" y="4813497"/>
            <a:ext cx="6709224" cy="11589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4F7F2EB-D993-1074-205D-C41D884EDEA1}"/>
              </a:ext>
            </a:extLst>
          </p:cNvPr>
          <p:cNvSpPr txBox="1"/>
          <p:nvPr/>
        </p:nvSpPr>
        <p:spPr>
          <a:xfrm>
            <a:off x="7902332" y="5972476"/>
            <a:ext cx="6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72446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B7579-CA4E-8085-7B13-61E79D96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E8BAD8-4BB1-C10B-AC42-B1F1D7766FA6}"/>
              </a:ext>
            </a:extLst>
          </p:cNvPr>
          <p:cNvSpPr txBox="1"/>
          <p:nvPr/>
        </p:nvSpPr>
        <p:spPr>
          <a:xfrm>
            <a:off x="284205" y="321276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52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69D51029-6B1F-69C9-0D0D-B76465A78C6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D296AA91-EEBD-D955-FA24-83C0E3421DB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1EDC9009-1BBE-46BF-09BC-F17897A2779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5E61C03-5676-5BF8-F162-B61474ADB1A5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EEAE386C-9B3F-9663-68D3-F16726B1C49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357C20F9-B718-DA4E-2F31-CB8FCD1B907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32673BFB-189C-E7F7-3A6A-FAC501026BFF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56D9C12F-1F7E-90D0-02B9-4438F59F247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99193ADB-F7D5-19CD-4424-5A655C9A8A6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47737A7C-3112-669D-61C5-CACF37BA153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2F114E9B-1CC1-5D8E-3AE3-18BFA7900CF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AFCBA6E2-79E7-212C-77E6-FB851A8FD7B7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B18DD1E1-B2D3-82DD-1FC0-CB5CCA8E46B3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657D0AD2-577D-1ACE-AEED-925F9818358A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D86FBAA4-0A63-CC65-FF17-100B1C53DD5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4B080935-F919-F747-6E29-A10E76EB537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4725A21D-BA83-1E0D-C88A-41C501051DF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E81D8341-52BA-DA17-EA6C-CE775431B2B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437280C6-C463-59D6-A7FB-FB69F6652874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42AC44F9-0B28-C43A-C634-5ECB7512FE4B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7BEC8D02-D92D-CDF1-92C7-96A46C9E532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2F098B5D-9FAF-BB39-47CB-291D7B01207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8FC19183-BB8F-4F86-1675-7D47B70077C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1DB1A956-2FFF-C2E1-F4F0-54F5041662A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22CC6DAE-B50A-3EA2-14EE-8DF261C43F95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9E14CC27-DCA4-CCE2-5112-DE05F6840809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23A6FA4B-3BC4-C74F-678E-BEE0E73FFC7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A3D6A40B-EDB7-EDBA-8B40-8C5F57E1C71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E423656E-480D-5F98-8554-CD547998A46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C80F612-E915-EFAE-FD03-1FA3F5A9DD1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0E44FCFE-C38E-F9A3-BF58-925D88B1A96E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1ABD42C8-674A-4B6E-46A1-567B35343E79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9526FBA0-948E-8814-BABD-9AE69F5EBC6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BA5DFA86-1C28-15FB-A354-0B27998524C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78D19D52-F72E-17C8-5495-BB369F1E2EC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FAD1E11C-6C79-75BB-82B0-2A2F94425C7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0EAFFA34-3A56-BF4D-ED0A-0FCED70650C1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B668334-5F08-C2AD-F72C-5C4F3107255C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34066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90E6F-FA56-DBB3-BF5C-B1A1E433D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755F58-79DA-B4FE-AAB3-6D533BCD4F9A}"/>
              </a:ext>
            </a:extLst>
          </p:cNvPr>
          <p:cNvSpPr txBox="1"/>
          <p:nvPr/>
        </p:nvSpPr>
        <p:spPr>
          <a:xfrm>
            <a:off x="463379" y="3469251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54 Snode* </a:t>
            </a:r>
            <a:r>
              <a:rPr lang="en-US" altLang="ko-KR" dirty="0" err="1"/>
              <a:t>pFind</a:t>
            </a:r>
            <a:r>
              <a:rPr lang="en-US" altLang="ko-KR" dirty="0"/>
              <a:t> = </a:t>
            </a:r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758D572D-F64F-3AA1-937F-12D6BB9DD693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C2B626E1-8E17-53F4-A017-603BCE2D8AA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1DAE2099-4A13-49AD-B8D6-EEB0D49BBFB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4F57E318-6711-FA50-5FC2-E9024951EDE8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B11C0605-A749-6DC2-78D3-A620427FF99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9EAA3EBC-4824-4C14-E890-13220006B07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C2B0490E-76A5-61BD-EFE2-9419FE270D61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F242D62F-448B-D982-FB7A-925D21A2159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AB314FBB-780B-F921-BC9C-84632EE4452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4E869250-6DC2-5E9E-D06C-3A78D0F57B1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4E4748AE-E743-9131-9921-611B84FE2EB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FB6A9591-46F9-68D5-01F2-F904E886722F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BD05B103-CF6A-9F49-6C08-33D55D86AB50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B1F4DA3F-B43C-88CC-729B-3165435B379F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F6C192B2-B8ED-5A0E-90BD-F50816C719C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FF0F7001-8DC7-0E47-67C0-69F97E63CA2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D784CA49-D487-6E7F-77DD-C39F8AF7190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E0C48162-B8A1-528C-3659-4EC85E723C2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FB39CBCD-9F2D-C035-37D1-15E800C28E2B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398005BF-785E-F19F-052A-21601EBE6D97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8BB7D7DA-508A-FFA5-FFD8-B91377EFB99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09DDCA3D-D9A9-27FF-5837-C5BA80B8908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35827D9E-607F-4228-8A81-02E71916C80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1CB878D9-99D3-2245-1FD7-CD43275530E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9F279CE0-403A-3CAC-F972-8028E44E5946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2792B6F8-C2C0-4413-72D8-F2EFF8F2EDDA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39DCCB98-4963-3749-8807-F0750444B6D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77374F59-8B6E-BBF0-21A2-CFA2F89E4D1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39F99029-4249-E234-1F57-AA97902C49C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9B056E1B-0A59-1788-C319-83273C2E13B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D68B8D29-B630-7F9F-2170-CE9E26879DD7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8929B4FB-35EF-B61A-8688-3D790B69F7FE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EE2A5DCE-8A4A-8FA7-9073-5E686EF5CB3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56494AA6-631A-28C5-A4B9-42C16DBBE9B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D893251A-DB2E-FA50-4A8D-65AB99A5A9B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4CA437EB-B1D8-930C-D67D-832AE876C42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9C19A50B-A32F-7F09-D1FD-7F48D494BD46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639B78B-BBD2-F718-AC4C-27D56291578E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43671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90296-6A30-2092-EBA2-2B609DE0B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B2CB3A-61E5-198E-8CC3-EF5861E74791}"/>
              </a:ext>
            </a:extLst>
          </p:cNvPr>
          <p:cNvSpPr txBox="1"/>
          <p:nvPr/>
        </p:nvSpPr>
        <p:spPr>
          <a:xfrm>
            <a:off x="588725" y="554850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51D99DB6-1218-61EE-0BAA-A51745C5CAAF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49D66FF8-7A23-974D-7EE4-4B0D411F1F2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B0C7927D-649B-2009-CB76-C269F95169C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CF921120-F96C-7D85-03D7-1309839E7B0F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1ACFF3E7-44CB-14E5-E739-F3ECBD06DB7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3B91417D-704C-CF8F-D9D9-6F0BEC0E679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4AECA5D5-B40D-4F71-0E30-B7E4FFF7E196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7A735EFB-C115-643C-4987-BCE9279CB3D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97E1DE85-1566-A806-0A71-C481BC1D597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F5C2E00A-6B52-9B60-7F78-DCC7B46EDE7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B4C6FA54-D252-22F9-2E9A-CA5431EC0A6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40041DC8-295E-7870-D329-619EAAD68A01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D79C3CBB-6465-0D01-6213-ABBADE914B42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941DDE7A-92E7-6E34-419A-E29E4B647895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B38C8747-6B2F-3288-75B4-5AD07ADE259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8B876ECF-C3B6-501E-A57C-9F6418A56B8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D017CF3E-7F64-9675-E855-65F9EDEE576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8B1E37F9-8614-0D35-291B-D8E66A2D39A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CDCAF0C5-35F5-5481-98E6-16E10C4D746E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0927D32A-E848-2AD2-2990-CD5C20853C7A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B76CDD7F-F92B-B1EC-19CD-7DA8FB871DC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5CAF200B-8322-940B-65FE-79ABEFAD267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887A6D21-48EE-E070-D308-AC6C294F226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EF6C7820-1F75-CD22-CA1F-A043A809621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855BB347-362D-AA3E-E868-80F9C2926080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D7C984A1-49F8-9917-A2C7-F3F6AFF36C85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D629E33E-D362-C3D2-0F83-EB0EBD108FF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6A9FE854-27DF-99B1-6648-891685CF7DF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00602B19-680A-8758-64BC-3A7F2679FE8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CF9DC0E3-DF67-A132-4EFB-90114CC5F41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92B24C5B-749E-5917-9413-ED3DE9205250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D6B9AE2F-08A2-956C-454E-C8F249AFDDD5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09686787-6935-2DC4-621C-0090168A39B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CD65D576-00DE-4C30-664B-764AEF33925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87AD1E8F-9751-5210-6C7C-B669D99F17B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9779E07A-997A-2E54-615F-82C1B5761C4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F16FBDA9-D488-9C93-B912-ED6D7CB20806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0EA13B1-00A6-93DF-FBB2-C6AFAE77E4F0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7518172A-A8B2-627A-CF68-A68E5F3EBB9D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25B93D25-1A4F-2BCB-2C34-960A3910EA4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494E7FB7-E950-8FFE-B90C-FB8E4E6788B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2FC9014B-D5F8-561A-4D65-F33CEF6E1B79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1CF39A7D-549E-E564-C0AB-52F676B6A11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23DA9062-51F3-C38C-39DE-7FEEA5ED0F4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8F73DC93-16B9-CF49-1D2F-CE9ED02BD655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4" name="Google Shape;129;p15">
            <a:extLst>
              <a:ext uri="{FF2B5EF4-FFF2-40B4-BE49-F238E27FC236}">
                <a16:creationId xmlns:a16="http://schemas.microsoft.com/office/drawing/2014/main" id="{147E4399-4FC4-6278-FC99-498B98B4F441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FDC7BF94-C267-403B-B3E8-276343C29F0A}"/>
              </a:ext>
            </a:extLst>
          </p:cNvPr>
          <p:cNvCxnSpPr>
            <a:cxnSpLocks/>
            <a:stCxn id="15" idx="1"/>
            <a:endCxn id="22" idx="3"/>
          </p:cNvCxnSpPr>
          <p:nvPr/>
        </p:nvCxnSpPr>
        <p:spPr>
          <a:xfrm flipH="1">
            <a:off x="1699350" y="4156911"/>
            <a:ext cx="1147660" cy="65658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596303FB-479F-5FB8-D1CE-BCABB8F6CB64}"/>
              </a:ext>
            </a:extLst>
          </p:cNvPr>
          <p:cNvCxnSpPr>
            <a:cxnSpLocks/>
            <a:stCxn id="22" idx="3"/>
            <a:endCxn id="19" idx="1"/>
          </p:cNvCxnSpPr>
          <p:nvPr/>
        </p:nvCxnSpPr>
        <p:spPr>
          <a:xfrm>
            <a:off x="1699350" y="4813497"/>
            <a:ext cx="611860" cy="2393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AB2BE99-E972-F9F7-1E55-B332DCE5821C}"/>
              </a:ext>
            </a:extLst>
          </p:cNvPr>
          <p:cNvSpPr txBox="1"/>
          <p:nvPr/>
        </p:nvSpPr>
        <p:spPr>
          <a:xfrm>
            <a:off x="2246585" y="3956963"/>
            <a:ext cx="53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85</a:t>
            </a:r>
            <a:endParaRPr lang="ko-KR" altLang="en-US" dirty="0"/>
          </a:p>
        </p:txBody>
      </p:sp>
      <p:grpSp>
        <p:nvGrpSpPr>
          <p:cNvPr id="57" name="Google Shape;119;p15">
            <a:extLst>
              <a:ext uri="{FF2B5EF4-FFF2-40B4-BE49-F238E27FC236}">
                <a16:creationId xmlns:a16="http://schemas.microsoft.com/office/drawing/2014/main" id="{F4FACD4D-464D-4DE8-1DA1-61F03BCDE795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58" name="Google Shape;120;p15">
              <a:extLst>
                <a:ext uri="{FF2B5EF4-FFF2-40B4-BE49-F238E27FC236}">
                  <a16:creationId xmlns:a16="http://schemas.microsoft.com/office/drawing/2014/main" id="{6ACD2A4A-17D7-F540-F798-E72DE8C6ED7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21;p15">
              <a:extLst>
                <a:ext uri="{FF2B5EF4-FFF2-40B4-BE49-F238E27FC236}">
                  <a16:creationId xmlns:a16="http://schemas.microsoft.com/office/drawing/2014/main" id="{57808ACF-C2F1-B766-65FA-BE1308E90B1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" name="Google Shape;324;p23">
            <a:extLst>
              <a:ext uri="{FF2B5EF4-FFF2-40B4-BE49-F238E27FC236}">
                <a16:creationId xmlns:a16="http://schemas.microsoft.com/office/drawing/2014/main" id="{0AB7EFB9-A1E3-9B7D-52B4-874C2442C11C}"/>
              </a:ext>
            </a:extLst>
          </p:cNvPr>
          <p:cNvCxnSpPr>
            <a:cxnSpLocks/>
            <a:endCxn id="61" idx="1"/>
          </p:cNvCxnSpPr>
          <p:nvPr/>
        </p:nvCxnSpPr>
        <p:spPr>
          <a:xfrm>
            <a:off x="3304882" y="924182"/>
            <a:ext cx="1019983" cy="323272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913323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737BC-B62E-E82B-83F0-99336F42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107E15-EC64-90F7-5BB1-CE49F3F8F244}"/>
              </a:ext>
            </a:extLst>
          </p:cNvPr>
          <p:cNvSpPr txBox="1"/>
          <p:nvPr/>
        </p:nvSpPr>
        <p:spPr>
          <a:xfrm>
            <a:off x="588725" y="554850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DC5A0572-DB21-54E3-D3A5-EBFCA854DF6E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481369D1-209B-53D8-D10C-A375A52DC5E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57F2C5C9-2DB3-9252-0ADF-4F369353748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BBDCB12C-D76F-DD50-1CC6-E99C8C1C75D1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BAA3C967-9C7A-553E-D91B-3FA1711152E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074B8E73-FFB6-BF8A-6D2E-6F9D89FBE7F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A9B9863F-583E-826B-224B-CA48EB60A65A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104EC0BA-7273-206D-8211-D53F9EF53D9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5132739-EA79-DC1A-6F11-5EBBDF867FA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9228176C-074B-EA37-610E-38FC8A90882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4C20EE6A-F9FC-373B-6713-DDE055395B4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407DA7CA-0CCC-A9FD-FDA9-4469320DE266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CE298B29-76F6-C8DD-F7F8-C896DA5E290A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169CAB37-38D6-DB30-D3CA-E7DBF4DC9E6D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C2812B13-BCE1-0449-82D5-DD9E7CE40E8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9F8B9F2C-5309-2DC5-9910-414AEBA0F3E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E607E0C8-AC7A-41F8-7986-CC10451BE15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7718B1AF-4564-A7F6-20DE-2BF40FF197C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01D2267D-322F-951C-57C4-76B01EE45D68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9FE48311-9C97-261D-6A1B-69AC16E8F563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B6ECD33F-36C3-7244-8C8D-CB0052E3E1B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7B2508A9-5498-70FA-5C49-32492BD80EF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1455E291-DF6C-2F53-33BB-7563B2D1204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301DDF70-EA99-EE6C-C0F7-2E42BB83688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D311F7C8-E4EB-465B-FF04-BF396BD50851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2AE92936-E174-3BE9-637D-232CD5DC58E8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9C0297B2-00AC-9E3B-965F-33F04BB5BC7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4B13745F-BBDA-A2DA-83BD-BB9152BF013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D18128D4-1FE2-EF20-E6F5-0D0D51E41FF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B425B617-1785-888A-2B7C-CF954BF1A6C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B33EF5A6-A0C0-024D-013C-6FD0801A80AF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FBE5A0DC-4B7B-4E1E-5529-3C0598026A75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9294F55D-9C8E-F9E5-42B9-80717292A57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59CA94FB-8507-69BD-1BA9-CCC4991863F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FC109E71-6B5B-3338-153F-20AAF1B1305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7FB25404-EA6A-F9B1-A2FA-7A053E13FC7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3600C2B0-C1E6-C16B-0CC7-AD25D23A14EA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BFE2D09-FBAD-4C07-5E09-7FBD56D62B4E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401A8C48-9FD8-57FD-9D43-C2926B024DF9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A13240D9-5F37-68F0-7820-920A08B5F95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38F17CE8-C766-7AEA-93CC-A7A50571C2F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40568C42-46F1-E485-091E-4D7A1E508028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2D052A67-0737-74FC-16C7-0B6FAB3C695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F85B86E7-CAEB-07FB-6BA1-66436D06B0D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EAA09C38-6ED0-E6FB-C7E5-71112120A63C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4" name="Google Shape;129;p15">
            <a:extLst>
              <a:ext uri="{FF2B5EF4-FFF2-40B4-BE49-F238E27FC236}">
                <a16:creationId xmlns:a16="http://schemas.microsoft.com/office/drawing/2014/main" id="{BC1DA14E-C6C8-2C50-D7D3-C87265481EF7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55A1EF77-08A3-B237-B821-DAC4CACBE75F}"/>
              </a:ext>
            </a:extLst>
          </p:cNvPr>
          <p:cNvCxnSpPr>
            <a:cxnSpLocks/>
            <a:stCxn id="25" idx="1"/>
            <a:endCxn id="22" idx="3"/>
          </p:cNvCxnSpPr>
          <p:nvPr/>
        </p:nvCxnSpPr>
        <p:spPr>
          <a:xfrm flipH="1" flipV="1">
            <a:off x="1699350" y="4813497"/>
            <a:ext cx="2136201" cy="2393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0293C024-04A5-DA4F-D73A-CA3486115D33}"/>
              </a:ext>
            </a:extLst>
          </p:cNvPr>
          <p:cNvCxnSpPr>
            <a:cxnSpLocks/>
            <a:stCxn id="22" idx="3"/>
            <a:endCxn id="26" idx="0"/>
          </p:cNvCxnSpPr>
          <p:nvPr/>
        </p:nvCxnSpPr>
        <p:spPr>
          <a:xfrm>
            <a:off x="1699350" y="4813497"/>
            <a:ext cx="2672001" cy="47870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7" name="Google Shape;119;p15">
            <a:extLst>
              <a:ext uri="{FF2B5EF4-FFF2-40B4-BE49-F238E27FC236}">
                <a16:creationId xmlns:a16="http://schemas.microsoft.com/office/drawing/2014/main" id="{72B8DF0E-7C7B-BE00-447C-B39709DA763C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30" name="Google Shape;120;p15">
              <a:extLst>
                <a:ext uri="{FF2B5EF4-FFF2-40B4-BE49-F238E27FC236}">
                  <a16:creationId xmlns:a16="http://schemas.microsoft.com/office/drawing/2014/main" id="{87842ECB-CB8A-C94A-DB2C-20EA5589AE7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21;p15">
              <a:extLst>
                <a:ext uri="{FF2B5EF4-FFF2-40B4-BE49-F238E27FC236}">
                  <a16:creationId xmlns:a16="http://schemas.microsoft.com/office/drawing/2014/main" id="{301CFC5B-470A-C86B-0D9F-5B7443896AC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58864F19-443E-8CEA-DE3F-F12FC0F686AB}"/>
              </a:ext>
            </a:extLst>
          </p:cNvPr>
          <p:cNvCxnSpPr>
            <a:cxnSpLocks/>
            <a:stCxn id="2" idx="2"/>
            <a:endCxn id="32" idx="1"/>
          </p:cNvCxnSpPr>
          <p:nvPr/>
        </p:nvCxnSpPr>
        <p:spPr>
          <a:xfrm>
            <a:off x="3304882" y="924182"/>
            <a:ext cx="1019983" cy="323272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C9E0D57-1E13-D9F4-2AA9-0DA0B41FCEFF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8A3EE7-C6B5-5DD5-2530-2EBEF21BE04D}"/>
              </a:ext>
            </a:extLst>
          </p:cNvPr>
          <p:cNvSpPr txBox="1"/>
          <p:nvPr/>
        </p:nvSpPr>
        <p:spPr>
          <a:xfrm>
            <a:off x="3382808" y="4621027"/>
            <a:ext cx="53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41887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600C-077C-0201-E176-59C3048E8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72FECC-420E-5BE5-D333-06ABDF97187F}"/>
              </a:ext>
            </a:extLst>
          </p:cNvPr>
          <p:cNvSpPr txBox="1"/>
          <p:nvPr/>
        </p:nvSpPr>
        <p:spPr>
          <a:xfrm>
            <a:off x="588725" y="554850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0EEB1243-2760-2C24-8888-77DEC06E5C71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BCE5259F-3756-6EC8-2922-36A6BA5CA54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EF14F87D-FA12-228C-0C9B-8C54958F3DE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9A2E8C56-3DB9-8F6C-51BC-C5E83D662810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32B13C8C-2748-E04C-7285-6C45F5174D3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E9DD27FB-D920-F2F5-275A-2088E22FB79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87B23A0A-BBCD-E17F-811F-856B1E0E3969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9EF627A5-3363-F559-AD76-C127EFDEC37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A9B6DD3A-4438-F891-0245-9DE3ADFBFC2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0753BF71-AF5E-2DF8-A800-7DB2FBDEA81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198CA0D3-BFFA-013D-7D94-D1D64A583D4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AA721466-A50C-DA4F-0CFF-3D13F0D51537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E5915666-A12A-2787-E97D-3F083F7741BE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FB61FED0-BD66-21B7-7E16-82F0B4E6CF0B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F8F0F635-81B5-6B06-277F-222BC5BF968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CC7506F7-E53E-E382-4C25-27173AB2D2C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CF95C2FD-8924-5B3B-F7FE-CB06D60B901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0C184728-2371-2E70-2EEA-B6BF8B11CB7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90E3BB12-C00F-FF5B-AD27-FE4A86404EF7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6F5E08F3-0281-5862-73B6-F976DE764AB4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1B493637-D472-108E-7CC7-AE30BDF6099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804AA6F2-0C9C-0DF0-462D-F1E5731F5BB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3F220D29-6BA0-07FA-1FD9-E7C807C0D10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FDA7ADF2-9EC3-A583-BDBF-7517850140A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5BB312A8-3BF2-47B0-713E-5B12E5605632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547835F-9EE6-7F22-9E26-7DA0CC25A8EE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14F7A52C-9B6D-D49E-2CBD-E879ED61D81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191E72A1-95B9-F150-F4C6-9222B86E9AF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9181F448-5F0D-D5E4-8BF3-0E9E63F6F76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91EEBAF2-F77B-A684-EE89-82BCD13E1ED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3442C9ED-2A69-6C7D-DF67-D0F6C85F469C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B5B0A697-7F90-3482-8D7F-24AB433C49D7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077794CC-3790-BD33-D77A-900356C9BCA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A2564E11-F3C4-17A5-C7C3-19913DAB877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A9F123BB-82B2-8710-8532-DBBB979E391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2D19FD6C-119C-8068-666B-154D0001CC5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D8F4B111-C60C-B73E-71AD-17D1207BF1A4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6134501-5C77-7A49-EE3D-EA85E8F336D2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81E276E4-8D66-A9FC-9951-D13071B2A0F8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231BA30D-5163-F15E-6EC9-EDC78461E9B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5DF05D6E-A27E-7FA6-CA57-FC3559B32BD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B6A6E5BE-80D3-A4C9-196A-DA3F808FF5A4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7B743C03-04C0-3BAC-8A99-E11B260A081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A52EA8B0-16A9-F42A-F397-969A8CE5FBA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5A0FF212-1863-5B89-9B4F-5F91F3D8A888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4" name="Google Shape;129;p15">
            <a:extLst>
              <a:ext uri="{FF2B5EF4-FFF2-40B4-BE49-F238E27FC236}">
                <a16:creationId xmlns:a16="http://schemas.microsoft.com/office/drawing/2014/main" id="{3BC848B2-CC0B-EEB5-498F-F41BC2CFC2F9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86B045F2-6657-6E2A-E8B9-02D4B3745E5B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1699350" y="4813497"/>
            <a:ext cx="3660542" cy="2204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2034043D-109B-57E7-E0FA-497CF1A2EEAE}"/>
              </a:ext>
            </a:extLst>
          </p:cNvPr>
          <p:cNvCxnSpPr>
            <a:cxnSpLocks/>
            <a:stCxn id="22" idx="3"/>
            <a:endCxn id="42" idx="2"/>
          </p:cNvCxnSpPr>
          <p:nvPr/>
        </p:nvCxnSpPr>
        <p:spPr>
          <a:xfrm>
            <a:off x="1699350" y="4813497"/>
            <a:ext cx="4196342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7" name="Google Shape;119;p15">
            <a:extLst>
              <a:ext uri="{FF2B5EF4-FFF2-40B4-BE49-F238E27FC236}">
                <a16:creationId xmlns:a16="http://schemas.microsoft.com/office/drawing/2014/main" id="{6550020A-AF1B-D50A-148E-3054AC90114D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30" name="Google Shape;120;p15">
              <a:extLst>
                <a:ext uri="{FF2B5EF4-FFF2-40B4-BE49-F238E27FC236}">
                  <a16:creationId xmlns:a16="http://schemas.microsoft.com/office/drawing/2014/main" id="{891E33DC-6227-6709-6EE3-1C2FA045171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21;p15">
              <a:extLst>
                <a:ext uri="{FF2B5EF4-FFF2-40B4-BE49-F238E27FC236}">
                  <a16:creationId xmlns:a16="http://schemas.microsoft.com/office/drawing/2014/main" id="{DF8478B0-B753-7ED2-9B9F-8138B47AE92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D3C944AB-83D2-84B0-E392-BB59CB5F19DC}"/>
              </a:ext>
            </a:extLst>
          </p:cNvPr>
          <p:cNvCxnSpPr>
            <a:cxnSpLocks/>
            <a:stCxn id="2" idx="2"/>
            <a:endCxn id="32" idx="1"/>
          </p:cNvCxnSpPr>
          <p:nvPr/>
        </p:nvCxnSpPr>
        <p:spPr>
          <a:xfrm>
            <a:off x="3304882" y="924182"/>
            <a:ext cx="1019983" cy="323272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B2E9FF5-26AF-4931-8913-9BB64BCB70B6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80FCC0-2BAD-F9CC-CCF2-CDE849EF938E}"/>
              </a:ext>
            </a:extLst>
          </p:cNvPr>
          <p:cNvSpPr txBox="1"/>
          <p:nvPr/>
        </p:nvSpPr>
        <p:spPr>
          <a:xfrm>
            <a:off x="4953341" y="4683330"/>
            <a:ext cx="53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23714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BAEFC-867F-31A6-1598-97CE032BF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6FB077-04CD-CD8E-7DDA-847392D23D3A}"/>
              </a:ext>
            </a:extLst>
          </p:cNvPr>
          <p:cNvSpPr txBox="1"/>
          <p:nvPr/>
        </p:nvSpPr>
        <p:spPr>
          <a:xfrm>
            <a:off x="588725" y="554850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E001F188-12CF-3081-5270-6DA27172B600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19F319C9-32B7-0265-B104-079C40F080B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0E68919B-3E55-1577-3B31-18B7500A1E2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13F8A8F3-30FB-A74B-9D58-2EEB02E7899F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3A7271DE-EB1E-A4BD-11FC-95ECA671D97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8CA44C51-F5D4-063B-8EE8-ADD8F2C2149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741E6168-7741-63EB-7580-DB3B36E09768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CE85F912-FCAC-E59D-4A7E-36549326263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312D7AD7-E449-8B6B-A906-24677F3FACB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204A949A-951D-88EB-6640-B2F60C35EBA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8BA9EDDA-C63C-E30E-56E2-6E80F27B412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884A2974-95CF-BEFA-67B3-0E2A9C14C86D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BE5D66B7-E981-3C21-5674-FA34B815CED3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7BCC3564-DFBC-718A-D6E8-7E07C532DC2A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F5150BD5-98E7-EA92-22AB-A5B37FBED10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143EAE21-EDE2-0C69-C302-14C0970E249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7D90829-641E-5EDA-2026-A5B174C7757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A0077573-ACC3-0641-B36D-48803B2236F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A5417E3A-95A0-68B8-2ABF-9DCD6400695F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03FF8290-DE31-9687-DDD1-845389DDBFFA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FF7AAB95-F7BB-0969-E816-1C1A1A9449F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BA896E75-B2C0-29E5-CB6B-36A36A085D1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8915949F-5A3D-A45D-4BFB-817456139BF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BB11A0F1-6068-753F-0ACC-BF0678A3915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F0C5842C-6097-B9F3-2689-94F4D73ACD47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90D68535-4780-CAFD-4DFB-9E1520A0FE6A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ABAFD1FB-3371-30DC-B3E3-79370E309C6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0D1BA0AC-80A9-3E59-8391-EF693CD6C63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03FE694C-3B06-E298-0A2B-85193C1CCFF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5CDE6869-2D7C-8E3A-6F1E-9D6A80A33C7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BA821C54-B801-1693-2A12-95C59D5966B9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A55AF146-E20B-96BF-ECC4-A8278DF6A594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50E13328-5D95-8DE7-6872-FD1C32995EC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7B5A8D43-ADD5-CCFA-C699-A7503EC6AA6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6C6D5997-0EE0-1258-4B29-2F68526E601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90AC103D-B6A8-7C3E-D252-07126FD5D3A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BAC003B-7F4A-E1C3-0A1C-833AA1F5C5C2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43904E4-594F-485E-2C86-30526D0E4F1D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2CC29DF6-2637-2E33-81E9-30A94BE1EB4A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D522ADF2-65AA-90DB-BFDB-0DE0FD59808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9C881CFF-9FC3-627A-C82E-19E0E6DD6AF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647EA63C-C7DF-8B4D-7733-33997CCAD2D7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0CBAC100-8822-D1FB-27E2-973CF819C4F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B78FDA41-5B56-FC98-4B66-4DC1E450AF5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226DFD60-422F-CDD9-244E-EF6928798B99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4" name="Google Shape;129;p15">
            <a:extLst>
              <a:ext uri="{FF2B5EF4-FFF2-40B4-BE49-F238E27FC236}">
                <a16:creationId xmlns:a16="http://schemas.microsoft.com/office/drawing/2014/main" id="{B22BE949-6884-F255-228D-D81FCA88E49F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6AF932EA-E832-C2FC-4D05-8B980F187B9D}"/>
              </a:ext>
            </a:extLst>
          </p:cNvPr>
          <p:cNvCxnSpPr>
            <a:cxnSpLocks/>
            <a:stCxn id="36" idx="1"/>
            <a:endCxn id="22" idx="3"/>
          </p:cNvCxnSpPr>
          <p:nvPr/>
        </p:nvCxnSpPr>
        <p:spPr>
          <a:xfrm flipH="1" flipV="1"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0466B58A-D2CF-1C66-C8C0-2F5F90793116}"/>
              </a:ext>
            </a:extLst>
          </p:cNvPr>
          <p:cNvCxnSpPr>
            <a:cxnSpLocks/>
            <a:stCxn id="22" idx="3"/>
            <a:endCxn id="36" idx="2"/>
          </p:cNvCxnSpPr>
          <p:nvPr/>
        </p:nvCxnSpPr>
        <p:spPr>
          <a:xfrm>
            <a:off x="1699350" y="4813497"/>
            <a:ext cx="5720683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7" name="Google Shape;119;p15">
            <a:extLst>
              <a:ext uri="{FF2B5EF4-FFF2-40B4-BE49-F238E27FC236}">
                <a16:creationId xmlns:a16="http://schemas.microsoft.com/office/drawing/2014/main" id="{50871CFA-BCA9-F2E6-76C5-DD7B9ED50FEE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30" name="Google Shape;120;p15">
              <a:extLst>
                <a:ext uri="{FF2B5EF4-FFF2-40B4-BE49-F238E27FC236}">
                  <a16:creationId xmlns:a16="http://schemas.microsoft.com/office/drawing/2014/main" id="{FA4DA92A-75E5-CE31-2344-165B4D782E1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21;p15">
              <a:extLst>
                <a:ext uri="{FF2B5EF4-FFF2-40B4-BE49-F238E27FC236}">
                  <a16:creationId xmlns:a16="http://schemas.microsoft.com/office/drawing/2014/main" id="{6525AFC8-9ABA-7CF1-0C8B-4B281079B67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D862528C-E209-0504-2F0B-FFFFC2099F60}"/>
              </a:ext>
            </a:extLst>
          </p:cNvPr>
          <p:cNvCxnSpPr>
            <a:cxnSpLocks/>
            <a:stCxn id="2" idx="2"/>
            <a:endCxn id="32" idx="1"/>
          </p:cNvCxnSpPr>
          <p:nvPr/>
        </p:nvCxnSpPr>
        <p:spPr>
          <a:xfrm>
            <a:off x="3304882" y="924182"/>
            <a:ext cx="1019983" cy="323272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F1019D9-042F-2F14-697E-7C45D4C2A45A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8F7FCD-97DF-FCB2-0A23-442616DDF954}"/>
              </a:ext>
            </a:extLst>
          </p:cNvPr>
          <p:cNvSpPr txBox="1"/>
          <p:nvPr/>
        </p:nvSpPr>
        <p:spPr>
          <a:xfrm>
            <a:off x="6431492" y="4641093"/>
            <a:ext cx="53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22928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AD495-782F-ADE1-83A1-60774F8D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C5F50B-745C-9F65-7F46-014808366EE1}"/>
              </a:ext>
            </a:extLst>
          </p:cNvPr>
          <p:cNvSpPr txBox="1"/>
          <p:nvPr/>
        </p:nvSpPr>
        <p:spPr>
          <a:xfrm>
            <a:off x="588725" y="554850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CC38A387-911F-214C-5559-CA167EE62454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B406D82E-050E-BC24-5FE3-AEB4BDBF146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5B28BAA0-4B54-03B5-D2CC-1A7202C54B5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A557ECC5-7164-A16B-772D-F7BAAF56660C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B060E2C7-1325-AF82-1BFE-55F820996FF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A2411379-3598-C901-9047-34F13C9B7C1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46D96636-E430-BF1C-0F0F-81F318EE0AE2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DBBB9B33-9775-78E6-917E-2E0902DAF3B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20E4C5DF-2881-9966-EDAF-C90C03D59D7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DF5A0F0-F7EE-8D35-423B-536CD78D3A6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992E7923-AFDD-0EE7-A363-A19EB6AA8CA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6445E63E-0845-B659-0533-6079B873B53C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4AE5358D-8D5F-3135-61E0-161D80C2DC19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6E59F975-B0E4-C6DD-251D-5BEA70FF3B70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9C24744B-80E9-796F-5448-39CB69A1324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B9DCA232-56B1-5315-2A81-880F11839B1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760C84AC-A400-FF64-C0C3-0A8BCACEAF2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8BD39560-28A4-351B-D118-889D74D3842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A8A86BBC-C61F-DDC7-52CC-B9F2E91FC856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B26B08D7-657A-4F40-3481-73776833ADE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733A00F5-5B8A-2861-3B3A-185B107F036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815322C8-D939-E1B2-316D-365C2DB2806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9FD8D41F-D4F9-34D8-D5CB-6B43784A401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37B73C0D-14CD-1560-67C7-BB07FD6E9BF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1BD373C8-9F71-1373-DC3A-855F3B2F9FB4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B8F0268C-29ED-F585-755E-4AE7D169DE1B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C5D326B3-6018-8CB3-1DB7-ECA85550597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F0D0F59F-44BD-20A9-00FF-C01CE460284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B5E16EAB-4320-986C-CD72-767FC5E775C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84F79FD7-7C8E-9348-0773-A43AC9FB623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90A43B06-9606-78AD-FCC2-EBC448CE7FBC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E6CB776B-C52D-387C-46A2-7FBC137CCA70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1AF5D94A-FAC1-5B36-6479-B1473F7206A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DFA071B3-BCB1-1DD7-BC55-9B2480E33C8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30F8046B-73D2-02D0-BA26-903420C85F3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5D56A325-A093-B381-1A92-87C3CEDFA11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4DB53C6-01D5-6A9F-1421-D6454A112CA3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EA48F80-7844-9F22-9F90-043B37AF5CA9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85CAE584-611A-1B8A-4C83-470158B697DA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2BDEBFF3-AAB8-2B40-E08C-FA7B30100B6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213D53CC-4A63-84BF-99B1-6BEB0D38289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2F446AFC-6C21-F954-934D-7FC8B3180CE2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DFC102FC-277F-B1D8-26A3-9306DE4AA05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6CEE82A7-3839-0843-B0AC-10D364F06B7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ECEB4FFA-05F1-E215-71D2-ACA30EBEC76F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4" name="Google Shape;129;p15">
            <a:extLst>
              <a:ext uri="{FF2B5EF4-FFF2-40B4-BE49-F238E27FC236}">
                <a16:creationId xmlns:a16="http://schemas.microsoft.com/office/drawing/2014/main" id="{5B7C7B6B-D5B1-5741-4858-7582E26BEE41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84282277-0DF0-527A-B54F-A30AE122D35F}"/>
              </a:ext>
            </a:extLst>
          </p:cNvPr>
          <p:cNvCxnSpPr>
            <a:cxnSpLocks/>
            <a:stCxn id="36" idx="1"/>
            <a:endCxn id="22" idx="3"/>
          </p:cNvCxnSpPr>
          <p:nvPr/>
        </p:nvCxnSpPr>
        <p:spPr>
          <a:xfrm flipH="1" flipV="1"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F34E9F32-5C3A-45A5-D892-F34D4AA6B91C}"/>
              </a:ext>
            </a:extLst>
          </p:cNvPr>
          <p:cNvCxnSpPr>
            <a:cxnSpLocks/>
            <a:stCxn id="22" idx="3"/>
            <a:endCxn id="36" idx="2"/>
          </p:cNvCxnSpPr>
          <p:nvPr/>
        </p:nvCxnSpPr>
        <p:spPr>
          <a:xfrm>
            <a:off x="1699350" y="4813497"/>
            <a:ext cx="5720683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7" name="Google Shape;119;p15">
            <a:extLst>
              <a:ext uri="{FF2B5EF4-FFF2-40B4-BE49-F238E27FC236}">
                <a16:creationId xmlns:a16="http://schemas.microsoft.com/office/drawing/2014/main" id="{40C6C683-29B9-5462-F8D5-AA25C124EF2A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30" name="Google Shape;120;p15">
              <a:extLst>
                <a:ext uri="{FF2B5EF4-FFF2-40B4-BE49-F238E27FC236}">
                  <a16:creationId xmlns:a16="http://schemas.microsoft.com/office/drawing/2014/main" id="{8A280728-B25B-8D72-ED25-B2ED67D081C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21;p15">
              <a:extLst>
                <a:ext uri="{FF2B5EF4-FFF2-40B4-BE49-F238E27FC236}">
                  <a16:creationId xmlns:a16="http://schemas.microsoft.com/office/drawing/2014/main" id="{0DB670A4-1408-39DE-C85A-891093871B7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8DD18B85-AC63-CAA5-0EF6-2DE2552CAC0E}"/>
              </a:ext>
            </a:extLst>
          </p:cNvPr>
          <p:cNvCxnSpPr>
            <a:cxnSpLocks/>
            <a:stCxn id="2" idx="2"/>
            <a:endCxn id="32" idx="1"/>
          </p:cNvCxnSpPr>
          <p:nvPr/>
        </p:nvCxnSpPr>
        <p:spPr>
          <a:xfrm>
            <a:off x="3304882" y="924182"/>
            <a:ext cx="1019983" cy="323272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CFD9F11-A8D6-BCFA-9A5C-C7361214F322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386F78-490E-1EBF-F25C-419E61138EA8}"/>
              </a:ext>
            </a:extLst>
          </p:cNvPr>
          <p:cNvSpPr txBox="1"/>
          <p:nvPr/>
        </p:nvSpPr>
        <p:spPr>
          <a:xfrm>
            <a:off x="6431492" y="4641093"/>
            <a:ext cx="53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09961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B27A0-B65F-A019-ACB9-8B083D942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7508A333-1FD7-1ECC-1768-53676C73993E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916EDE45-C933-48D7-DA87-2BBCC4A77A1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C0F5026C-182A-201C-076B-CF3EDAA6329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CF3B2AB0-F664-D9E4-98D1-93B3F3C6E89E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5F0E15D6-125E-C24E-C278-4405AB32400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664FDE9F-1A05-3BD6-E050-477BE71A26A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CA656819-DCE3-373A-0827-1DDF7B1CA7A5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0135D49F-539E-EFB4-67A8-61E937EB99E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7F82756-93B4-8FCC-2ADF-1708CFB62E9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8CB66605-2D10-F770-714F-7E997DF7CC7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183A9E14-56BC-09BE-2096-592DE04D789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7A76234F-40C5-26F5-417B-7D161F736B2D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83366694-604F-6162-0EA6-F93F0FB29488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2803253F-9CB6-427C-56D0-EF325C38695E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EDB7A8F-F130-250C-7B1F-9B519A367DA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AAF0D028-5846-E5DD-B7C3-D6D71E566D4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469AB694-6DAC-621D-4AC7-AA4869A7FCF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FB570239-F03D-17C7-A800-92AEAC14EC2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42CE1788-E8DA-C41F-3B46-E14ACA1F1E32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D6A304BC-46CA-8511-20EC-005E5E467EF3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603981FF-8C75-2E45-523C-82BC8DA7C96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ABF17904-4765-320A-4E9F-CE57D21A16C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562237F3-5BBB-E252-6324-067711AA30C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F7F57477-5AB3-B0F4-5D29-6419821B5D8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B72AF76B-FD85-3845-B124-ACDDB20CC5C2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D86C3C04-B687-3984-8CAE-9B0E6AF4DD03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BCBEE4BC-16CD-4A4C-91D0-9A43E01FE86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90A57322-E0AC-7913-3EF2-7A94B90E35A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BFEE2D6E-3A8C-F588-A54D-BE44FCCD2DF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99CC0E57-85C0-872A-C12E-6957C6D9D3F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2CFFC101-0309-54D0-5390-D0A85580F2A7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DE677D79-E1CF-15BF-F073-A306A0FD2619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0F74E97F-1E08-49C5-EBFC-3FCCF2DD848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06839A30-56A9-CD47-B0E5-059AEDA234C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434F2B84-3DF4-3F23-C31B-9C8ACCF3002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ED7FB0EC-9954-CE50-872A-64475737AC7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3EE3C23D-A111-D593-9EC4-69BFCF4AFF21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BA90A07-9E3B-4D32-306E-B613E7E58E3F}"/>
              </a:ext>
            </a:extLst>
          </p:cNvPr>
          <p:cNvSpPr txBox="1"/>
          <p:nvPr/>
        </p:nvSpPr>
        <p:spPr>
          <a:xfrm>
            <a:off x="7619970" y="321276"/>
            <a:ext cx="441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13" name="Google Shape;119;p15">
            <a:extLst>
              <a:ext uri="{FF2B5EF4-FFF2-40B4-BE49-F238E27FC236}">
                <a16:creationId xmlns:a16="http://schemas.microsoft.com/office/drawing/2014/main" id="{EB430596-DF03-A7FF-EFE6-934360E882D1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4" name="Google Shape;120;p15">
              <a:extLst>
                <a:ext uri="{FF2B5EF4-FFF2-40B4-BE49-F238E27FC236}">
                  <a16:creationId xmlns:a16="http://schemas.microsoft.com/office/drawing/2014/main" id="{003C93EA-BB5A-440D-E17D-7816BC5B1F2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1;p15">
              <a:extLst>
                <a:ext uri="{FF2B5EF4-FFF2-40B4-BE49-F238E27FC236}">
                  <a16:creationId xmlns:a16="http://schemas.microsoft.com/office/drawing/2014/main" id="{CE401DD1-33BE-24D3-2B9A-4DED4B10750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11;p15">
            <a:extLst>
              <a:ext uri="{FF2B5EF4-FFF2-40B4-BE49-F238E27FC236}">
                <a16:creationId xmlns:a16="http://schemas.microsoft.com/office/drawing/2014/main" id="{73D61373-D2B0-68A2-C684-CAA8C2382058}"/>
              </a:ext>
            </a:extLst>
          </p:cNvPr>
          <p:cNvGrpSpPr/>
          <p:nvPr/>
        </p:nvGrpSpPr>
        <p:grpSpPr>
          <a:xfrm>
            <a:off x="627750" y="4102411"/>
            <a:ext cx="1071600" cy="948113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97469500-D54E-6306-AD49-7E95BFCF92E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F1B71A0F-800A-EA30-56CF-2D54F7811DB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1E4218AE-C260-05B0-FA61-DD7C0BF122C3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4" name="Google Shape;129;p15">
            <a:extLst>
              <a:ext uri="{FF2B5EF4-FFF2-40B4-BE49-F238E27FC236}">
                <a16:creationId xmlns:a16="http://schemas.microsoft.com/office/drawing/2014/main" id="{A1DD38A1-4AA6-7EEA-8901-4BCDF3A3307F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59772DA9-E155-5A4D-4A81-7DEA6406206C}"/>
              </a:ext>
            </a:extLst>
          </p:cNvPr>
          <p:cNvCxnSpPr>
            <a:cxnSpLocks/>
            <a:stCxn id="36" idx="1"/>
            <a:endCxn id="22" idx="3"/>
          </p:cNvCxnSpPr>
          <p:nvPr/>
        </p:nvCxnSpPr>
        <p:spPr>
          <a:xfrm flipH="1" flipV="1">
            <a:off x="1699350" y="4813497"/>
            <a:ext cx="5184883" cy="2015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5" name="Google Shape;129;p15">
            <a:extLst>
              <a:ext uri="{FF2B5EF4-FFF2-40B4-BE49-F238E27FC236}">
                <a16:creationId xmlns:a16="http://schemas.microsoft.com/office/drawing/2014/main" id="{F5E548F4-3DF5-7F8C-A545-1ABB1E6C8EC6}"/>
              </a:ext>
            </a:extLst>
          </p:cNvPr>
          <p:cNvCxnSpPr>
            <a:cxnSpLocks/>
            <a:stCxn id="22" idx="3"/>
            <a:endCxn id="36" idx="2"/>
          </p:cNvCxnSpPr>
          <p:nvPr/>
        </p:nvCxnSpPr>
        <p:spPr>
          <a:xfrm>
            <a:off x="1699350" y="4813497"/>
            <a:ext cx="5720683" cy="4409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7" name="Google Shape;119;p15">
            <a:extLst>
              <a:ext uri="{FF2B5EF4-FFF2-40B4-BE49-F238E27FC236}">
                <a16:creationId xmlns:a16="http://schemas.microsoft.com/office/drawing/2014/main" id="{2B6882F6-F2CF-AE2F-9B6F-085C74C69639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30" name="Google Shape;120;p15">
              <a:extLst>
                <a:ext uri="{FF2B5EF4-FFF2-40B4-BE49-F238E27FC236}">
                  <a16:creationId xmlns:a16="http://schemas.microsoft.com/office/drawing/2014/main" id="{55DD5638-AD32-F4F9-9012-AE8B2B07F6B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21;p15">
              <a:extLst>
                <a:ext uri="{FF2B5EF4-FFF2-40B4-BE49-F238E27FC236}">
                  <a16:creationId xmlns:a16="http://schemas.microsoft.com/office/drawing/2014/main" id="{996A1010-558E-8EC5-0DCE-3BCD7EDB8EE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9F58535B-B04E-C816-CEA5-6878CAE39CDA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3304882" y="924182"/>
            <a:ext cx="1019983" cy="323272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071247C-2B2B-9FF4-A55D-4F03031F3E16}"/>
              </a:ext>
            </a:extLst>
          </p:cNvPr>
          <p:cNvSpPr txBox="1"/>
          <p:nvPr/>
        </p:nvSpPr>
        <p:spPr>
          <a:xfrm>
            <a:off x="2723903" y="2654799"/>
            <a:ext cx="96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90-54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BC3128-148A-A7E6-904E-51EE9D15DB0A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54 Snode* </a:t>
            </a:r>
            <a:r>
              <a:rPr lang="en-US" altLang="ko-KR" dirty="0" err="1"/>
              <a:t>pFind</a:t>
            </a:r>
            <a:r>
              <a:rPr lang="en-US" altLang="ko-KR" dirty="0"/>
              <a:t> = </a:t>
            </a:r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77A92AE5-61A0-47F0-2173-802DF9EF6F76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56" name="Google Shape;112;p15">
              <a:extLst>
                <a:ext uri="{FF2B5EF4-FFF2-40B4-BE49-F238E27FC236}">
                  <a16:creationId xmlns:a16="http://schemas.microsoft.com/office/drawing/2014/main" id="{4D76B8AF-F31D-E568-AEEC-76A87498263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113;p15">
              <a:extLst>
                <a:ext uri="{FF2B5EF4-FFF2-40B4-BE49-F238E27FC236}">
                  <a16:creationId xmlns:a16="http://schemas.microsoft.com/office/drawing/2014/main" id="{96F6A174-BF25-B7EA-7D92-FC84017EF63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324;p23">
            <a:extLst>
              <a:ext uri="{FF2B5EF4-FFF2-40B4-BE49-F238E27FC236}">
                <a16:creationId xmlns:a16="http://schemas.microsoft.com/office/drawing/2014/main" id="{28D27A9E-3759-70C6-71DC-D43023118F6A}"/>
              </a:ext>
            </a:extLst>
          </p:cNvPr>
          <p:cNvCxnSpPr>
            <a:cxnSpLocks/>
            <a:stCxn id="22" idx="3"/>
            <a:endCxn id="58" idx="1"/>
          </p:cNvCxnSpPr>
          <p:nvPr/>
        </p:nvCxnSpPr>
        <p:spPr>
          <a:xfrm flipV="1">
            <a:off x="1699350" y="1954406"/>
            <a:ext cx="2672001" cy="285909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8" name="Google Shape;129;p15">
            <a:extLst>
              <a:ext uri="{FF2B5EF4-FFF2-40B4-BE49-F238E27FC236}">
                <a16:creationId xmlns:a16="http://schemas.microsoft.com/office/drawing/2014/main" id="{22794A56-7F8B-7C16-4F89-4A24A88C727B}"/>
              </a:ext>
            </a:extLst>
          </p:cNvPr>
          <p:cNvCxnSpPr>
            <a:cxnSpLocks/>
            <a:stCxn id="58" idx="2"/>
            <a:endCxn id="36" idx="1"/>
          </p:cNvCxnSpPr>
          <p:nvPr/>
        </p:nvCxnSpPr>
        <p:spPr>
          <a:xfrm>
            <a:off x="4907151" y="2193168"/>
            <a:ext cx="1977082" cy="28218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0237631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698F6-941F-C873-9E83-492C5364F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573B3CD4-9257-7E34-C0AA-039B5743863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31A98D36-8A8A-7020-9F35-CD8AE534A35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0D66DD0E-5AC2-B717-F252-CC25DA35B3C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0CC2C4F4-3756-791B-6183-9A4A34B77240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EB1F6754-B296-3E33-6782-3C18CA4ABB6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C7EF2D6D-E85F-BD3D-2215-3BA2732E917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B70C26EC-ED21-CA80-8675-5C52B1291596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FEA75997-CAEB-23D5-E6EC-3BFD03798A8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99A7229-1822-C9BC-987A-F6B50923BED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76126C2E-A54C-D82B-966E-F0C5C1B90F7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E61E7EC-3B5C-7738-CB06-7D9B224A8D0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4CDEBAA3-DFBB-EE14-68BA-53C1001C3DD2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19850615-BB9A-F09C-1098-736E0690C7B9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398E0084-1C81-258E-C14C-C7B0327A5A15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B3CDEF7-63B4-A428-EC56-C9AF944FC3C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68072C9-50CB-DE42-4887-60819053373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094E169D-A180-F8BB-B673-4EF91B2160E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ED509358-56AB-F209-A172-C7860B516FC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99330EF-CF79-58C4-7051-AA5AF1E7EC9D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9D5C86BA-DA79-BF22-E838-37E066439D3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20898234-F796-F279-B648-DAC675E665D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7F8EE6CD-5EAB-C476-6BD6-4756F468448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264EE504-B067-3FD8-0F83-E53C4D90DE4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2E98C3A1-D7E6-592E-5EE9-7DFE4C4760F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4933AE04-EC92-5201-2258-4BD0F3F4973A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AF1798D4-690A-7A2C-E6DC-C8B0D11B69B1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9823EF20-EA8C-8537-AA2B-F6CC103644A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C3B16BC0-9061-E317-193A-012892F76FC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DDD27824-772B-A19E-DBE2-6473F2E9A1E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6053835A-2EA3-162A-E69B-A0CE7AEE2A9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5DD1C0C5-CABC-491F-C99B-453BCEB3EEC7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372A004C-6622-487A-60D4-3E5C87985001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7ED78B94-C172-BA06-1E9B-35F252251BF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E8AB2F61-5F26-A2E4-7600-3BF5A1F77A1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A4EA460D-A666-36B5-7C81-F75793A325E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5AB67E77-CB30-F635-A057-BC605DDAFFD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C91493BE-96C8-1639-3305-6926A6424E5A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FEEC326-F4BA-311C-0E45-CA1CD73AA8A8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2C02BB-7E08-7898-1756-F074DF46A518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54 Snode* </a:t>
            </a:r>
            <a:r>
              <a:rPr lang="en-US" altLang="ko-KR" dirty="0" err="1"/>
              <a:t>pFind</a:t>
            </a:r>
            <a:r>
              <a:rPr lang="en-US" altLang="ko-KR" dirty="0"/>
              <a:t> = </a:t>
            </a:r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40)</a:t>
            </a:r>
            <a:endParaRPr lang="ko-KR" altLang="en-US" dirty="0"/>
          </a:p>
        </p:txBody>
      </p: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7DC92B2A-9E00-E165-CA5E-688AEAD6242E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56" name="Google Shape;112;p15">
              <a:extLst>
                <a:ext uri="{FF2B5EF4-FFF2-40B4-BE49-F238E27FC236}">
                  <a16:creationId xmlns:a16="http://schemas.microsoft.com/office/drawing/2014/main" id="{CF901FA0-6A9D-7A30-153A-ACBD271FE61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113;p15">
              <a:extLst>
                <a:ext uri="{FF2B5EF4-FFF2-40B4-BE49-F238E27FC236}">
                  <a16:creationId xmlns:a16="http://schemas.microsoft.com/office/drawing/2014/main" id="{0B814113-3C53-D322-F57C-75033FEEDC5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8" name="Google Shape;129;p15">
            <a:extLst>
              <a:ext uri="{FF2B5EF4-FFF2-40B4-BE49-F238E27FC236}">
                <a16:creationId xmlns:a16="http://schemas.microsoft.com/office/drawing/2014/main" id="{5C8EA889-6077-CEE7-7E99-665E0AF1C7C6}"/>
              </a:ext>
            </a:extLst>
          </p:cNvPr>
          <p:cNvCxnSpPr>
            <a:cxnSpLocks/>
            <a:stCxn id="58" idx="2"/>
            <a:endCxn id="36" idx="1"/>
          </p:cNvCxnSpPr>
          <p:nvPr/>
        </p:nvCxnSpPr>
        <p:spPr>
          <a:xfrm>
            <a:off x="4907151" y="2193168"/>
            <a:ext cx="1977082" cy="28218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7333872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70E1C-E1F1-EC3D-F801-F8BFF2D20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23A84F06-B493-0906-E176-F7DD6371F2E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701F91B9-69C9-8E06-46C9-AA097931D06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88ED8F0E-4534-A74C-8ADF-5B9D81BAF29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9061B374-6E5D-DE3A-4225-3DC965C5D71A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F678A129-A043-D9B2-4670-4214CCC61B3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05D90015-2573-EC0F-1CB3-7DFA6EAB0BF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58C9D6B3-0E26-80FD-5E09-1B1CDAFF1E3E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2DA1971E-8988-AC1F-BA6C-D2632444C27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A641C9D8-769C-293F-232F-9E18A2B2654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9D1CAF6B-72EF-FE97-3B2D-AC4E73DF192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91F9308-36F4-7BE7-59F7-9C7F972A4FC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E9B2A0CE-6BFF-915F-B70B-4008CA5DC691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16B21A02-B9AE-6CF8-47B9-8FC9614F679E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CD090644-31E8-1124-1494-2393A77D4C97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4A96C129-FA38-78B0-7012-AFF35336188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7F2B206C-69E6-EDD5-8A3D-623D03DD156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A2CDC046-9C22-FB29-145E-3337AC1E974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B6AEF8F0-D2A5-5585-3D73-9126733243E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2D149F44-9C19-2760-AB52-7CDF06BAFC6E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61418EF0-3E20-87D0-ADFC-69D76646C046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6687FDD9-A69F-0DB7-E35B-2D381969D27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950B8B34-B7BE-C137-702F-0EAA11659C6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481CD210-5835-D07C-0841-1F6125808AE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7A47A36D-C2E3-67E5-4540-F691338F11A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8DDD932F-D14F-9844-4973-B11EA1F1186D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FBFBCF16-6344-E3B2-8817-033161A031DC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5E924E7B-BB9A-0082-8B27-9721D9B2E9A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F660B51C-C75D-B0C7-D786-149B2AC7039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0C35BD70-5975-88D5-EAE3-C54ECA6CD44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EF9B1C5F-BD11-B334-CA27-0B0E1CA435C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B570BBC9-54A4-066F-1F01-5DFD9BC7755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0A0A8C5A-9B9E-A6AA-6C6E-395A50AD89C2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36245D39-9A9E-4DB4-EFBB-AEF4CFD0C25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CC6304F4-9272-82DA-22E4-F0A72D4466C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6E1E26D5-65CB-878C-C0DA-88302835F8B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A757B0FB-E9C5-8FA5-2E12-627BE5BF45F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C49680C7-D704-32D1-8DCA-90EF114DAC5A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2BFF5BA-DC62-3A3A-DF2C-C14FEE8F8B1E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F914C5-6589-F9D4-BD24-EBFDAD5009C5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58 </a:t>
            </a:r>
            <a:r>
              <a:rPr lang="en-US" altLang="ko-KR" dirty="0" err="1"/>
              <a:t>pEnd</a:t>
            </a:r>
            <a:r>
              <a:rPr lang="en-US" altLang="ko-KR" dirty="0"/>
              <a:t> = 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D93604EB-4112-E201-A727-C3AC067517E1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56" name="Google Shape;112;p15">
              <a:extLst>
                <a:ext uri="{FF2B5EF4-FFF2-40B4-BE49-F238E27FC236}">
                  <a16:creationId xmlns:a16="http://schemas.microsoft.com/office/drawing/2014/main" id="{9DAF8226-B2C7-49A9-1B67-B76226BC9F7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113;p15">
              <a:extLst>
                <a:ext uri="{FF2B5EF4-FFF2-40B4-BE49-F238E27FC236}">
                  <a16:creationId xmlns:a16="http://schemas.microsoft.com/office/drawing/2014/main" id="{A3D24AB9-6FA3-AEA6-3C6A-B4C0ED16AE6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8" name="Google Shape;129;p15">
            <a:extLst>
              <a:ext uri="{FF2B5EF4-FFF2-40B4-BE49-F238E27FC236}">
                <a16:creationId xmlns:a16="http://schemas.microsoft.com/office/drawing/2014/main" id="{2E61D905-6C2B-5981-9DB4-CF237D2B2597}"/>
              </a:ext>
            </a:extLst>
          </p:cNvPr>
          <p:cNvCxnSpPr>
            <a:cxnSpLocks/>
            <a:stCxn id="58" idx="2"/>
            <a:endCxn id="36" idx="1"/>
          </p:cNvCxnSpPr>
          <p:nvPr/>
        </p:nvCxnSpPr>
        <p:spPr>
          <a:xfrm>
            <a:off x="4907151" y="2193168"/>
            <a:ext cx="1977082" cy="28218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8901233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AF5A2-B565-1B53-05ED-5F77119D3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F19BEC07-FE0F-7A14-1547-B33107BF0D07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4BD93F16-38CC-F5EF-40EB-77150DB028A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3;p15">
              <a:extLst>
                <a:ext uri="{FF2B5EF4-FFF2-40B4-BE49-F238E27FC236}">
                  <a16:creationId xmlns:a16="http://schemas.microsoft.com/office/drawing/2014/main" id="{39FC5596-9524-A883-79D8-064D0291C13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A1507AB7-C586-1E15-62D0-4AA52AD48D01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161ED85E-78B6-8836-EB01-10258987681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E60CDED3-1B9F-A427-76E0-DA7F07E3A63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9B3F2B29-7AF5-9840-A2E9-11EEA0E22D92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B90A9DA8-CBC7-AD55-8CDB-E2A70CC1316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9BB74DD9-07D3-93FD-EBA7-F5FD5B857D9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CEF5144E-DBAE-26A6-9BA6-01E7DFB92C8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EC9FBBA2-57E9-0F47-71CF-765C7049BBB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B6E0F070-F4C5-705B-B886-E61357940875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1163550" y="1721474"/>
            <a:ext cx="1147660" cy="333137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EC398B86-A8FE-2CA9-4EE2-2F703154D41B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FE043DC1-5E42-F3A1-7E49-D647780802A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12707A91-282B-3CCF-A512-BBE0749163C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B508DE4D-2FF4-B17B-A45C-2D040DF4E45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2ACB19D4-0986-711C-0A9F-E5F3C99ED60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B6E5DAE9-A1F9-56F5-9A75-255F05099C34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7E7592AC-1C60-9536-B28D-C8C4A697F160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62668537-FD65-53F8-0CFA-88F0DF9A848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F2B0CF63-4605-D6C1-7A7E-A1879C58E83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45FFDB20-5D91-C7F7-3B15-33F14BD668A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C3E83D9F-61CD-8224-A68A-505D764BE77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FFB0EA56-CFC0-86AE-BB2F-5E74F3713E53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05EF2F08-0B5B-8F21-DD3C-32BE93BCFBEF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F9251DAC-479F-9C65-40D0-5E6FC8621BF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5FCC8938-4B0E-5AB5-B9D0-23D655CB94E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43A4D915-16D5-7779-17DC-FF5BD867613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9BEEBB5B-E0E1-13E0-E7CB-85F3B88420C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95F3F6F0-21F2-891B-F980-ACA78B705F8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4D951D4-EBB0-5A7A-82A2-C8C1E57EFA3B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17991DDC-5C3C-1280-07F8-E3521CEC3F0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8ED07CCE-906C-47CF-A5B0-BBBAB195BC7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7A363422-05B0-25DF-FA40-40B97298C6C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268CE1AE-F884-83C2-EE57-C849EA55817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95C29F60-4CC8-DDA7-3115-A1CE0B4C1DD2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5E23234-CB82-3695-ACFC-CB61175FE269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0E3573-384F-99D4-4A97-7CF2F522693B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7CEBAF09-AE51-41CE-83B5-8B417FE4AFB1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56" name="Google Shape;112;p15">
              <a:extLst>
                <a:ext uri="{FF2B5EF4-FFF2-40B4-BE49-F238E27FC236}">
                  <a16:creationId xmlns:a16="http://schemas.microsoft.com/office/drawing/2014/main" id="{07A1E919-60AB-A18F-3840-21148427F49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113;p15">
              <a:extLst>
                <a:ext uri="{FF2B5EF4-FFF2-40B4-BE49-F238E27FC236}">
                  <a16:creationId xmlns:a16="http://schemas.microsoft.com/office/drawing/2014/main" id="{CEEDB251-BCED-5285-CAF6-F81847B6FFD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25F97FC1-05D4-FB18-9637-FD51A82D58CE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8905F72A-CB09-FF92-DA98-2CAC3C3849B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1525F7F6-E33C-C40F-77A2-85FFE8EA6A1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2A6F4B76-487B-9DE1-AF7D-23121E1AEB8C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2FFB4670-A446-A369-D429-F7059131DA8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8893512D-0046-FB5F-8042-50CEC0B3DCD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119;p15">
            <a:extLst>
              <a:ext uri="{FF2B5EF4-FFF2-40B4-BE49-F238E27FC236}">
                <a16:creationId xmlns:a16="http://schemas.microsoft.com/office/drawing/2014/main" id="{C1D67D0F-2BC6-BCBE-B741-6FF11D849E94}"/>
              </a:ext>
            </a:extLst>
          </p:cNvPr>
          <p:cNvGrpSpPr/>
          <p:nvPr/>
        </p:nvGrpSpPr>
        <p:grpSpPr>
          <a:xfrm>
            <a:off x="5941883" y="3456278"/>
            <a:ext cx="1071600" cy="948114"/>
            <a:chOff x="725125" y="742575"/>
            <a:chExt cx="803700" cy="559200"/>
          </a:xfrm>
        </p:grpSpPr>
        <p:sp>
          <p:nvSpPr>
            <p:cNvPr id="23" name="Google Shape;120;p15">
              <a:extLst>
                <a:ext uri="{FF2B5EF4-FFF2-40B4-BE49-F238E27FC236}">
                  <a16:creationId xmlns:a16="http://schemas.microsoft.com/office/drawing/2014/main" id="{C35DF218-661A-3A94-8D51-9F862D25D63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121;p15">
              <a:extLst>
                <a:ext uri="{FF2B5EF4-FFF2-40B4-BE49-F238E27FC236}">
                  <a16:creationId xmlns:a16="http://schemas.microsoft.com/office/drawing/2014/main" id="{6BD18EAD-7A01-FABE-FF2C-F7EB0174B2D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F0F3FD15-31EB-513E-BC88-EF889D0422CB}"/>
              </a:ext>
            </a:extLst>
          </p:cNvPr>
          <p:cNvCxnSpPr>
            <a:cxnSpLocks/>
            <a:stCxn id="8" idx="2"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8" name="Google Shape;129;p15">
            <a:extLst>
              <a:ext uri="{FF2B5EF4-FFF2-40B4-BE49-F238E27FC236}">
                <a16:creationId xmlns:a16="http://schemas.microsoft.com/office/drawing/2014/main" id="{2D90669A-3A2B-AA6E-FD2D-DC19978C8C29}"/>
              </a:ext>
            </a:extLst>
          </p:cNvPr>
          <p:cNvCxnSpPr>
            <a:cxnSpLocks/>
            <a:stCxn id="58" idx="2"/>
            <a:endCxn id="36" idx="1"/>
          </p:cNvCxnSpPr>
          <p:nvPr/>
        </p:nvCxnSpPr>
        <p:spPr>
          <a:xfrm>
            <a:off x="4907151" y="2193168"/>
            <a:ext cx="1977082" cy="28218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E6480CAB-6CF9-1C9E-DE71-4132DD7C46B7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F54B5059-886C-3B61-D0D9-307BE2FE3C69}"/>
              </a:ext>
            </a:extLst>
          </p:cNvPr>
          <p:cNvCxnSpPr>
            <a:cxnSpLocks/>
            <a:stCxn id="54" idx="2"/>
            <a:endCxn id="18" idx="2"/>
          </p:cNvCxnSpPr>
          <p:nvPr/>
        </p:nvCxnSpPr>
        <p:spPr>
          <a:xfrm>
            <a:off x="3179536" y="988507"/>
            <a:ext cx="1681129" cy="29313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CC51723A-9CD8-9C50-A56B-4257C2680D7A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3657600" y="967607"/>
            <a:ext cx="2820083" cy="29627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C12E3A04-ACD0-AE93-40BE-27083550534B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3" name="Google Shape;111;p15">
            <a:extLst>
              <a:ext uri="{FF2B5EF4-FFF2-40B4-BE49-F238E27FC236}">
                <a16:creationId xmlns:a16="http://schemas.microsoft.com/office/drawing/2014/main" id="{91545D58-A711-247F-1DF6-2504ADFE1332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64" name="Google Shape;112;p15">
              <a:extLst>
                <a:ext uri="{FF2B5EF4-FFF2-40B4-BE49-F238E27FC236}">
                  <a16:creationId xmlns:a16="http://schemas.microsoft.com/office/drawing/2014/main" id="{D8014076-94F8-8463-F703-F850C2AE970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113;p15">
              <a:extLst>
                <a:ext uri="{FF2B5EF4-FFF2-40B4-BE49-F238E27FC236}">
                  <a16:creationId xmlns:a16="http://schemas.microsoft.com/office/drawing/2014/main" id="{6AC25D6A-A4CE-B438-28EA-58A189ACFB1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111;p15">
            <a:extLst>
              <a:ext uri="{FF2B5EF4-FFF2-40B4-BE49-F238E27FC236}">
                <a16:creationId xmlns:a16="http://schemas.microsoft.com/office/drawing/2014/main" id="{9DA359D9-32D8-6A60-D60F-100C47179D60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67" name="Google Shape;112;p15">
              <a:extLst>
                <a:ext uri="{FF2B5EF4-FFF2-40B4-BE49-F238E27FC236}">
                  <a16:creationId xmlns:a16="http://schemas.microsoft.com/office/drawing/2014/main" id="{DE9D58B8-7DA4-D722-B9F8-78D0E0AF507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113;p15">
              <a:extLst>
                <a:ext uri="{FF2B5EF4-FFF2-40B4-BE49-F238E27FC236}">
                  <a16:creationId xmlns:a16="http://schemas.microsoft.com/office/drawing/2014/main" id="{8F30B2A9-BE87-D395-7E35-E1B073AE446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0" name="Google Shape;324;p23">
            <a:extLst>
              <a:ext uri="{FF2B5EF4-FFF2-40B4-BE49-F238E27FC236}">
                <a16:creationId xmlns:a16="http://schemas.microsoft.com/office/drawing/2014/main" id="{3116AA30-1498-8C46-2A3B-6537039E5E9F}"/>
              </a:ext>
            </a:extLst>
          </p:cNvPr>
          <p:cNvCxnSpPr>
            <a:cxnSpLocks/>
            <a:stCxn id="14" idx="1"/>
            <a:endCxn id="65" idx="3"/>
          </p:cNvCxnSpPr>
          <p:nvPr/>
        </p:nvCxnSpPr>
        <p:spPr>
          <a:xfrm flipH="1">
            <a:off x="1726709" y="4156911"/>
            <a:ext cx="1120301" cy="2685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5ECB9C9C-326F-91BD-E95B-93009B6CDD48}"/>
              </a:ext>
            </a:extLst>
          </p:cNvPr>
          <p:cNvCxnSpPr>
            <a:cxnSpLocks/>
            <a:stCxn id="65" idx="3"/>
            <a:endCxn id="19" idx="1"/>
          </p:cNvCxnSpPr>
          <p:nvPr/>
        </p:nvCxnSpPr>
        <p:spPr>
          <a:xfrm>
            <a:off x="1726709" y="4425443"/>
            <a:ext cx="584501" cy="62740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226D33A7-E8C1-A7E8-9C66-A7359B2AF649}"/>
              </a:ext>
            </a:extLst>
          </p:cNvPr>
          <p:cNvSpPr txBox="1"/>
          <p:nvPr/>
        </p:nvSpPr>
        <p:spPr>
          <a:xfrm>
            <a:off x="109870" y="3798031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101</a:t>
            </a:r>
            <a:endParaRPr lang="ko-KR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A04C6BF-5E95-4C54-721B-9A368292B5D6}"/>
              </a:ext>
            </a:extLst>
          </p:cNvPr>
          <p:cNvSpPr txBox="1"/>
          <p:nvPr/>
        </p:nvSpPr>
        <p:spPr>
          <a:xfrm>
            <a:off x="109870" y="5129311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92607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BFEBB-391B-07AD-0C3C-398F3BF16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4203FCFC-C5E0-EF34-0CE0-CD4E21918542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CE77947A-FBE4-A38D-BF09-DF858F0D9D0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00BCB272-4115-7DA1-A26B-DDD0A890392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E56D075D-51E1-881D-447D-BB94AFEEE81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0B788CF0-F5D3-A60B-38E6-A257CE3436B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A9D0E126-23A6-22E9-ED30-42BF98DB9ACC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E1248B1F-533B-C339-B36B-D74F461B15B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8C32AFA1-0D2C-142F-0049-D64091799BF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C40BCBE3-FECC-ED96-9643-6D86567C344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132954DD-7B88-1488-75E0-12E5944BF95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DC8635F-FA8A-7FC9-83CF-074AD27528D0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85047E67-8BD6-2FDA-621F-B071834096D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160D5A38-6C19-B738-759E-8B4E57A4437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68951514-2CA2-7249-04FF-47F54FCA172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2FF6742-AF45-DA46-3779-35D8913A42D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3C38E54A-E193-E285-AF3E-E99874178B1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2FE00373-EB2E-604E-C270-4BDAFD22195A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CBC0F89E-1470-1305-4ABD-B18027F62637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E1CDBE53-2A49-95E6-1805-5A0AF37CBD9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BB11E8D0-ECA4-B032-B42D-91D66484F01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07239D22-47F4-2688-2FB7-74B44188388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14832831-BCD2-3BB0-A4E0-7D2102E57A4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8D634564-4ECF-40A0-CAA0-79B20D7F3B0C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69C876FA-F3DF-A8DD-2A44-E3D516C5CAD5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46571F44-C1C6-526A-EE5D-409621C6677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B9A5DED7-6ADA-CD2B-4377-832B9BBFE82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6EC0D33A-7BA1-DE8D-6832-3AD905F4366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6E8F7D80-868C-3411-E622-E8389E0A07F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E2D07D20-9840-8F5F-ABEB-D3DC0C8B7818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3179598-09F3-EC88-0F13-756999AAA3CB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16165F-BC75-B685-B097-26C51E34386A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104 </a:t>
            </a:r>
            <a:r>
              <a:rPr lang="en-US" altLang="ko-KR" dirty="0" err="1"/>
              <a:t>pNode</a:t>
            </a:r>
            <a:r>
              <a:rPr lang="en-US" altLang="ko-KR" dirty="0"/>
              <a:t> = </a:t>
            </a:r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pStart</a:t>
            </a:r>
            <a:r>
              <a:rPr lang="en-US" altLang="ko-KR" dirty="0"/>
              <a:t>, data)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D419C62D-490C-1728-2157-3685798DC1A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D3F5557C-B582-FB14-B205-1ED9701695C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65A60EA4-990F-4F52-6592-F9C3648AAC4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0D1D03B0-F5F2-8944-0BF3-376BD9F532C0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AFB0CFB3-2E65-BDCA-27D3-E302B8F962B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A5C7DAFA-DFBE-C466-8530-F4839FC03D5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EAEBD15A-9818-C64D-7AE3-7BB4DCFF8A0A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D0B0AF21-AF56-99E2-0D79-9BEF8170366F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3A9FA071-C89C-CA37-FD84-F4E80F8BAABA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3" name="Google Shape;111;p15">
            <a:extLst>
              <a:ext uri="{FF2B5EF4-FFF2-40B4-BE49-F238E27FC236}">
                <a16:creationId xmlns:a16="http://schemas.microsoft.com/office/drawing/2014/main" id="{C42783B9-BAED-362C-CBB8-A59F25C772A1}"/>
              </a:ext>
            </a:extLst>
          </p:cNvPr>
          <p:cNvGrpSpPr/>
          <p:nvPr/>
        </p:nvGrpSpPr>
        <p:grpSpPr>
          <a:xfrm>
            <a:off x="627750" y="1250471"/>
            <a:ext cx="1071600" cy="948113"/>
            <a:chOff x="725125" y="742575"/>
            <a:chExt cx="803700" cy="559200"/>
          </a:xfrm>
        </p:grpSpPr>
        <p:sp>
          <p:nvSpPr>
            <p:cNvPr id="64" name="Google Shape;112;p15">
              <a:extLst>
                <a:ext uri="{FF2B5EF4-FFF2-40B4-BE49-F238E27FC236}">
                  <a16:creationId xmlns:a16="http://schemas.microsoft.com/office/drawing/2014/main" id="{179854E3-CE35-080E-736A-3CCD8A6547D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113;p15">
              <a:extLst>
                <a:ext uri="{FF2B5EF4-FFF2-40B4-BE49-F238E27FC236}">
                  <a16:creationId xmlns:a16="http://schemas.microsoft.com/office/drawing/2014/main" id="{48424DC6-BE4B-53BE-B439-A1EFDEFF8FF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111;p15">
            <a:extLst>
              <a:ext uri="{FF2B5EF4-FFF2-40B4-BE49-F238E27FC236}">
                <a16:creationId xmlns:a16="http://schemas.microsoft.com/office/drawing/2014/main" id="{365264AE-143B-66BB-AA8E-924C3EB94CC6}"/>
              </a:ext>
            </a:extLst>
          </p:cNvPr>
          <p:cNvGrpSpPr/>
          <p:nvPr/>
        </p:nvGrpSpPr>
        <p:grpSpPr>
          <a:xfrm>
            <a:off x="2311210" y="1265646"/>
            <a:ext cx="1071600" cy="948113"/>
            <a:chOff x="725125" y="742575"/>
            <a:chExt cx="803700" cy="559200"/>
          </a:xfrm>
        </p:grpSpPr>
        <p:sp>
          <p:nvSpPr>
            <p:cNvPr id="67" name="Google Shape;112;p15">
              <a:extLst>
                <a:ext uri="{FF2B5EF4-FFF2-40B4-BE49-F238E27FC236}">
                  <a16:creationId xmlns:a16="http://schemas.microsoft.com/office/drawing/2014/main" id="{8EB9BCB9-FACE-1C99-82B9-46C1F2A53BA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113;p15">
              <a:extLst>
                <a:ext uri="{FF2B5EF4-FFF2-40B4-BE49-F238E27FC236}">
                  <a16:creationId xmlns:a16="http://schemas.microsoft.com/office/drawing/2014/main" id="{9D475230-E992-BD8A-36C1-1072FC1A654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F930CE4B-A880-6718-D352-383870510AA9}"/>
              </a:ext>
            </a:extLst>
          </p:cNvPr>
          <p:cNvCxnSpPr>
            <a:cxnSpLocks/>
            <a:stCxn id="65" idx="3"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8D4CAA8A-E28A-15F1-B528-0FE9D7098310}"/>
              </a:ext>
            </a:extLst>
          </p:cNvPr>
          <p:cNvCxnSpPr>
            <a:cxnSpLocks/>
            <a:stCxn id="69" idx="2"/>
            <a:endCxn id="18" idx="2"/>
          </p:cNvCxnSpPr>
          <p:nvPr/>
        </p:nvCxnSpPr>
        <p:spPr>
          <a:xfrm>
            <a:off x="2847010" y="2213760"/>
            <a:ext cx="2013655" cy="170612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53" name="Google Shape;111;p15">
            <a:extLst>
              <a:ext uri="{FF2B5EF4-FFF2-40B4-BE49-F238E27FC236}">
                <a16:creationId xmlns:a16="http://schemas.microsoft.com/office/drawing/2014/main" id="{B496DBB8-85DE-E2A5-FCB7-F21526D005CB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61" name="Google Shape;112;p15">
              <a:extLst>
                <a:ext uri="{FF2B5EF4-FFF2-40B4-BE49-F238E27FC236}">
                  <a16:creationId xmlns:a16="http://schemas.microsoft.com/office/drawing/2014/main" id="{BB162A77-51BC-3C6B-E036-4F039ABFF93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113;p15">
              <a:extLst>
                <a:ext uri="{FF2B5EF4-FFF2-40B4-BE49-F238E27FC236}">
                  <a16:creationId xmlns:a16="http://schemas.microsoft.com/office/drawing/2014/main" id="{4927BE9A-47F3-4448-AD90-4688BBBE2D3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" name="Google Shape;324;p23">
            <a:extLst>
              <a:ext uri="{FF2B5EF4-FFF2-40B4-BE49-F238E27FC236}">
                <a16:creationId xmlns:a16="http://schemas.microsoft.com/office/drawing/2014/main" id="{FCC6A485-8CEF-B332-D7DB-10B85658789E}"/>
              </a:ext>
            </a:extLst>
          </p:cNvPr>
          <p:cNvCxnSpPr>
            <a:cxnSpLocks/>
          </p:cNvCxnSpPr>
          <p:nvPr/>
        </p:nvCxnSpPr>
        <p:spPr>
          <a:xfrm flipH="1">
            <a:off x="1726709" y="4156911"/>
            <a:ext cx="1120301" cy="2685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D0473676-8669-F11E-7E70-A4CA11CC3814}"/>
              </a:ext>
            </a:extLst>
          </p:cNvPr>
          <p:cNvCxnSpPr>
            <a:cxnSpLocks/>
          </p:cNvCxnSpPr>
          <p:nvPr/>
        </p:nvCxnSpPr>
        <p:spPr>
          <a:xfrm>
            <a:off x="1726709" y="4425443"/>
            <a:ext cx="584501" cy="62740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BC53A101-FFC4-3978-0311-94F7BB2CCA87}"/>
              </a:ext>
            </a:extLst>
          </p:cNvPr>
          <p:cNvSpPr txBox="1"/>
          <p:nvPr/>
        </p:nvSpPr>
        <p:spPr>
          <a:xfrm>
            <a:off x="2172267" y="3907231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09550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97F55-E26B-B8E0-E370-5A0A1E605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DAED4FCA-3929-9735-888B-9A377A65E72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5932B769-9D4F-61EA-5C44-55E5B09E816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CBFF66DE-504C-12AD-95FE-E8642122B6B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8740A95F-AA5C-9091-1C73-37E661494CC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7CAA3CAA-2E8D-207D-E8B6-CEDE03FDC1B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AA4A5DC5-325C-A27A-F9FE-4E7D71586E4E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FC10C211-4DB7-D3EE-B8EF-A8F9B2908A6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3391557B-E6CF-B0E8-9B81-AD0276964FA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D590A5B-6C2E-8AA1-A6D6-6CB38F3D6E0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27037079-BC0E-C742-28D2-45F9C8948DC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109F88F-D42A-6C82-305C-478D90715EB5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82CBAABA-5D3E-3335-7983-5667AF1816E1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01AB4BE2-A7CB-4D9B-C1A7-208748C811A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8CEC7E1F-C5B6-0763-BC92-D85D531CD4A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B6E17978-279A-C304-89DA-6AB089D01D5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6F8CC117-36F6-145C-89DB-F7F788C87FE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E15D4A74-EB1E-5F6A-5F63-4790644F8FC5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3006F4F5-D4D2-9C24-1870-223B0B5F33D0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708FD7F5-E03B-C74A-4360-16CE83B217B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7170A03D-7F85-697A-1124-8D0803A3A18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9974990D-B7C0-C877-3D86-396ED6BFF82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D4F0B14-BF64-4360-27D2-C7B7BB2868B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4007CBEC-B24E-B282-342D-65A26B1FE635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BEE9F563-F5FD-D39C-26F7-0E4FCC1B7ACF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CF376523-1047-FD39-7536-2A30B841C14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53B83A72-832C-E5AD-C389-8818F559741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3A088AA2-82BC-5608-15CF-9AF06825964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F9F16516-2192-BFCB-C39E-AA74F0399C9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207AE4F9-5911-2D10-9716-D8614BFE2CA8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51616EB-F4A9-B140-405C-2FC259431B23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091D9C08-DDE4-51A5-6833-2D5C2EAEB3C0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0CDC692E-B632-29EA-2D07-0DFE79A6364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2B1690D1-A670-877F-FB8B-42C4E44C2AC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766FB49B-5FD5-9A9F-1D02-42F3720AE921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EBDCAFAE-E3BD-E907-C5FE-7E992DF94F7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D1AE6779-CBBD-A20C-166E-C9CAA59C6AA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6E0AF8AA-94E9-5652-58D2-9AA76D2153C3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1E8D1051-8A75-97D5-5EB3-E42D01013A0D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17FB9CA5-608F-C36D-8603-A8A1DACE48B8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3" name="Google Shape;111;p15">
            <a:extLst>
              <a:ext uri="{FF2B5EF4-FFF2-40B4-BE49-F238E27FC236}">
                <a16:creationId xmlns:a16="http://schemas.microsoft.com/office/drawing/2014/main" id="{462B6716-F7CF-F42E-F0E0-7CE757DFC442}"/>
              </a:ext>
            </a:extLst>
          </p:cNvPr>
          <p:cNvGrpSpPr/>
          <p:nvPr/>
        </p:nvGrpSpPr>
        <p:grpSpPr>
          <a:xfrm>
            <a:off x="627750" y="1250471"/>
            <a:ext cx="1071600" cy="948113"/>
            <a:chOff x="725125" y="742575"/>
            <a:chExt cx="803700" cy="559200"/>
          </a:xfrm>
        </p:grpSpPr>
        <p:sp>
          <p:nvSpPr>
            <p:cNvPr id="64" name="Google Shape;112;p15">
              <a:extLst>
                <a:ext uri="{FF2B5EF4-FFF2-40B4-BE49-F238E27FC236}">
                  <a16:creationId xmlns:a16="http://schemas.microsoft.com/office/drawing/2014/main" id="{C6CF6E1D-000D-A8FC-4413-1E17DB29DE9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113;p15">
              <a:extLst>
                <a:ext uri="{FF2B5EF4-FFF2-40B4-BE49-F238E27FC236}">
                  <a16:creationId xmlns:a16="http://schemas.microsoft.com/office/drawing/2014/main" id="{AE7FB47D-A695-C720-4F22-3916D087C2D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111;p15">
            <a:extLst>
              <a:ext uri="{FF2B5EF4-FFF2-40B4-BE49-F238E27FC236}">
                <a16:creationId xmlns:a16="http://schemas.microsoft.com/office/drawing/2014/main" id="{4FD0BF8D-C3C9-FC7E-0DD4-DFB35BBFC41D}"/>
              </a:ext>
            </a:extLst>
          </p:cNvPr>
          <p:cNvGrpSpPr/>
          <p:nvPr/>
        </p:nvGrpSpPr>
        <p:grpSpPr>
          <a:xfrm>
            <a:off x="2311210" y="1265646"/>
            <a:ext cx="1071600" cy="948113"/>
            <a:chOff x="725125" y="742575"/>
            <a:chExt cx="803700" cy="559200"/>
          </a:xfrm>
        </p:grpSpPr>
        <p:sp>
          <p:nvSpPr>
            <p:cNvPr id="67" name="Google Shape;112;p15">
              <a:extLst>
                <a:ext uri="{FF2B5EF4-FFF2-40B4-BE49-F238E27FC236}">
                  <a16:creationId xmlns:a16="http://schemas.microsoft.com/office/drawing/2014/main" id="{CC520E5A-7E8F-ACA7-B7D6-F0F9365B2BC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113;p15">
              <a:extLst>
                <a:ext uri="{FF2B5EF4-FFF2-40B4-BE49-F238E27FC236}">
                  <a16:creationId xmlns:a16="http://schemas.microsoft.com/office/drawing/2014/main" id="{F5C7014B-129A-A1EF-3C3D-F2BB13635B5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99B8AB58-56DE-F3FD-6A36-0DE99B21D693}"/>
              </a:ext>
            </a:extLst>
          </p:cNvPr>
          <p:cNvCxnSpPr>
            <a:cxnSpLocks/>
            <a:stCxn id="65" idx="3"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65BC9FC8-0FB4-E51D-2D24-66DF3A14FC43}"/>
              </a:ext>
            </a:extLst>
          </p:cNvPr>
          <p:cNvCxnSpPr>
            <a:cxnSpLocks/>
            <a:stCxn id="69" idx="2"/>
            <a:endCxn id="18" idx="2"/>
          </p:cNvCxnSpPr>
          <p:nvPr/>
        </p:nvCxnSpPr>
        <p:spPr>
          <a:xfrm>
            <a:off x="2847010" y="2213760"/>
            <a:ext cx="2013655" cy="170612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53" name="Google Shape;111;p15">
            <a:extLst>
              <a:ext uri="{FF2B5EF4-FFF2-40B4-BE49-F238E27FC236}">
                <a16:creationId xmlns:a16="http://schemas.microsoft.com/office/drawing/2014/main" id="{B71B09D6-BBF8-5BDE-48D1-F0B5A425E93C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61" name="Google Shape;112;p15">
              <a:extLst>
                <a:ext uri="{FF2B5EF4-FFF2-40B4-BE49-F238E27FC236}">
                  <a16:creationId xmlns:a16="http://schemas.microsoft.com/office/drawing/2014/main" id="{E2EFF519-F2D8-3A99-E8A2-1CC269DFE0A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113;p15">
              <a:extLst>
                <a:ext uri="{FF2B5EF4-FFF2-40B4-BE49-F238E27FC236}">
                  <a16:creationId xmlns:a16="http://schemas.microsoft.com/office/drawing/2014/main" id="{2D9B9BF1-F670-15E0-DD8D-7DDA87005E4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" name="Google Shape;324;p23">
            <a:extLst>
              <a:ext uri="{FF2B5EF4-FFF2-40B4-BE49-F238E27FC236}">
                <a16:creationId xmlns:a16="http://schemas.microsoft.com/office/drawing/2014/main" id="{44372AA5-48B8-583A-A332-E213AB52A835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1726709" y="4425443"/>
            <a:ext cx="2108842" cy="6274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00A6A181-203D-718E-68C4-7079FEB2AD05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1726709" y="4425443"/>
            <a:ext cx="2644642" cy="86676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C4119A6-E405-020F-A8DB-1AE64711239D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4235D5-1C99-27FD-B988-5DC4E00894B8}"/>
              </a:ext>
            </a:extLst>
          </p:cNvPr>
          <p:cNvSpPr txBox="1"/>
          <p:nvPr/>
        </p:nvSpPr>
        <p:spPr>
          <a:xfrm>
            <a:off x="3403249" y="4602798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93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D43B0F-5DFC-EFC2-7CFE-A3B55B98A1F2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104 </a:t>
            </a:r>
            <a:r>
              <a:rPr lang="en-US" altLang="ko-KR" dirty="0" err="1"/>
              <a:t>pNode</a:t>
            </a:r>
            <a:r>
              <a:rPr lang="en-US" altLang="ko-KR" dirty="0"/>
              <a:t> = </a:t>
            </a:r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pStart</a:t>
            </a:r>
            <a:r>
              <a:rPr lang="en-US" altLang="ko-KR" dirty="0"/>
              <a:t>, data)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91093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EC26-E587-D6FF-8188-351233671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0455D584-DA9D-9606-EF0D-86752E9FA7C8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CEDB63A2-30BA-9F28-A702-B38BA36CD00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59AF16C3-31EE-80F7-951C-39A39B9A3A6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957E6E55-210C-9646-AA26-2226A712C7C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17A362F9-C8AF-C9B1-59C2-39ABAE3E8CD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E33E4777-CDB3-816E-FE5A-6975B9936B06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970CD1D9-963A-DA1F-D9CE-F6BE7428EC5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326D8D3B-24AD-4E76-D5A8-0A917606FDA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F88F8D3B-251B-712B-F517-57FF24DB166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2D8E7F45-2BC0-3099-6F40-1D92AB59936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157AC207-0B67-D0F2-B127-C50B2978CD17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87744457-8CF7-E920-9340-15B8659185DD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82AC1C88-9C51-CF78-075D-80C50441B70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0B05349F-94AA-2BE0-BF46-D6AF443D598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41AA7945-A495-2F97-69DC-D9DD92FEF77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6C4C3983-B13E-4614-51E5-FDC1E794575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FF5F2B3E-2AE1-24E6-AF2A-497B8D3B1FDD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60F9093-E11F-7B98-9F8D-484BDFA6F5AD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E66B841E-7A4F-BFDB-C555-BAF9ACFD8C5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A93303A3-72D7-0557-372E-B9B4A7587AB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F8D8B46A-E8FE-6959-4324-5C83402274F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E078C9FC-AB2B-B341-96DD-85394EB5991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9D7DDFE8-016A-F920-5D8B-56C72AA9DAC6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998DB19E-6E02-1EAF-A121-4D5691BE1585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E97134F1-A567-B761-958A-0000181028F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3A360883-7AE6-2A8E-05B6-007664E02C9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90DE7665-4410-7A81-540D-CD8185FE65C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F8E1DDDC-0DAF-E8B0-1A9E-2BB3D050301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6029036-62C4-C577-BE28-57063D2954A7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3B3307D-C3DE-C370-9AA7-5864FFC41E2A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2C7EE276-265B-5E8C-75EC-96C44AD3963C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61D2AEF2-4FA1-5BEA-2720-B474371E026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4D4EE116-17D0-77BB-7598-BB518AA2565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F9C9A77A-D9C3-FD5E-CBA9-716174097685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9D6E5853-0C0D-4D02-9DC2-6988E556D99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E15C29ED-8D33-DA70-C2E0-3CE7780C61F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774B8841-87DA-34CE-4727-958849FF0321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253454D2-7151-3840-3BB4-A554009893F9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ED79F7E4-FC21-B449-3241-075773AEEE45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3" name="Google Shape;111;p15">
            <a:extLst>
              <a:ext uri="{FF2B5EF4-FFF2-40B4-BE49-F238E27FC236}">
                <a16:creationId xmlns:a16="http://schemas.microsoft.com/office/drawing/2014/main" id="{C0A5E368-68AE-981D-81EF-528BCD28CA7D}"/>
              </a:ext>
            </a:extLst>
          </p:cNvPr>
          <p:cNvGrpSpPr/>
          <p:nvPr/>
        </p:nvGrpSpPr>
        <p:grpSpPr>
          <a:xfrm>
            <a:off x="627750" y="1250471"/>
            <a:ext cx="1071600" cy="948113"/>
            <a:chOff x="725125" y="742575"/>
            <a:chExt cx="803700" cy="559200"/>
          </a:xfrm>
        </p:grpSpPr>
        <p:sp>
          <p:nvSpPr>
            <p:cNvPr id="64" name="Google Shape;112;p15">
              <a:extLst>
                <a:ext uri="{FF2B5EF4-FFF2-40B4-BE49-F238E27FC236}">
                  <a16:creationId xmlns:a16="http://schemas.microsoft.com/office/drawing/2014/main" id="{6FCFA07A-77D8-D204-AC1B-A6CB84C33B2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113;p15">
              <a:extLst>
                <a:ext uri="{FF2B5EF4-FFF2-40B4-BE49-F238E27FC236}">
                  <a16:creationId xmlns:a16="http://schemas.microsoft.com/office/drawing/2014/main" id="{DE982183-A873-7689-F2C9-C9CABDBCE33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111;p15">
            <a:extLst>
              <a:ext uri="{FF2B5EF4-FFF2-40B4-BE49-F238E27FC236}">
                <a16:creationId xmlns:a16="http://schemas.microsoft.com/office/drawing/2014/main" id="{291ECCD0-8C72-5D06-CAC0-1BE524D6D45E}"/>
              </a:ext>
            </a:extLst>
          </p:cNvPr>
          <p:cNvGrpSpPr/>
          <p:nvPr/>
        </p:nvGrpSpPr>
        <p:grpSpPr>
          <a:xfrm>
            <a:off x="2311210" y="1265646"/>
            <a:ext cx="1071600" cy="948113"/>
            <a:chOff x="725125" y="742575"/>
            <a:chExt cx="803700" cy="559200"/>
          </a:xfrm>
        </p:grpSpPr>
        <p:sp>
          <p:nvSpPr>
            <p:cNvPr id="67" name="Google Shape;112;p15">
              <a:extLst>
                <a:ext uri="{FF2B5EF4-FFF2-40B4-BE49-F238E27FC236}">
                  <a16:creationId xmlns:a16="http://schemas.microsoft.com/office/drawing/2014/main" id="{9D2A3E30-FA39-C872-8DC8-0955DDDB170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113;p15">
              <a:extLst>
                <a:ext uri="{FF2B5EF4-FFF2-40B4-BE49-F238E27FC236}">
                  <a16:creationId xmlns:a16="http://schemas.microsoft.com/office/drawing/2014/main" id="{4D1F2C52-031B-D517-9357-94CC13A8E2E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1F9F5306-5EB4-95C2-576C-699478F4920B}"/>
              </a:ext>
            </a:extLst>
          </p:cNvPr>
          <p:cNvCxnSpPr>
            <a:cxnSpLocks/>
            <a:stCxn id="65" idx="3"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DEAF9D64-406C-10A8-7964-9CABB8EE026D}"/>
              </a:ext>
            </a:extLst>
          </p:cNvPr>
          <p:cNvCxnSpPr>
            <a:cxnSpLocks/>
            <a:stCxn id="69" idx="2"/>
            <a:endCxn id="18" idx="2"/>
          </p:cNvCxnSpPr>
          <p:nvPr/>
        </p:nvCxnSpPr>
        <p:spPr>
          <a:xfrm>
            <a:off x="2847010" y="2213760"/>
            <a:ext cx="2013655" cy="170612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53" name="Google Shape;111;p15">
            <a:extLst>
              <a:ext uri="{FF2B5EF4-FFF2-40B4-BE49-F238E27FC236}">
                <a16:creationId xmlns:a16="http://schemas.microsoft.com/office/drawing/2014/main" id="{94E93296-A1B0-3BE1-512C-CF114618AF7F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61" name="Google Shape;112;p15">
              <a:extLst>
                <a:ext uri="{FF2B5EF4-FFF2-40B4-BE49-F238E27FC236}">
                  <a16:creationId xmlns:a16="http://schemas.microsoft.com/office/drawing/2014/main" id="{E248520A-0309-FE2B-21F4-DDBAEEA1756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113;p15">
              <a:extLst>
                <a:ext uri="{FF2B5EF4-FFF2-40B4-BE49-F238E27FC236}">
                  <a16:creationId xmlns:a16="http://schemas.microsoft.com/office/drawing/2014/main" id="{12E6141E-3187-FBB5-34E4-54D56812D04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" name="Google Shape;324;p23">
            <a:extLst>
              <a:ext uri="{FF2B5EF4-FFF2-40B4-BE49-F238E27FC236}">
                <a16:creationId xmlns:a16="http://schemas.microsoft.com/office/drawing/2014/main" id="{B08952A9-C0EC-805A-9267-6E4B00D8C95B}"/>
              </a:ext>
            </a:extLst>
          </p:cNvPr>
          <p:cNvCxnSpPr>
            <a:cxnSpLocks/>
            <a:stCxn id="8" idx="2"/>
          </p:cNvCxnSpPr>
          <p:nvPr/>
        </p:nvCxnSpPr>
        <p:spPr>
          <a:xfrm flipH="1" flipV="1">
            <a:off x="1726709" y="4425443"/>
            <a:ext cx="3559012" cy="5924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835C137F-956D-856F-0DE6-42C82ED4591A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1726709" y="4425443"/>
            <a:ext cx="4168983" cy="82897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183C7C4-6534-6C15-FD29-BAA7A1EC1E16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75816-F006-C06B-5E16-4517879D566F}"/>
              </a:ext>
            </a:extLst>
          </p:cNvPr>
          <p:cNvSpPr txBox="1"/>
          <p:nvPr/>
        </p:nvSpPr>
        <p:spPr>
          <a:xfrm>
            <a:off x="4943650" y="4648592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EDF4EE-784C-F358-AE04-22B4277C8DED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104 </a:t>
            </a:r>
            <a:r>
              <a:rPr lang="en-US" altLang="ko-KR" dirty="0" err="1"/>
              <a:t>pNode</a:t>
            </a:r>
            <a:r>
              <a:rPr lang="en-US" altLang="ko-KR" dirty="0"/>
              <a:t> = </a:t>
            </a:r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pStart</a:t>
            </a:r>
            <a:r>
              <a:rPr lang="en-US" altLang="ko-KR" dirty="0"/>
              <a:t>, data)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24451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FBD91-B0EE-2364-64E7-5149A6BE8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B63E381A-4E27-391E-4BC2-AA9EC472470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FD799F1F-133D-29BB-4000-85097B72B1A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57B8097-E432-C7C4-EB5A-EF62A51193E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0C78B35-7BAE-1063-E999-CA08F999EFD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C7877FA-F700-B8DF-DDFF-3F35F7BF6FD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7EAAF95C-0342-4937-C1CF-CA76A336D65F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17D819CF-D097-C77B-CF25-1E8DF4F3A83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4EC2DEC0-687E-1AD4-2913-B89B4005309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0586429F-8D99-889C-1458-A4972299187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DC2EDA6A-3668-1F34-8710-601148DDC64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622BEF7B-85C2-5503-DC10-ACE6BB5B456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ABCBDC3B-3BFE-C91B-8BC0-88C078F76F13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01DE136F-095E-C5BB-C835-05402454AD8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6E27E9CD-AFFF-9C10-D167-D99B5EAA657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A0497B28-AE71-7F2F-DB35-AB6658BE690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03248D91-00B5-BDAD-F30B-86594E8A9B9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8485751B-8656-DFF6-66DE-E51DE1536617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1AEDAF91-516F-5ED7-4852-0A989A00B275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17671268-A0A5-7495-5FCC-0B8CE4838C4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1AE8B3F0-50B0-0B94-77C7-ABBE967C3D8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E3F53B3F-8412-10F9-E833-2E0D5A4F36B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4ABCF55F-DC2A-05E5-D821-742518A466B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F6345582-93AD-8695-F494-ACC93CEDBF2E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5E66C33B-4EB7-6696-7FAD-8C2CE9AAE8A5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966912B8-D88E-FA74-E2E7-20103A6CB78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64E77BC8-6322-05C1-FB1D-6DCE9DE029F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CF7414EF-9B7F-7962-9C6F-57CF4FC5960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C67B8F5D-B8FA-53FB-4F7F-7EB3C04A792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B0ACDF30-BD4B-C399-898E-4F74C9BCB948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19C36C3-0F4E-61ED-E2D5-E7431306AF4A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6E64195C-3560-F2CD-1513-A9E5E7126F51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6A4896D0-B867-FCB5-6AB4-1A74DF7C8E5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1C6FB37E-7E53-055A-A369-6003FD29C83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94D7EFE2-CBC0-7E17-2E7B-53DCE4178680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D87CFE85-8652-FC94-FA29-41FFEFA3BFF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8813017E-11F6-0F20-2733-3701A2B0ACC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089E0D0A-9676-9E25-E7B9-ECC85CEE2A49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4E50FD79-BF10-8CF0-A509-F6D762BCEB88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A20D6A1F-4357-4D37-2D03-3F5F0A51AF9E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3" name="Google Shape;111;p15">
            <a:extLst>
              <a:ext uri="{FF2B5EF4-FFF2-40B4-BE49-F238E27FC236}">
                <a16:creationId xmlns:a16="http://schemas.microsoft.com/office/drawing/2014/main" id="{085AAA6E-6B8A-261F-4BFB-BBAB57B47E60}"/>
              </a:ext>
            </a:extLst>
          </p:cNvPr>
          <p:cNvGrpSpPr/>
          <p:nvPr/>
        </p:nvGrpSpPr>
        <p:grpSpPr>
          <a:xfrm>
            <a:off x="627750" y="1250471"/>
            <a:ext cx="1071600" cy="948113"/>
            <a:chOff x="725125" y="742575"/>
            <a:chExt cx="803700" cy="559200"/>
          </a:xfrm>
        </p:grpSpPr>
        <p:sp>
          <p:nvSpPr>
            <p:cNvPr id="64" name="Google Shape;112;p15">
              <a:extLst>
                <a:ext uri="{FF2B5EF4-FFF2-40B4-BE49-F238E27FC236}">
                  <a16:creationId xmlns:a16="http://schemas.microsoft.com/office/drawing/2014/main" id="{75B95348-408E-01F2-643F-CBB285AA9EE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113;p15">
              <a:extLst>
                <a:ext uri="{FF2B5EF4-FFF2-40B4-BE49-F238E27FC236}">
                  <a16:creationId xmlns:a16="http://schemas.microsoft.com/office/drawing/2014/main" id="{ED2349E1-E223-028F-5A0B-40F8C1F3D7D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111;p15">
            <a:extLst>
              <a:ext uri="{FF2B5EF4-FFF2-40B4-BE49-F238E27FC236}">
                <a16:creationId xmlns:a16="http://schemas.microsoft.com/office/drawing/2014/main" id="{1E7053ED-BBDC-1AFB-23B9-F2F28FAAF22A}"/>
              </a:ext>
            </a:extLst>
          </p:cNvPr>
          <p:cNvGrpSpPr/>
          <p:nvPr/>
        </p:nvGrpSpPr>
        <p:grpSpPr>
          <a:xfrm>
            <a:off x="2311210" y="1265646"/>
            <a:ext cx="1071600" cy="948113"/>
            <a:chOff x="725125" y="742575"/>
            <a:chExt cx="803700" cy="559200"/>
          </a:xfrm>
        </p:grpSpPr>
        <p:sp>
          <p:nvSpPr>
            <p:cNvPr id="67" name="Google Shape;112;p15">
              <a:extLst>
                <a:ext uri="{FF2B5EF4-FFF2-40B4-BE49-F238E27FC236}">
                  <a16:creationId xmlns:a16="http://schemas.microsoft.com/office/drawing/2014/main" id="{474F12A6-D220-86B5-ADA2-F0A0B38AF84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113;p15">
              <a:extLst>
                <a:ext uri="{FF2B5EF4-FFF2-40B4-BE49-F238E27FC236}">
                  <a16:creationId xmlns:a16="http://schemas.microsoft.com/office/drawing/2014/main" id="{C9118B46-C25B-48CA-701F-27F2CF44456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503891CF-5DDA-7129-FA9E-CD9580014C55}"/>
              </a:ext>
            </a:extLst>
          </p:cNvPr>
          <p:cNvCxnSpPr>
            <a:cxnSpLocks/>
            <a:stCxn id="65" idx="3"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1D587A3D-E2A4-37D4-12A4-3D6EBDFF745D}"/>
              </a:ext>
            </a:extLst>
          </p:cNvPr>
          <p:cNvCxnSpPr>
            <a:cxnSpLocks/>
            <a:stCxn id="69" idx="2"/>
            <a:endCxn id="18" idx="2"/>
          </p:cNvCxnSpPr>
          <p:nvPr/>
        </p:nvCxnSpPr>
        <p:spPr>
          <a:xfrm>
            <a:off x="2847010" y="2213760"/>
            <a:ext cx="2013655" cy="170612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53" name="Google Shape;111;p15">
            <a:extLst>
              <a:ext uri="{FF2B5EF4-FFF2-40B4-BE49-F238E27FC236}">
                <a16:creationId xmlns:a16="http://schemas.microsoft.com/office/drawing/2014/main" id="{6FC870F1-7C23-1C0A-3648-08B703937E53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61" name="Google Shape;112;p15">
              <a:extLst>
                <a:ext uri="{FF2B5EF4-FFF2-40B4-BE49-F238E27FC236}">
                  <a16:creationId xmlns:a16="http://schemas.microsoft.com/office/drawing/2014/main" id="{216D4203-0800-FE25-0372-AABD69537F9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113;p15">
              <a:extLst>
                <a:ext uri="{FF2B5EF4-FFF2-40B4-BE49-F238E27FC236}">
                  <a16:creationId xmlns:a16="http://schemas.microsoft.com/office/drawing/2014/main" id="{06792108-E625-B1E1-62A7-29900B1DED8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" name="Google Shape;324;p23">
            <a:extLst>
              <a:ext uri="{FF2B5EF4-FFF2-40B4-BE49-F238E27FC236}">
                <a16:creationId xmlns:a16="http://schemas.microsoft.com/office/drawing/2014/main" id="{37059689-B27C-225B-782B-EAEE8D87EE2C}"/>
              </a:ext>
            </a:extLst>
          </p:cNvPr>
          <p:cNvCxnSpPr>
            <a:cxnSpLocks/>
          </p:cNvCxnSpPr>
          <p:nvPr/>
        </p:nvCxnSpPr>
        <p:spPr>
          <a:xfrm flipH="1" flipV="1">
            <a:off x="1726709" y="4425443"/>
            <a:ext cx="3559012" cy="5924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13B8422B-2D49-1F56-845B-ADA03F9F1519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1726709" y="4425443"/>
            <a:ext cx="4168983" cy="82897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D75D362-11B1-F5ED-78FD-0BD97F539927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E53933-1037-66C2-70E1-14797DC4BB5F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104 </a:t>
            </a:r>
            <a:r>
              <a:rPr lang="en-US" altLang="ko-KR" dirty="0" err="1"/>
              <a:t>pNode</a:t>
            </a:r>
            <a:r>
              <a:rPr lang="en-US" altLang="ko-KR" dirty="0"/>
              <a:t> = </a:t>
            </a:r>
            <a:r>
              <a:rPr lang="en-US" altLang="ko-KR" dirty="0" err="1"/>
              <a:t>FindNodeData</a:t>
            </a:r>
            <a:r>
              <a:rPr lang="en-US" altLang="ko-KR" dirty="0"/>
              <a:t>(</a:t>
            </a:r>
            <a:r>
              <a:rPr lang="en-US" altLang="ko-KR" dirty="0" err="1"/>
              <a:t>pStart</a:t>
            </a:r>
            <a:r>
              <a:rPr lang="en-US" altLang="ko-KR" dirty="0"/>
              <a:t>, data)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65640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CFBF8-9A86-B954-C5C8-EC1FA2389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281CD1B2-4474-427F-D190-37379F57B0E7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E27A5A91-72E6-3D39-1214-AB557C7EBAA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2079248C-BA37-3C81-0E1C-A03A0278417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05B17EE-E77E-4F11-997C-41D2E8D982D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F1F90FAA-5A33-72CB-CF2D-B7CDFFC0F8F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86829BCA-5C28-8214-760F-717313E0BFC6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673DA360-E871-7DA8-5F73-8DA58D1952C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7577ADBA-D412-CBCD-89E3-0E9587A26FD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911F9530-1785-3652-508E-058E4CC2083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5C5ECEA1-C6E7-4C0D-5C39-E024208CEB9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A681859D-F5BF-5A01-5A18-807B6492182C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84AD1D6B-135E-4657-BCF8-FF3D984E20DF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98E3CCB0-E268-3F65-C9E6-B63E1A8B70E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22F2A800-A6AF-916A-65B1-F49724E5C6E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39DD4675-DCC1-1F44-E0C2-6F670267C35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405EB942-CB7E-1AD7-184D-82C22D68969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AC294800-CC1C-DAF9-E534-A53CAED49C7D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228FD46C-92D1-6A9E-B0D6-B4E3090B8E0B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6556DF3D-5510-BE9E-C002-87AFD3ED1F1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3998AFA0-2567-C899-FEF9-5C87BF52060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05B99464-6B95-13D5-69A5-051F3108F46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D205CA71-AFFA-E00B-982F-560CE7D5144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6A2896E9-247F-E231-6754-EC729D0C8E37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DF708F28-B9B6-ADCA-9C08-FDB3F8CD40FA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1402B5EA-7F75-201C-D2E9-3B8F6E26D67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070A2E8D-6200-8CC3-302A-4150A00158E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DF0A49F5-99E2-92AF-7CBB-4C82195C332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BF5F750B-6922-726E-8B4D-A1D7F1D51C8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90EA459D-7807-0D0C-E823-35AB9C7FDDB3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1EBAEEA-2DEA-43F7-1E3E-7F907FD4AA7D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140C8CB7-8E02-4530-3C3E-DE492DCB84CA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0A7B814D-5D88-7ED0-FBEE-E05997FE2DF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18A0A9F8-7BE1-1D15-B0A2-9F8E476B72C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F240BAD0-9EE7-C0BF-6036-BCA60A783929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99E224C9-ECB8-3C4C-E61B-40829EC44FF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60307859-E286-6147-7454-55D4E1D57F5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3DE94FB3-177E-5836-2F70-E42414403F49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FA173A14-B1F7-9D79-32ED-613A464C5AAC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F195CEBF-4209-A69A-7768-6A4DA4DDC317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3" name="Google Shape;111;p15">
            <a:extLst>
              <a:ext uri="{FF2B5EF4-FFF2-40B4-BE49-F238E27FC236}">
                <a16:creationId xmlns:a16="http://schemas.microsoft.com/office/drawing/2014/main" id="{D684E927-3B84-1D1D-35D9-FB328B71BB7C}"/>
              </a:ext>
            </a:extLst>
          </p:cNvPr>
          <p:cNvGrpSpPr/>
          <p:nvPr/>
        </p:nvGrpSpPr>
        <p:grpSpPr>
          <a:xfrm>
            <a:off x="627750" y="1250471"/>
            <a:ext cx="1071600" cy="948113"/>
            <a:chOff x="725125" y="742575"/>
            <a:chExt cx="803700" cy="559200"/>
          </a:xfrm>
        </p:grpSpPr>
        <p:sp>
          <p:nvSpPr>
            <p:cNvPr id="64" name="Google Shape;112;p15">
              <a:extLst>
                <a:ext uri="{FF2B5EF4-FFF2-40B4-BE49-F238E27FC236}">
                  <a16:creationId xmlns:a16="http://schemas.microsoft.com/office/drawing/2014/main" id="{9BE23046-68B5-4DF3-0DC5-5BFA9401026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113;p15">
              <a:extLst>
                <a:ext uri="{FF2B5EF4-FFF2-40B4-BE49-F238E27FC236}">
                  <a16:creationId xmlns:a16="http://schemas.microsoft.com/office/drawing/2014/main" id="{2670D6FB-0024-5AE6-63BD-BD4E17B9D06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111;p15">
            <a:extLst>
              <a:ext uri="{FF2B5EF4-FFF2-40B4-BE49-F238E27FC236}">
                <a16:creationId xmlns:a16="http://schemas.microsoft.com/office/drawing/2014/main" id="{060F5BD4-4915-560F-7B01-7F4461E5CF5F}"/>
              </a:ext>
            </a:extLst>
          </p:cNvPr>
          <p:cNvGrpSpPr/>
          <p:nvPr/>
        </p:nvGrpSpPr>
        <p:grpSpPr>
          <a:xfrm>
            <a:off x="2311210" y="1265646"/>
            <a:ext cx="1071600" cy="948113"/>
            <a:chOff x="725125" y="742575"/>
            <a:chExt cx="803700" cy="559200"/>
          </a:xfrm>
        </p:grpSpPr>
        <p:sp>
          <p:nvSpPr>
            <p:cNvPr id="67" name="Google Shape;112;p15">
              <a:extLst>
                <a:ext uri="{FF2B5EF4-FFF2-40B4-BE49-F238E27FC236}">
                  <a16:creationId xmlns:a16="http://schemas.microsoft.com/office/drawing/2014/main" id="{B8F0F1F9-5CEC-D034-6276-7F755368F89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113;p15">
              <a:extLst>
                <a:ext uri="{FF2B5EF4-FFF2-40B4-BE49-F238E27FC236}">
                  <a16:creationId xmlns:a16="http://schemas.microsoft.com/office/drawing/2014/main" id="{9BBBFCAB-8D98-85E9-F22A-5388425E7F8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DF0C0C64-7B64-D5F6-F6E2-5CDC7EAD43E5}"/>
              </a:ext>
            </a:extLst>
          </p:cNvPr>
          <p:cNvCxnSpPr>
            <a:cxnSpLocks/>
            <a:stCxn id="65" idx="3"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9F92A80A-CDE5-0C0E-FB61-34ECC70AAF24}"/>
              </a:ext>
            </a:extLst>
          </p:cNvPr>
          <p:cNvCxnSpPr>
            <a:cxnSpLocks/>
            <a:stCxn id="62" idx="3"/>
            <a:endCxn id="8" idx="1"/>
          </p:cNvCxnSpPr>
          <p:nvPr/>
        </p:nvCxnSpPr>
        <p:spPr>
          <a:xfrm flipV="1">
            <a:off x="1726709" y="1974270"/>
            <a:ext cx="2379842" cy="24511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53" name="Google Shape;111;p15">
            <a:extLst>
              <a:ext uri="{FF2B5EF4-FFF2-40B4-BE49-F238E27FC236}">
                <a16:creationId xmlns:a16="http://schemas.microsoft.com/office/drawing/2014/main" id="{A018AB7F-8799-F545-A6A8-D04C33CA98F5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61" name="Google Shape;112;p15">
              <a:extLst>
                <a:ext uri="{FF2B5EF4-FFF2-40B4-BE49-F238E27FC236}">
                  <a16:creationId xmlns:a16="http://schemas.microsoft.com/office/drawing/2014/main" id="{80DC0987-E93C-62AF-2A23-1C52F6FAD0D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113;p15">
              <a:extLst>
                <a:ext uri="{FF2B5EF4-FFF2-40B4-BE49-F238E27FC236}">
                  <a16:creationId xmlns:a16="http://schemas.microsoft.com/office/drawing/2014/main" id="{FCFDB572-728B-8E3B-9E15-E2E7704B477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" name="Google Shape;324;p23">
            <a:extLst>
              <a:ext uri="{FF2B5EF4-FFF2-40B4-BE49-F238E27FC236}">
                <a16:creationId xmlns:a16="http://schemas.microsoft.com/office/drawing/2014/main" id="{3FB83F91-E416-F99B-3BA1-616C3E001D33}"/>
              </a:ext>
            </a:extLst>
          </p:cNvPr>
          <p:cNvCxnSpPr>
            <a:cxnSpLocks/>
          </p:cNvCxnSpPr>
          <p:nvPr/>
        </p:nvCxnSpPr>
        <p:spPr>
          <a:xfrm flipH="1" flipV="1">
            <a:off x="1726709" y="4425443"/>
            <a:ext cx="3559012" cy="5924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57EF56E8-C505-B49D-5FB8-FBF748CE5816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1726709" y="4425443"/>
            <a:ext cx="4168983" cy="82897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D0B9347-394A-6A6C-0670-A080E1ACCBDC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2BE27-3AD9-3068-A228-A96CDF275CE5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6667593-5C42-C904-EFA2-5B0DF99F18D6}"/>
              </a:ext>
            </a:extLst>
          </p:cNvPr>
          <p:cNvGrpSpPr/>
          <p:nvPr/>
        </p:nvGrpSpPr>
        <p:grpSpPr>
          <a:xfrm>
            <a:off x="4106551" y="1263184"/>
            <a:ext cx="1071600" cy="948113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83B7F8D9-E13E-5356-84FD-787ED4F9FF3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5045AA73-B23B-C53B-E43F-90E23810D5D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" name="Google Shape;324;p23">
            <a:extLst>
              <a:ext uri="{FF2B5EF4-FFF2-40B4-BE49-F238E27FC236}">
                <a16:creationId xmlns:a16="http://schemas.microsoft.com/office/drawing/2014/main" id="{EB35FF87-A09F-CEE2-C525-F1979F73FF58}"/>
              </a:ext>
            </a:extLst>
          </p:cNvPr>
          <p:cNvCxnSpPr>
            <a:cxnSpLocks/>
          </p:cNvCxnSpPr>
          <p:nvPr/>
        </p:nvCxnSpPr>
        <p:spPr>
          <a:xfrm>
            <a:off x="2875209" y="2210900"/>
            <a:ext cx="2013655" cy="170612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C9F83AB-4258-7CDE-25EC-F13BFE0E65E6}"/>
              </a:ext>
            </a:extLst>
          </p:cNvPr>
          <p:cNvSpPr txBox="1"/>
          <p:nvPr/>
        </p:nvSpPr>
        <p:spPr>
          <a:xfrm>
            <a:off x="2352981" y="2637617"/>
            <a:ext cx="943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90-104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60657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2A74B-DC54-D25E-74B3-A62EEEF4A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119;p15">
            <a:extLst>
              <a:ext uri="{FF2B5EF4-FFF2-40B4-BE49-F238E27FC236}">
                <a16:creationId xmlns:a16="http://schemas.microsoft.com/office/drawing/2014/main" id="{F753827B-B5AB-D128-EABB-48599FAF8CC9}"/>
              </a:ext>
            </a:extLst>
          </p:cNvPr>
          <p:cNvGrpSpPr/>
          <p:nvPr/>
        </p:nvGrpSpPr>
        <p:grpSpPr>
          <a:xfrm>
            <a:off x="5941883" y="3456278"/>
            <a:ext cx="1071600" cy="948114"/>
            <a:chOff x="725125" y="742575"/>
            <a:chExt cx="803700" cy="559200"/>
          </a:xfrm>
        </p:grpSpPr>
        <p:sp>
          <p:nvSpPr>
            <p:cNvPr id="83" name="Google Shape;120;p15">
              <a:extLst>
                <a:ext uri="{FF2B5EF4-FFF2-40B4-BE49-F238E27FC236}">
                  <a16:creationId xmlns:a16="http://schemas.microsoft.com/office/drawing/2014/main" id="{35E6CB6D-2917-8291-075F-F40A56D4585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121;p15">
              <a:extLst>
                <a:ext uri="{FF2B5EF4-FFF2-40B4-BE49-F238E27FC236}">
                  <a16:creationId xmlns:a16="http://schemas.microsoft.com/office/drawing/2014/main" id="{693DBB13-A2AB-96AE-AA86-1095ABDF592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9CFE7B0D-68D5-DAF8-6EDB-FC3804C97001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364BDDF3-FFA8-E118-2F41-C8F9123F585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8729293D-9036-DE99-B61A-9F99C28963E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4718005D-9E64-E2D6-B7A1-438AD8BB9F1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3D4DDD78-8496-5221-05FF-B6B0C5605E2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79C06A83-645E-D9D8-39E5-A159A4B66581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8283D8F5-9ADB-AEE2-62FD-B380D36E855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47860B8A-F1F4-1D07-736F-7F4A7469346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4C63F7FD-E577-7B06-6ACB-7CCA399A035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D3EEC582-33EE-5E77-B45D-B772EA260FD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11D574A7-E409-7E3A-650D-97E3717C7EC4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B81F3CA3-8E22-CD11-0647-82E0BD8153DF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42948A69-49C6-9A98-4F42-771D1F4F08B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0C14E598-53B1-F7A2-9E69-E18B7B8078F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BA5287B8-3677-345C-0420-A3971A9977E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07A801EC-643A-C4D7-12A3-E66F9A22EC3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48A20BCE-D312-7A9B-30A2-FCF0245F61BE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F1A3A0DB-3DFD-551D-85E0-2D49CCA8CADD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A20B008D-37F8-7EB2-35CF-279B6B94B24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A0F8AB33-09DA-AE03-C399-A439D03BB9D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8DE90386-1B77-CA77-3839-D9C742848BC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55EB1AB-FBA5-7095-3DFC-F233FBC5903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A34E5F3D-CA27-8BDE-5F19-EA4960C0ABF0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653CD6DB-EEC4-2C9F-6A38-42AECD99625A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1263D6A2-4999-6FDC-FF9D-836435AC148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8EB2A6F1-1B84-B252-6451-0DA61B1B263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884CBB60-7C14-AA8E-F819-D51682C90B0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55620E4C-7A98-593F-590E-6B7953B051C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89808CC8-CC53-95F1-AC56-5F036C040BD4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3F1645E-B0D3-FDC6-7D7A-94F3E769BD49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FBDD1E28-20DC-3BF3-1F5F-35067B68D052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39628214-982D-19D6-F186-0927DAD41D4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AF18EDCE-4941-31AC-F968-AD5924D0018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3FFAFDE0-7F65-1CF3-9CC6-D741CD21FB35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D940A66B-68EE-7A26-5D03-6F9A23EE7FE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3E64AE29-9371-12AF-DA0F-B7C0223F188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11271AED-9CC1-6089-55CB-D56B921CADB9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99DC3009-0DF5-62C5-2CF0-3293A69619A3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6D01AB73-295F-37F0-FB0E-4BF5017B3EB9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CA2F61C5-243E-0D0E-68EA-2E4169B618F7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E3C2E7E5-5976-0875-BEA5-DCF1432B524E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1726709" y="4425443"/>
            <a:ext cx="4168983" cy="82897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615E0A8-B061-ED0F-0DB8-4C9C97053D34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7B068CFF-1A61-F4E3-2520-0618762BDE51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5868D43C-3425-A2E2-EA1A-D770A1F88BC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82806E79-98BA-E11E-B2B0-0A71C0B8CB3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32627DEA-B036-B984-6772-A17669BA10E5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8CD2FF37-B210-A3E8-2B9A-516D79EEB91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F428A2D9-4856-9211-9423-1B6B16AC63F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2786921A-BC12-6164-C85C-0B2BE3CD1D03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0C177741-2609-E836-F568-9B5A6D29F80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BFE122D6-4EC0-753B-1378-70C7ED6E398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4BBA5844-CF10-C5CF-DA1E-11239A34C88A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1F92E19D-BBE3-6084-1452-DB331B5132B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938CFBB3-96EC-0441-D326-E4E08B82F50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111;p15">
            <a:extLst>
              <a:ext uri="{FF2B5EF4-FFF2-40B4-BE49-F238E27FC236}">
                <a16:creationId xmlns:a16="http://schemas.microsoft.com/office/drawing/2014/main" id="{35CF60C7-81D4-4AB1-89DE-FB8DCC289862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80" name="Google Shape;112;p15">
              <a:extLst>
                <a:ext uri="{FF2B5EF4-FFF2-40B4-BE49-F238E27FC236}">
                  <a16:creationId xmlns:a16="http://schemas.microsoft.com/office/drawing/2014/main" id="{1667D5CE-4000-A425-2E48-53F31D44659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113;p15">
              <a:extLst>
                <a:ext uri="{FF2B5EF4-FFF2-40B4-BE49-F238E27FC236}">
                  <a16:creationId xmlns:a16="http://schemas.microsoft.com/office/drawing/2014/main" id="{527005EF-3EE9-EFA0-B850-027EF78AA2A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5" name="Google Shape;129;p15">
            <a:extLst>
              <a:ext uri="{FF2B5EF4-FFF2-40B4-BE49-F238E27FC236}">
                <a16:creationId xmlns:a16="http://schemas.microsoft.com/office/drawing/2014/main" id="{4C79512C-032A-AB80-AE61-DD21EA8342E5}"/>
              </a:ext>
            </a:extLst>
          </p:cNvPr>
          <p:cNvCxnSpPr>
            <a:cxnSpLocks/>
          </p:cNvCxnSpPr>
          <p:nvPr/>
        </p:nvCxnSpPr>
        <p:spPr>
          <a:xfrm>
            <a:off x="4907151" y="2193168"/>
            <a:ext cx="1977082" cy="28218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4609641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DCB0B-B0EC-F1CB-5867-21A62B01B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77F04B5B-20C8-A419-DCAC-BBAD9731FD70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4B7A8-D314-C76A-4BA4-831AFBF88ECA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106 </a:t>
            </a:r>
            <a:r>
              <a:rPr lang="en-US" altLang="ko-KR" dirty="0" err="1"/>
              <a:t>pInsert</a:t>
            </a:r>
            <a:r>
              <a:rPr lang="en-US" altLang="ko-KR" dirty="0"/>
              <a:t> =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pInsert</a:t>
            </a:r>
            <a:r>
              <a:rPr lang="en-US" altLang="ko-KR" dirty="0"/>
              <a:t>, insert)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0D64FA3B-F9B5-AC29-CD9B-3C0259A65CEA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194DDDAC-49CC-BB1A-2F03-50A1D659646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62796EEE-699B-F081-466F-7E62DE0793E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7A649EBE-9D05-8A5A-5A03-6EA37BB1A6F5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AA90B7C3-C5D8-C5B8-27AF-0A840D6CD3D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041DA146-3A9E-0847-EC71-055F25A78B3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4580E0E6-9097-87D5-88A9-FFA418A5AE17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E93BFBF9-6133-9F8F-26F4-35B223921FB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EB334E34-C720-B292-B8F5-7763CA1324C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A79DEB9-F130-4A0E-CC01-E4FB6BD301DA}"/>
              </a:ext>
            </a:extLst>
          </p:cNvPr>
          <p:cNvSpPr txBox="1"/>
          <p:nvPr/>
        </p:nvSpPr>
        <p:spPr>
          <a:xfrm>
            <a:off x="121308" y="3766720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73</a:t>
            </a:r>
            <a:endParaRPr lang="ko-KR" altLang="en-US" dirty="0"/>
          </a:p>
        </p:txBody>
      </p:sp>
      <p:grpSp>
        <p:nvGrpSpPr>
          <p:cNvPr id="30" name="Google Shape;119;p15">
            <a:extLst>
              <a:ext uri="{FF2B5EF4-FFF2-40B4-BE49-F238E27FC236}">
                <a16:creationId xmlns:a16="http://schemas.microsoft.com/office/drawing/2014/main" id="{10E6F51C-DDC3-D1A1-C273-45C7212677C1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1" name="Google Shape;120;p15">
              <a:extLst>
                <a:ext uri="{FF2B5EF4-FFF2-40B4-BE49-F238E27FC236}">
                  <a16:creationId xmlns:a16="http://schemas.microsoft.com/office/drawing/2014/main" id="{E5F1F061-38E5-BD0B-169D-5744274D3CD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21;p15">
              <a:extLst>
                <a:ext uri="{FF2B5EF4-FFF2-40B4-BE49-F238E27FC236}">
                  <a16:creationId xmlns:a16="http://schemas.microsoft.com/office/drawing/2014/main" id="{45A6135B-FECB-C2AC-F1F4-32BB6B9C703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oogle Shape;119;p15">
            <a:extLst>
              <a:ext uri="{FF2B5EF4-FFF2-40B4-BE49-F238E27FC236}">
                <a16:creationId xmlns:a16="http://schemas.microsoft.com/office/drawing/2014/main" id="{458380EA-8F55-12F8-9FCA-E585063740A9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40" name="Google Shape;120;p15">
              <a:extLst>
                <a:ext uri="{FF2B5EF4-FFF2-40B4-BE49-F238E27FC236}">
                  <a16:creationId xmlns:a16="http://schemas.microsoft.com/office/drawing/2014/main" id="{71DF28F0-F7C4-12CC-A474-E0E5062F5EC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121;p15">
              <a:extLst>
                <a:ext uri="{FF2B5EF4-FFF2-40B4-BE49-F238E27FC236}">
                  <a16:creationId xmlns:a16="http://schemas.microsoft.com/office/drawing/2014/main" id="{CAD87EEE-94AE-A033-12CB-5793606C6F3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" name="Google Shape;324;p23">
            <a:extLst>
              <a:ext uri="{FF2B5EF4-FFF2-40B4-BE49-F238E27FC236}">
                <a16:creationId xmlns:a16="http://schemas.microsoft.com/office/drawing/2014/main" id="{CA23E036-0A0F-71D1-A37E-1350D31CD15C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1163550" y="2195531"/>
            <a:ext cx="1683460" cy="19613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4" name="Google Shape;324;p23">
            <a:extLst>
              <a:ext uri="{FF2B5EF4-FFF2-40B4-BE49-F238E27FC236}">
                <a16:creationId xmlns:a16="http://schemas.microsoft.com/office/drawing/2014/main" id="{6758BCA6-7BAC-1F5D-A405-59F125A7DE67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2976260" y="2195531"/>
            <a:ext cx="1348605" cy="19613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637406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5153-97E5-EF7B-0F22-C0C2670A7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47C54C66-EE16-70C8-8AD2-4882287889CB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1EEAE8-CA57-5A65-C2C0-EFBDEF9AF194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106 </a:t>
            </a:r>
            <a:r>
              <a:rPr lang="en-US" altLang="ko-KR" dirty="0" err="1"/>
              <a:t>pInsert</a:t>
            </a:r>
            <a:r>
              <a:rPr lang="en-US" altLang="ko-KR" dirty="0"/>
              <a:t> =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pInsert</a:t>
            </a:r>
            <a:r>
              <a:rPr lang="en-US" altLang="ko-KR" dirty="0"/>
              <a:t>, insert)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67DD42DB-0628-0D3B-5BF4-B7101D3FA001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DF255832-4E95-BA7F-28AD-A8A261E1731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0184D9A4-93CC-2C43-3AB1-60ABE0A6FCC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8E040261-3F3F-ED10-7C2C-130B038A2EDC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411149BD-56A4-BC2D-1A3C-CF6505C73BE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F4E92059-19E4-EB6F-959C-FFBB0F1EEF6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9E675E39-4A29-4616-B2DE-AA17EA39833D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BEE37B4E-9A61-F960-404F-DAC6F4D1DF0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88BC719B-00C6-9D57-A7B3-2175A51197C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571B5644-9053-32F0-2E74-54240CC4B4B2}"/>
              </a:ext>
            </a:extLst>
          </p:cNvPr>
          <p:cNvSpPr txBox="1"/>
          <p:nvPr/>
        </p:nvSpPr>
        <p:spPr>
          <a:xfrm>
            <a:off x="2018959" y="4442236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</a:t>
            </a:r>
            <a:endParaRPr lang="ko-KR" altLang="en-US" dirty="0"/>
          </a:p>
        </p:txBody>
      </p:sp>
      <p:grpSp>
        <p:nvGrpSpPr>
          <p:cNvPr id="2" name="Google Shape;114;p15">
            <a:extLst>
              <a:ext uri="{FF2B5EF4-FFF2-40B4-BE49-F238E27FC236}">
                <a16:creationId xmlns:a16="http://schemas.microsoft.com/office/drawing/2014/main" id="{1BC85A96-20A2-5CEE-573E-FC34F8F1653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6" name="Google Shape;115;p15">
              <a:extLst>
                <a:ext uri="{FF2B5EF4-FFF2-40B4-BE49-F238E27FC236}">
                  <a16:creationId xmlns:a16="http://schemas.microsoft.com/office/drawing/2014/main" id="{A61398E3-C06B-D88F-9B59-06C7D7083F1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8" name="Google Shape;116;p15">
                <a:extLst>
                  <a:ext uri="{FF2B5EF4-FFF2-40B4-BE49-F238E27FC236}">
                    <a16:creationId xmlns:a16="http://schemas.microsoft.com/office/drawing/2014/main" id="{D28EF5F6-F33C-B611-A930-F94B0276912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117;p15">
                <a:extLst>
                  <a:ext uri="{FF2B5EF4-FFF2-40B4-BE49-F238E27FC236}">
                    <a16:creationId xmlns:a16="http://schemas.microsoft.com/office/drawing/2014/main" id="{22D11EF6-D998-9737-7BEF-C19194DD462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 err="1">
                    <a:latin typeface="Arial"/>
                    <a:ea typeface="Arial"/>
                    <a:cs typeface="Arial"/>
                    <a:sym typeface="Arial"/>
                  </a:rPr>
                  <a:t>nData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" name="Google Shape;118;p15">
              <a:extLst>
                <a:ext uri="{FF2B5EF4-FFF2-40B4-BE49-F238E27FC236}">
                  <a16:creationId xmlns:a16="http://schemas.microsoft.com/office/drawing/2014/main" id="{A4AA3043-300E-2B5C-0A1B-C5E3E0C8842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pNext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324;p23">
            <a:extLst>
              <a:ext uri="{FF2B5EF4-FFF2-40B4-BE49-F238E27FC236}">
                <a16:creationId xmlns:a16="http://schemas.microsoft.com/office/drawing/2014/main" id="{6C75FCDE-9211-8CB4-B362-33CF5176084C}"/>
              </a:ext>
            </a:extLst>
          </p:cNvPr>
          <p:cNvCxnSpPr>
            <a:cxnSpLocks/>
            <a:stCxn id="8" idx="1"/>
            <a:endCxn id="22" idx="3"/>
          </p:cNvCxnSpPr>
          <p:nvPr/>
        </p:nvCxnSpPr>
        <p:spPr>
          <a:xfrm flipH="1" flipV="1">
            <a:off x="1726709" y="4425443"/>
            <a:ext cx="584501" cy="6274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BF6361D3-9AFB-515E-831B-C96FF842BF68}"/>
              </a:ext>
            </a:extLst>
          </p:cNvPr>
          <p:cNvCxnSpPr>
            <a:cxnSpLocks/>
            <a:stCxn id="22" idx="2"/>
            <a:endCxn id="8" idx="1"/>
          </p:cNvCxnSpPr>
          <p:nvPr/>
        </p:nvCxnSpPr>
        <p:spPr>
          <a:xfrm>
            <a:off x="1190909" y="4662471"/>
            <a:ext cx="1120301" cy="3903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6" name="Google Shape;119;p15">
            <a:extLst>
              <a:ext uri="{FF2B5EF4-FFF2-40B4-BE49-F238E27FC236}">
                <a16:creationId xmlns:a16="http://schemas.microsoft.com/office/drawing/2014/main" id="{CDB0EA6A-70FE-BCFC-8B46-301A1503E1A1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7" name="Google Shape;120;p15">
              <a:extLst>
                <a:ext uri="{FF2B5EF4-FFF2-40B4-BE49-F238E27FC236}">
                  <a16:creationId xmlns:a16="http://schemas.microsoft.com/office/drawing/2014/main" id="{9BF1244A-7690-617D-4BC2-76B85BB2E45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6EAE7DD5-18AF-32E3-A89B-ED4265DC87C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Google Shape;119;p15">
            <a:extLst>
              <a:ext uri="{FF2B5EF4-FFF2-40B4-BE49-F238E27FC236}">
                <a16:creationId xmlns:a16="http://schemas.microsoft.com/office/drawing/2014/main" id="{DA4E64B5-B26B-5E86-F76F-7C8F3EB74145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0" name="Google Shape;120;p15">
              <a:extLst>
                <a:ext uri="{FF2B5EF4-FFF2-40B4-BE49-F238E27FC236}">
                  <a16:creationId xmlns:a16="http://schemas.microsoft.com/office/drawing/2014/main" id="{448429EA-F3A4-4CF6-DF0A-4E9FE3B7D83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1A995652-0361-B12C-F087-123611DAA8D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23CEDD41-04DE-6A7F-A391-50279D4AA5DF}"/>
              </a:ext>
            </a:extLst>
          </p:cNvPr>
          <p:cNvCxnSpPr>
            <a:cxnSpLocks/>
            <a:stCxn id="68" idx="2"/>
            <a:endCxn id="18" idx="1"/>
          </p:cNvCxnSpPr>
          <p:nvPr/>
        </p:nvCxnSpPr>
        <p:spPr>
          <a:xfrm>
            <a:off x="1163550" y="2195531"/>
            <a:ext cx="1683460" cy="19613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97C8A9CE-B7E7-CBE7-742D-496FE41E438C}"/>
              </a:ext>
            </a:extLst>
          </p:cNvPr>
          <p:cNvCxnSpPr>
            <a:cxnSpLocks/>
            <a:stCxn id="75" idx="2"/>
            <a:endCxn id="21" idx="1"/>
          </p:cNvCxnSpPr>
          <p:nvPr/>
        </p:nvCxnSpPr>
        <p:spPr>
          <a:xfrm>
            <a:off x="2976260" y="2195531"/>
            <a:ext cx="1348605" cy="19613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2145326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136DB-C3D8-DFF6-97BD-E5E8E20F2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3D002AD5-B7AB-1144-8364-D3170C7A10F2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39A18-A520-F3FE-2FE9-0FE953169955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106 </a:t>
            </a:r>
            <a:r>
              <a:rPr lang="en-US" altLang="ko-KR" dirty="0" err="1"/>
              <a:t>pInsert</a:t>
            </a:r>
            <a:r>
              <a:rPr lang="en-US" altLang="ko-KR" dirty="0"/>
              <a:t> = </a:t>
            </a:r>
            <a:r>
              <a:rPr lang="en-US" altLang="ko-KR" dirty="0" err="1"/>
              <a:t>CreateNode</a:t>
            </a:r>
            <a:r>
              <a:rPr lang="en-US" altLang="ko-KR" dirty="0"/>
              <a:t>(</a:t>
            </a:r>
            <a:r>
              <a:rPr lang="en-US" altLang="ko-KR" dirty="0" err="1"/>
              <a:t>pInsert</a:t>
            </a:r>
            <a:r>
              <a:rPr lang="en-US" altLang="ko-KR" dirty="0"/>
              <a:t>, insert)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F3DBD3AE-361F-977D-4EE5-4A50A8F5DCD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12D1227D-5D83-8201-D834-C4900825DA9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86049C6F-E5A6-E20F-C19C-54FBCD036CB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4A5CA031-6077-2E40-5E4A-ED9A278CC0D3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CA49394E-934A-D43C-88C1-5E966511B1E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39CD1B8A-ADF4-BAD2-9714-EF13CBEA266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582236DD-6C6E-C524-A348-C549B43752C5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5D83DCCF-CBF0-C916-AED3-D9CE59FF2B1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0829AEB5-486A-3602-C8F4-F7BE5E27838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6F5627B-4D37-7BDB-C39E-D6D69CBDD8E6}"/>
              </a:ext>
            </a:extLst>
          </p:cNvPr>
          <p:cNvSpPr txBox="1"/>
          <p:nvPr/>
        </p:nvSpPr>
        <p:spPr>
          <a:xfrm>
            <a:off x="4176523" y="4900300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76</a:t>
            </a:r>
            <a:endParaRPr lang="ko-KR" altLang="en-US" dirty="0"/>
          </a:p>
        </p:txBody>
      </p:sp>
      <p:grpSp>
        <p:nvGrpSpPr>
          <p:cNvPr id="2" name="Google Shape;114;p15">
            <a:extLst>
              <a:ext uri="{FF2B5EF4-FFF2-40B4-BE49-F238E27FC236}">
                <a16:creationId xmlns:a16="http://schemas.microsoft.com/office/drawing/2014/main" id="{BDD35F13-FDD6-AE8E-4810-90EF8FFA6241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6" name="Google Shape;115;p15">
              <a:extLst>
                <a:ext uri="{FF2B5EF4-FFF2-40B4-BE49-F238E27FC236}">
                  <a16:creationId xmlns:a16="http://schemas.microsoft.com/office/drawing/2014/main" id="{8CF0CE31-4977-1799-4DA5-0B41D144AB6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8" name="Google Shape;116;p15">
                <a:extLst>
                  <a:ext uri="{FF2B5EF4-FFF2-40B4-BE49-F238E27FC236}">
                    <a16:creationId xmlns:a16="http://schemas.microsoft.com/office/drawing/2014/main" id="{C9560931-D8D9-074E-760A-732E25B18E0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117;p15">
                <a:extLst>
                  <a:ext uri="{FF2B5EF4-FFF2-40B4-BE49-F238E27FC236}">
                    <a16:creationId xmlns:a16="http://schemas.microsoft.com/office/drawing/2014/main" id="{A896B54C-0E70-E0E8-7203-E2700BC1223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" name="Google Shape;118;p15">
              <a:extLst>
                <a:ext uri="{FF2B5EF4-FFF2-40B4-BE49-F238E27FC236}">
                  <a16:creationId xmlns:a16="http://schemas.microsoft.com/office/drawing/2014/main" id="{A90B4A91-6FCE-2CC9-61A3-278E0A50F70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324;p23">
            <a:extLst>
              <a:ext uri="{FF2B5EF4-FFF2-40B4-BE49-F238E27FC236}">
                <a16:creationId xmlns:a16="http://schemas.microsoft.com/office/drawing/2014/main" id="{0AC0464F-DD18-424E-12FD-2C376D64280D}"/>
              </a:ext>
            </a:extLst>
          </p:cNvPr>
          <p:cNvCxnSpPr>
            <a:cxnSpLocks/>
            <a:stCxn id="8" idx="1"/>
            <a:endCxn id="22" idx="3"/>
          </p:cNvCxnSpPr>
          <p:nvPr/>
        </p:nvCxnSpPr>
        <p:spPr>
          <a:xfrm flipH="1" flipV="1">
            <a:off x="1726709" y="4425443"/>
            <a:ext cx="584501" cy="6274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1D6277BC-41E3-F8F2-1991-8D2296C91A1E}"/>
              </a:ext>
            </a:extLst>
          </p:cNvPr>
          <p:cNvCxnSpPr>
            <a:cxnSpLocks/>
            <a:stCxn id="22" idx="2"/>
            <a:endCxn id="8" idx="1"/>
          </p:cNvCxnSpPr>
          <p:nvPr/>
        </p:nvCxnSpPr>
        <p:spPr>
          <a:xfrm>
            <a:off x="1190909" y="4662471"/>
            <a:ext cx="1120301" cy="3903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6" name="Google Shape;119;p15">
            <a:extLst>
              <a:ext uri="{FF2B5EF4-FFF2-40B4-BE49-F238E27FC236}">
                <a16:creationId xmlns:a16="http://schemas.microsoft.com/office/drawing/2014/main" id="{5A5413B8-4612-E2C2-1C91-A3D4E1ED8286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7" name="Google Shape;120;p15">
              <a:extLst>
                <a:ext uri="{FF2B5EF4-FFF2-40B4-BE49-F238E27FC236}">
                  <a16:creationId xmlns:a16="http://schemas.microsoft.com/office/drawing/2014/main" id="{1C5CBE10-DFE8-076C-D191-56499C911A3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2208BC16-6647-9D4B-860C-74D7537B1A6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Google Shape;119;p15">
            <a:extLst>
              <a:ext uri="{FF2B5EF4-FFF2-40B4-BE49-F238E27FC236}">
                <a16:creationId xmlns:a16="http://schemas.microsoft.com/office/drawing/2014/main" id="{006EE4CE-27B1-5C3F-6A71-5A669891A390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0" name="Google Shape;120;p15">
              <a:extLst>
                <a:ext uri="{FF2B5EF4-FFF2-40B4-BE49-F238E27FC236}">
                  <a16:creationId xmlns:a16="http://schemas.microsoft.com/office/drawing/2014/main" id="{F4DCF10A-C1C8-FBAE-3FBE-6C2A9E9AD4A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D0359AA8-9AA5-224A-D046-1F24A58702E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D1422508-0C99-2153-EF9D-B3305901EEA8}"/>
              </a:ext>
            </a:extLst>
          </p:cNvPr>
          <p:cNvCxnSpPr>
            <a:cxnSpLocks/>
            <a:stCxn id="68" idx="2"/>
            <a:endCxn id="18" idx="1"/>
          </p:cNvCxnSpPr>
          <p:nvPr/>
        </p:nvCxnSpPr>
        <p:spPr>
          <a:xfrm>
            <a:off x="1163550" y="2195531"/>
            <a:ext cx="1683460" cy="19613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CBA962FA-8D28-CA88-15C2-6040F2090CBE}"/>
              </a:ext>
            </a:extLst>
          </p:cNvPr>
          <p:cNvCxnSpPr>
            <a:cxnSpLocks/>
            <a:stCxn id="75" idx="2"/>
            <a:endCxn id="21" idx="1"/>
          </p:cNvCxnSpPr>
          <p:nvPr/>
        </p:nvCxnSpPr>
        <p:spPr>
          <a:xfrm>
            <a:off x="2976260" y="2195531"/>
            <a:ext cx="1348605" cy="19613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F66AAF58-5A89-A625-290E-26164E93F748}"/>
              </a:ext>
            </a:extLst>
          </p:cNvPr>
          <p:cNvCxnSpPr>
            <a:cxnSpLocks/>
            <a:stCxn id="21" idx="2"/>
            <a:endCxn id="9" idx="3"/>
          </p:cNvCxnSpPr>
          <p:nvPr/>
        </p:nvCxnSpPr>
        <p:spPr>
          <a:xfrm flipH="1">
            <a:off x="3382810" y="4393939"/>
            <a:ext cx="1477855" cy="113761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F092B05-0CEC-031C-06C5-F9904FDB0F91}"/>
              </a:ext>
            </a:extLst>
          </p:cNvPr>
          <p:cNvSpPr txBox="1"/>
          <p:nvPr/>
        </p:nvSpPr>
        <p:spPr>
          <a:xfrm>
            <a:off x="3361509" y="5865513"/>
            <a:ext cx="6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44307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26027-D805-349F-0304-B1CC8D933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E9BD0917-EDEE-35D9-50EF-E32452BFEAB2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542FC6B3-252A-A152-3A3E-0CA21655CA96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76363A12-A8D3-4AA2-56B6-7FE74B97693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E67EFF90-1400-774D-7F5C-5F3AE50E977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1579CB9C-EEE3-5CD1-D3A4-1AC9ACCA90D7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FB568F45-B62C-DD84-7908-37147390DCA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EC07B149-2ECF-FFD7-5958-3D15166F935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B935DF1D-212B-E708-C73A-4E1053E1EC4E}"/>
              </a:ext>
            </a:extLst>
          </p:cNvPr>
          <p:cNvGrpSpPr/>
          <p:nvPr/>
        </p:nvGrpSpPr>
        <p:grpSpPr>
          <a:xfrm>
            <a:off x="655109" y="3714357"/>
            <a:ext cx="1071600" cy="948113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7920F1D0-89E5-B0A4-3A79-B81C0921679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89CCDFDE-33DD-3336-FFBF-675A5930B47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" name="Google Shape;114;p15">
            <a:extLst>
              <a:ext uri="{FF2B5EF4-FFF2-40B4-BE49-F238E27FC236}">
                <a16:creationId xmlns:a16="http://schemas.microsoft.com/office/drawing/2014/main" id="{4D085470-6968-9212-EA44-9E7871969DF0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6" name="Google Shape;115;p15">
              <a:extLst>
                <a:ext uri="{FF2B5EF4-FFF2-40B4-BE49-F238E27FC236}">
                  <a16:creationId xmlns:a16="http://schemas.microsoft.com/office/drawing/2014/main" id="{937690FB-BEF1-7E84-0046-28FD739C8F6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8" name="Google Shape;116;p15">
                <a:extLst>
                  <a:ext uri="{FF2B5EF4-FFF2-40B4-BE49-F238E27FC236}">
                    <a16:creationId xmlns:a16="http://schemas.microsoft.com/office/drawing/2014/main" id="{3DD587B9-C8BA-CB1A-6DFA-45BD347B3FF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117;p15">
                <a:extLst>
                  <a:ext uri="{FF2B5EF4-FFF2-40B4-BE49-F238E27FC236}">
                    <a16:creationId xmlns:a16="http://schemas.microsoft.com/office/drawing/2014/main" id="{C5E6D061-37C0-29FF-27C8-F69D9E67502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" name="Google Shape;118;p15">
              <a:extLst>
                <a:ext uri="{FF2B5EF4-FFF2-40B4-BE49-F238E27FC236}">
                  <a16:creationId xmlns:a16="http://schemas.microsoft.com/office/drawing/2014/main" id="{DCBEBB76-B995-90EB-BB11-A979A8C4AC7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324;p23">
            <a:extLst>
              <a:ext uri="{FF2B5EF4-FFF2-40B4-BE49-F238E27FC236}">
                <a16:creationId xmlns:a16="http://schemas.microsoft.com/office/drawing/2014/main" id="{1A0786B8-688D-E662-B6F0-76DE95AD175D}"/>
              </a:ext>
            </a:extLst>
          </p:cNvPr>
          <p:cNvCxnSpPr>
            <a:cxnSpLocks/>
            <a:stCxn id="8" idx="1"/>
            <a:endCxn id="22" idx="3"/>
          </p:cNvCxnSpPr>
          <p:nvPr/>
        </p:nvCxnSpPr>
        <p:spPr>
          <a:xfrm flipH="1" flipV="1">
            <a:off x="1726709" y="4425443"/>
            <a:ext cx="584501" cy="6274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B5D50F00-E81F-2391-CE0A-4848372305A4}"/>
              </a:ext>
            </a:extLst>
          </p:cNvPr>
          <p:cNvCxnSpPr>
            <a:cxnSpLocks/>
            <a:stCxn id="22" idx="2"/>
            <a:endCxn id="8" idx="1"/>
          </p:cNvCxnSpPr>
          <p:nvPr/>
        </p:nvCxnSpPr>
        <p:spPr>
          <a:xfrm>
            <a:off x="1190909" y="4662471"/>
            <a:ext cx="1120301" cy="39037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6" name="Google Shape;119;p15">
            <a:extLst>
              <a:ext uri="{FF2B5EF4-FFF2-40B4-BE49-F238E27FC236}">
                <a16:creationId xmlns:a16="http://schemas.microsoft.com/office/drawing/2014/main" id="{FE85CB13-5417-3C8F-4CEA-D43429FF3A0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7" name="Google Shape;120;p15">
              <a:extLst>
                <a:ext uri="{FF2B5EF4-FFF2-40B4-BE49-F238E27FC236}">
                  <a16:creationId xmlns:a16="http://schemas.microsoft.com/office/drawing/2014/main" id="{2E4F6C36-A0AB-5AAE-3E85-EECC3B0BA88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21;p15">
              <a:extLst>
                <a:ext uri="{FF2B5EF4-FFF2-40B4-BE49-F238E27FC236}">
                  <a16:creationId xmlns:a16="http://schemas.microsoft.com/office/drawing/2014/main" id="{51FCE30D-57BE-F3D8-15F7-6D75CD21BDB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Google Shape;119;p15">
            <a:extLst>
              <a:ext uri="{FF2B5EF4-FFF2-40B4-BE49-F238E27FC236}">
                <a16:creationId xmlns:a16="http://schemas.microsoft.com/office/drawing/2014/main" id="{4B847D08-2F2F-D917-A87C-47A5AF80C185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20" name="Google Shape;120;p15">
              <a:extLst>
                <a:ext uri="{FF2B5EF4-FFF2-40B4-BE49-F238E27FC236}">
                  <a16:creationId xmlns:a16="http://schemas.microsoft.com/office/drawing/2014/main" id="{06A1EA99-1D8F-A06B-4D18-ACC520711E0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9ED99431-65A7-1438-F23B-DC41A5D2AD2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437C4030-FAD2-2F98-2FF5-F75C053C51C9}"/>
              </a:ext>
            </a:extLst>
          </p:cNvPr>
          <p:cNvCxnSpPr>
            <a:cxnSpLocks/>
            <a:stCxn id="68" idx="2"/>
            <a:endCxn id="18" idx="1"/>
          </p:cNvCxnSpPr>
          <p:nvPr/>
        </p:nvCxnSpPr>
        <p:spPr>
          <a:xfrm>
            <a:off x="1163550" y="2195531"/>
            <a:ext cx="1683460" cy="19613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35CAFE10-BE23-FC7C-7110-F234108D13FC}"/>
              </a:ext>
            </a:extLst>
          </p:cNvPr>
          <p:cNvCxnSpPr>
            <a:cxnSpLocks/>
            <a:stCxn id="75" idx="2"/>
            <a:endCxn id="21" idx="1"/>
          </p:cNvCxnSpPr>
          <p:nvPr/>
        </p:nvCxnSpPr>
        <p:spPr>
          <a:xfrm>
            <a:off x="2976260" y="2195531"/>
            <a:ext cx="1348605" cy="19613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C4063A32-0DA8-1A25-ADA3-72BBB3371DF2}"/>
              </a:ext>
            </a:extLst>
          </p:cNvPr>
          <p:cNvCxnSpPr>
            <a:cxnSpLocks/>
            <a:stCxn id="21" idx="2"/>
            <a:endCxn id="9" idx="3"/>
          </p:cNvCxnSpPr>
          <p:nvPr/>
        </p:nvCxnSpPr>
        <p:spPr>
          <a:xfrm flipH="1">
            <a:off x="3382810" y="4393939"/>
            <a:ext cx="1477855" cy="113761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2" name="Google Shape;324;p23">
            <a:extLst>
              <a:ext uri="{FF2B5EF4-FFF2-40B4-BE49-F238E27FC236}">
                <a16:creationId xmlns:a16="http://schemas.microsoft.com/office/drawing/2014/main" id="{5CF9355A-C9EC-1441-A202-0345EDC49EF2}"/>
              </a:ext>
            </a:extLst>
          </p:cNvPr>
          <p:cNvCxnSpPr>
            <a:cxnSpLocks/>
            <a:stCxn id="4" idx="2"/>
            <a:endCxn id="68" idx="2"/>
          </p:cNvCxnSpPr>
          <p:nvPr/>
        </p:nvCxnSpPr>
        <p:spPr>
          <a:xfrm flipH="1" flipV="1">
            <a:off x="1163550" y="2195531"/>
            <a:ext cx="27359" cy="199288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765DF25-FA2E-E87A-3338-4019ECC412EC}"/>
              </a:ext>
            </a:extLst>
          </p:cNvPr>
          <p:cNvSpPr txBox="1"/>
          <p:nvPr/>
        </p:nvSpPr>
        <p:spPr>
          <a:xfrm>
            <a:off x="246933" y="2873106"/>
            <a:ext cx="10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80-106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BA9AEC-CDBD-40A4-5078-C7EFD51BA06F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29724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801E-F180-D5E6-982C-2A87763E1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119;p15">
            <a:extLst>
              <a:ext uri="{FF2B5EF4-FFF2-40B4-BE49-F238E27FC236}">
                <a16:creationId xmlns:a16="http://schemas.microsoft.com/office/drawing/2014/main" id="{B4DFE096-A543-A0A7-7251-89AAC30BA184}"/>
              </a:ext>
            </a:extLst>
          </p:cNvPr>
          <p:cNvGrpSpPr/>
          <p:nvPr/>
        </p:nvGrpSpPr>
        <p:grpSpPr>
          <a:xfrm>
            <a:off x="5941883" y="3456278"/>
            <a:ext cx="1071600" cy="948114"/>
            <a:chOff x="725125" y="742575"/>
            <a:chExt cx="803700" cy="559200"/>
          </a:xfrm>
        </p:grpSpPr>
        <p:sp>
          <p:nvSpPr>
            <p:cNvPr id="83" name="Google Shape;120;p15">
              <a:extLst>
                <a:ext uri="{FF2B5EF4-FFF2-40B4-BE49-F238E27FC236}">
                  <a16:creationId xmlns:a16="http://schemas.microsoft.com/office/drawing/2014/main" id="{ECE77324-AFF5-FF8D-C2E3-77C85ED46B2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121;p15">
              <a:extLst>
                <a:ext uri="{FF2B5EF4-FFF2-40B4-BE49-F238E27FC236}">
                  <a16:creationId xmlns:a16="http://schemas.microsoft.com/office/drawing/2014/main" id="{DCFCC4FD-E220-ADF5-0DB1-99AC7F30321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98E7CE40-305E-DC72-EEC2-D3FCDCBB6820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6E711C92-6890-FD2E-6861-7156A2C0D79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C8340833-1B48-0573-BADE-79B1E7F9C0F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49A901DC-E956-6A93-CF2D-CA7574D00C9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128AED68-CB4D-BB9F-D047-54D9EAC52E8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8584155D-803F-68EC-B137-A1984C523CFE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00A15F71-A3BF-A09B-3A1E-55BDC4B7E3F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AFC319BC-9E65-F769-488C-8BD18CCFE01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67EC3BCD-A01E-8F23-4725-AACEFC1C952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504F42B9-FC8E-2661-35F0-8F4F11E1ABB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2F69428-B0E8-D4DA-2AF7-2A5A8C1F54C5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9DBC783D-8EA0-5C22-FBE8-538409273F44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B2166630-923E-F8CB-4E7B-A03858C0FBF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99F77699-FE24-CCA6-4552-E210C0A2FFB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E49E9A7D-AC93-96D9-B432-AEC0AA94E13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7C2733E5-68A8-18FA-39D7-DD92BAF381C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9EDE3BD7-259F-6F2F-23B7-3C4DB6FCBDAC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45D935A6-07F9-D9AB-DE7B-2E6CF46695A1}"/>
              </a:ext>
            </a:extLst>
          </p:cNvPr>
          <p:cNvGrpSpPr/>
          <p:nvPr/>
        </p:nvGrpSpPr>
        <p:grpSpPr>
          <a:xfrm>
            <a:off x="6884233" y="4775710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4824B306-62E6-DF46-54E3-098AD00C054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10F66BD6-59B8-EED3-8EF2-20DB9DE51F6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D496F232-6140-8D68-CEDA-1D3A8F30187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B932524F-8D79-6B96-B08A-B6DE06EE209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F6043B54-7EE6-A469-09B1-2782DF71CCB3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21668429-6D17-D692-96D7-51880E9D34AB}"/>
              </a:ext>
            </a:extLst>
          </p:cNvPr>
          <p:cNvGrpSpPr/>
          <p:nvPr/>
        </p:nvGrpSpPr>
        <p:grpSpPr>
          <a:xfrm>
            <a:off x="8408574" y="4775710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B4E6EDEF-ED72-A1C8-58A7-FF829A9F254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B6F29115-C6C7-43BA-EB30-C7A5FF63929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552FC792-7823-D7A8-CB31-5F79E9E5777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F595E213-37C4-5538-2307-A2EFE5CF34D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6FB4FF75-2A5B-AAD5-D215-33875A3A75DD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15064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6E8574A-1204-4BF6-B7A3-FBDDBA54D034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7CE7DEE3-5237-4063-C3B1-90E9123DED0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53228A3E-B5BF-ECDF-2C23-40C9142909E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770BFB03-6E27-7944-340B-F797935435D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EB7FC258-514D-8CEB-36E4-9BE414FF08F4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DF943D14-C055-FD1B-F7C3-962C0F26405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46DD2A5C-99AB-8B2C-BC4D-D06EE26AB91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B41DF917-DD2B-D27A-BF15-3BD30D77CBF2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2976260" y="2195531"/>
            <a:ext cx="5432314" cy="281953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75295474-34AC-F20E-1E21-745C2CB11B33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DCFEF682-E444-3C04-BDEF-953EBED2885B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F1FC552C-16E4-A687-18E3-90FF62DF246F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A21491EC-9EA0-C517-2E8B-3387F5CB22CA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1726709" y="4425443"/>
            <a:ext cx="4168983" cy="82897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F533DDA-5B7C-AC31-3BB3-0441371342A8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DF43A5DA-45AC-DEB3-930A-321F9AD311AB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C08AEA8A-5AC0-B053-5D91-C1FCFFCC6E2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24B7AE98-A730-E739-6602-70254B39717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DBF4C3C0-0A48-5C10-50B9-8957234E594B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3C505E8B-1ED5-D2AB-4984-8277CCBFD6D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8676C453-FA85-3DB3-06D3-BDB70E7C476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0658C5BC-4B07-65D2-66A4-D60D9CBBDF2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3A402872-1D07-1C84-1D56-7DFC77610CF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16550B97-22A7-F3A8-6A41-8E48883BF35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202B77D5-9B96-D794-FB21-36DDBBB32BC2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116F29B9-97EB-03B3-B87D-2375E14CDBE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43B47AF9-79AE-30DD-6FE7-BC79DC99DC6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111;p15">
            <a:extLst>
              <a:ext uri="{FF2B5EF4-FFF2-40B4-BE49-F238E27FC236}">
                <a16:creationId xmlns:a16="http://schemas.microsoft.com/office/drawing/2014/main" id="{240324E8-999D-12F3-4D5E-FB6B708E526C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80" name="Google Shape;112;p15">
              <a:extLst>
                <a:ext uri="{FF2B5EF4-FFF2-40B4-BE49-F238E27FC236}">
                  <a16:creationId xmlns:a16="http://schemas.microsoft.com/office/drawing/2014/main" id="{62357363-98BB-A388-3D2B-692F2A2403B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113;p15">
              <a:extLst>
                <a:ext uri="{FF2B5EF4-FFF2-40B4-BE49-F238E27FC236}">
                  <a16:creationId xmlns:a16="http://schemas.microsoft.com/office/drawing/2014/main" id="{A7894B6E-CEF6-B5DF-8B1F-CC9C4835B37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03E00270-B498-BEA9-AA6E-2E1B5707BF6B}"/>
              </a:ext>
            </a:extLst>
          </p:cNvPr>
          <p:cNvGrpSpPr/>
          <p:nvPr/>
        </p:nvGrpSpPr>
        <p:grpSpPr>
          <a:xfrm>
            <a:off x="7594077" y="295781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DAFB0DB0-1096-7F14-D505-63C69662752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6286BD30-A231-CDC8-6FC8-8FA152B244F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E23230DF-0702-C716-81DC-494638131A8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5C0D9DB8-213E-A94A-8933-1BB2B069E6C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" name="Google Shape;129;p15">
            <a:extLst>
              <a:ext uri="{FF2B5EF4-FFF2-40B4-BE49-F238E27FC236}">
                <a16:creationId xmlns:a16="http://schemas.microsoft.com/office/drawing/2014/main" id="{8EA69640-026F-B77B-A1A2-A5DB99185021}"/>
              </a:ext>
            </a:extLst>
          </p:cNvPr>
          <p:cNvCxnSpPr>
            <a:cxnSpLocks/>
            <a:stCxn id="81" idx="3"/>
            <a:endCxn id="23" idx="1"/>
          </p:cNvCxnSpPr>
          <p:nvPr/>
        </p:nvCxnSpPr>
        <p:spPr>
          <a:xfrm flipV="1">
            <a:off x="1699350" y="3197173"/>
            <a:ext cx="5894727" cy="257606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7A5E1D69-72D6-BE3C-E58D-FD7603395A2C}"/>
              </a:ext>
            </a:extLst>
          </p:cNvPr>
          <p:cNvCxnSpPr>
            <a:cxnSpLocks/>
          </p:cNvCxnSpPr>
          <p:nvPr/>
        </p:nvCxnSpPr>
        <p:spPr>
          <a:xfrm>
            <a:off x="4907151" y="2193168"/>
            <a:ext cx="1977082" cy="28218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6426127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73B74-D66B-92B5-E24C-9C552C755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119;p15">
            <a:extLst>
              <a:ext uri="{FF2B5EF4-FFF2-40B4-BE49-F238E27FC236}">
                <a16:creationId xmlns:a16="http://schemas.microsoft.com/office/drawing/2014/main" id="{66AB8D74-6BD4-AC0B-6CB9-2E74CC1D30BE}"/>
              </a:ext>
            </a:extLst>
          </p:cNvPr>
          <p:cNvGrpSpPr/>
          <p:nvPr/>
        </p:nvGrpSpPr>
        <p:grpSpPr>
          <a:xfrm>
            <a:off x="5941883" y="3456278"/>
            <a:ext cx="1071600" cy="948114"/>
            <a:chOff x="725125" y="742575"/>
            <a:chExt cx="803700" cy="559200"/>
          </a:xfrm>
        </p:grpSpPr>
        <p:sp>
          <p:nvSpPr>
            <p:cNvPr id="83" name="Google Shape;120;p15">
              <a:extLst>
                <a:ext uri="{FF2B5EF4-FFF2-40B4-BE49-F238E27FC236}">
                  <a16:creationId xmlns:a16="http://schemas.microsoft.com/office/drawing/2014/main" id="{0402BBD6-35F5-96C0-12B6-D6F4D9782F7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121;p15">
              <a:extLst>
                <a:ext uri="{FF2B5EF4-FFF2-40B4-BE49-F238E27FC236}">
                  <a16:creationId xmlns:a16="http://schemas.microsoft.com/office/drawing/2014/main" id="{7323A29A-800F-173B-439B-5CF777A10FD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EF617077-2C62-E854-955A-CE91D255FD7A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2DC0AE48-3892-E16A-7BEE-0581B866788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A15032A9-0651-D5A6-1F90-736531ABBF7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EAB185C1-D3A1-66AA-F41A-B10E975E5CC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18B31C1-AF57-F31A-ECA5-5B19FE96474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F2271481-08C5-CF58-C634-99850370C71F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DF3095E-FD97-2E3F-5106-09949DB0F36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C71C1F8E-188F-F4B7-060E-36CA11473AC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96697362-44B2-0EAB-7E2B-03B3A52072A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8C448558-433C-7015-A855-DF7AE67F7F6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0CADD2F0-8A4B-FCA2-B477-B9F4A040FA3C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70953D40-3C2C-AC0B-2753-EC75F0069CB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6DE236F0-52CB-2749-9411-A88A7F66800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991FEC57-2DE2-3C0F-0E96-C339557CA55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5B31328-9F36-8E14-9D2E-9BCBFEB309F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C80CBD0E-D2D4-7666-276A-5798B1A7CBA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45327ECB-25C2-06EF-FD34-471544DAA1AF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E017991E-CD5C-31F4-3259-29034A281086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3CD40966-300F-D016-9E89-8E8772D3724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6974EF92-2487-A59E-380F-705591C447E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E84F57EC-0251-CCD7-AC90-B2BF11231C6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E9FE96AD-EACE-9DC2-9FA2-E71689276FB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54E379BC-BF87-F79A-CBEB-808687DFC101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1774445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446AFB1-41BC-8DDE-3761-BD0954FB069B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0FBC7833-A672-ADFF-3B1E-8F0F8D03062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DF012009-F5F1-FDB5-BC23-206BE842462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12BAF409-228B-6B18-A9A2-3E289F5DA61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07071CC2-A21C-7D14-19A9-A845B441412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CB800B45-4C16-6553-1A85-2F31347C45FE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6C813A8-B8FB-888E-B5A8-6B9A5DF98951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CDA24E0E-5798-6BE5-F497-60724B572CC5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712C794F-2E9B-D0F0-503E-3A4675D68BC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C5F59FD0-5D65-666C-526B-7297A6C709B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D1F2559D-9586-4D76-F089-24DA6B026210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563845BF-068E-D841-2C58-C37A4D659A7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979CB667-97E1-F12C-2937-C632DC1A99F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03E65696-50F1-C515-32F5-21DF4BDD706B}"/>
              </a:ext>
            </a:extLst>
          </p:cNvPr>
          <p:cNvCxnSpPr>
            <a:cxnSpLocks/>
            <a:stCxn id="75" idx="2"/>
            <a:endCxn id="50" idx="1"/>
          </p:cNvCxnSpPr>
          <p:nvPr/>
        </p:nvCxnSpPr>
        <p:spPr>
          <a:xfrm>
            <a:off x="2976260" y="2195531"/>
            <a:ext cx="6754018" cy="285731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951F9C1B-99C4-ECCD-851F-676583AB6DB0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8476CA8E-AFB5-0D91-0975-A845B5D86AB7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427064DF-43AA-2C84-3BE8-4DD3CFC3E4E7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EBDCC7CE-ADFA-CB9D-5661-7FC369D5AC8C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1726709" y="4425443"/>
            <a:ext cx="4168983" cy="82897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F365240-F9F6-CE9B-E3BE-9F1DCC9D4ACB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40EAB43B-4E8C-1CA3-4EF7-F333C525BD97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9FA466C3-994F-F0B5-2CB4-194095C89D5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5CE9AB2F-84DB-DCB1-D84D-FFDAFEB033F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70906B0C-06AF-D5C0-E6DD-457C2207313D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803D4712-D508-5E55-0941-E53D43403C2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77660972-CB6B-B026-A507-01044A1DB8F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639C7220-AE1C-82D2-1BE3-9DE5D2D950FD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1386919F-5DE4-564A-3816-EB0DF267BA0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7CB8EB8A-5EEA-4FDD-E236-D5D9576070F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A08F2460-EBCF-9373-E2A6-E586429080F0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5DDF3A92-70D2-7718-9DA0-5BA44E0F809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85AF99CA-373A-1256-F364-77178A710A5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111;p15">
            <a:extLst>
              <a:ext uri="{FF2B5EF4-FFF2-40B4-BE49-F238E27FC236}">
                <a16:creationId xmlns:a16="http://schemas.microsoft.com/office/drawing/2014/main" id="{7939895B-94A5-72BE-63BB-A3945FD04025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80" name="Google Shape;112;p15">
              <a:extLst>
                <a:ext uri="{FF2B5EF4-FFF2-40B4-BE49-F238E27FC236}">
                  <a16:creationId xmlns:a16="http://schemas.microsoft.com/office/drawing/2014/main" id="{3218FFC2-3CF8-8FD5-7C8F-2078466ED50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113;p15">
              <a:extLst>
                <a:ext uri="{FF2B5EF4-FFF2-40B4-BE49-F238E27FC236}">
                  <a16:creationId xmlns:a16="http://schemas.microsoft.com/office/drawing/2014/main" id="{957498AF-F15F-EC33-8C70-C8D1688CCD4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A915C701-8F16-0262-805C-81085763C714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5428E8EF-3E2D-C2D2-5ADA-E0CF24AA1CF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C29C5B9A-0FDC-346D-65C9-C66336A9A0C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4F96E5AC-2D5F-11FE-0BCB-C4D8618A2DA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9A4081D3-D1E3-937A-FB3F-66CB3F1C199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" name="Google Shape;129;p15">
            <a:extLst>
              <a:ext uri="{FF2B5EF4-FFF2-40B4-BE49-F238E27FC236}">
                <a16:creationId xmlns:a16="http://schemas.microsoft.com/office/drawing/2014/main" id="{6F2980F2-5D6C-7972-BC35-3F51BDFE9CB5}"/>
              </a:ext>
            </a:extLst>
          </p:cNvPr>
          <p:cNvCxnSpPr>
            <a:cxnSpLocks/>
            <a:stCxn id="81" idx="3"/>
            <a:endCxn id="23" idx="1"/>
          </p:cNvCxnSpPr>
          <p:nvPr/>
        </p:nvCxnSpPr>
        <p:spPr>
          <a:xfrm flipV="1">
            <a:off x="1699350" y="2672823"/>
            <a:ext cx="5859551" cy="31004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F53734EF-A358-4B65-B5E8-2056334A5AAC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" name="Google Shape;324;p23">
            <a:extLst>
              <a:ext uri="{FF2B5EF4-FFF2-40B4-BE49-F238E27FC236}">
                <a16:creationId xmlns:a16="http://schemas.microsoft.com/office/drawing/2014/main" id="{3D58BFB6-14A8-A750-5957-926751EA9010}"/>
              </a:ext>
            </a:extLst>
          </p:cNvPr>
          <p:cNvCxnSpPr>
            <a:cxnSpLocks/>
            <a:stCxn id="41" idx="3"/>
            <a:endCxn id="22" idx="2"/>
          </p:cNvCxnSpPr>
          <p:nvPr/>
        </p:nvCxnSpPr>
        <p:spPr>
          <a:xfrm flipV="1">
            <a:off x="6431492" y="3869589"/>
            <a:ext cx="1663209" cy="21028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4A57A04-C0A4-97BB-A2BB-FAE07A69DF15}"/>
              </a:ext>
            </a:extLst>
          </p:cNvPr>
          <p:cNvSpPr txBox="1"/>
          <p:nvPr/>
        </p:nvSpPr>
        <p:spPr>
          <a:xfrm>
            <a:off x="6909294" y="4484591"/>
            <a:ext cx="605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107</a:t>
            </a:r>
            <a:endParaRPr lang="ko-KR" altLang="en-US" dirty="0"/>
          </a:p>
        </p:txBody>
      </p:sp>
      <p:cxnSp>
        <p:nvCxnSpPr>
          <p:cNvPr id="62" name="Google Shape;129;p15">
            <a:extLst>
              <a:ext uri="{FF2B5EF4-FFF2-40B4-BE49-F238E27FC236}">
                <a16:creationId xmlns:a16="http://schemas.microsoft.com/office/drawing/2014/main" id="{12FEB322-7630-53A0-19C2-E30EE87F8B6D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4128504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4F673-6600-592A-71DD-2DC38AE5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9620B583-6738-203F-C654-FE31A35FEA46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06B8C3E2-DAFF-4823-4076-B9ED4F61426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B8C726ED-DF5F-D95E-4FBD-3960F797D01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094B7B92-239E-3DFD-1063-B05B53D371C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ACAEF481-18A8-C243-1633-2F1C0D76556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" name="Google Shape;119;p15">
            <a:extLst>
              <a:ext uri="{FF2B5EF4-FFF2-40B4-BE49-F238E27FC236}">
                <a16:creationId xmlns:a16="http://schemas.microsoft.com/office/drawing/2014/main" id="{6781975E-0AA5-81E2-F08F-8DD2E47A9139}"/>
              </a:ext>
            </a:extLst>
          </p:cNvPr>
          <p:cNvGrpSpPr/>
          <p:nvPr/>
        </p:nvGrpSpPr>
        <p:grpSpPr>
          <a:xfrm>
            <a:off x="5941883" y="3456278"/>
            <a:ext cx="1071600" cy="948114"/>
            <a:chOff x="725125" y="742575"/>
            <a:chExt cx="803700" cy="559200"/>
          </a:xfrm>
        </p:grpSpPr>
        <p:sp>
          <p:nvSpPr>
            <p:cNvPr id="83" name="Google Shape;120;p15">
              <a:extLst>
                <a:ext uri="{FF2B5EF4-FFF2-40B4-BE49-F238E27FC236}">
                  <a16:creationId xmlns:a16="http://schemas.microsoft.com/office/drawing/2014/main" id="{3302EDEA-8765-FEB5-04BA-02E6A4B1DD1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121;p15">
              <a:extLst>
                <a:ext uri="{FF2B5EF4-FFF2-40B4-BE49-F238E27FC236}">
                  <a16:creationId xmlns:a16="http://schemas.microsoft.com/office/drawing/2014/main" id="{D5B34D53-22A2-17BD-EA7D-4014DCD9FC6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2E1409CD-2993-F9EF-8F40-258CBA1C0862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6FD336CD-A80B-ED97-1ADA-E4AC7019FAE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A1CCA928-11D4-C503-D19A-173687E73D4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BCA11EAD-CDA9-CE20-1306-3226960AFA4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2BE6EC87-252D-B227-94F8-6C0BDBD8AB3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5F4CEB68-9D65-F432-8E3B-246DF9E3C6E8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190F4847-13C9-03E1-F443-EA5E706B63F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E35799DD-70F4-C57C-6B76-59C095A29F4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33DD0B33-E4AC-801A-82D3-7A49689BCE3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A4A95260-2ACE-0811-E976-43BED044538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FE1F3B9D-D4B3-6133-2312-72ADFE7477C5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E20951E1-C505-8E17-16DB-DF39CB068632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4C095FC5-8C17-F629-3629-453037B5D05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5BC7FC3E-259A-8B54-9F72-FD0C2BBD1EF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6C3413F-FA90-18EA-FCC7-69496FFBCE4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B610313B-4C48-0983-B76C-7F0AA7F336A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6A27A049-1810-20D3-D22A-6AAC191D58D9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7EA00ED0-1CBE-51E6-0C9A-662AE1D9B768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8E3506D5-7CF4-085B-E9EC-06D71991BF5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185148DC-9F1B-779B-E18A-836890DD3FC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2F8CC683-CE23-B01A-F538-D4DA57EA79A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789BF8A9-7E6B-4060-8899-5EAAA2F42B1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E5D9DE0A-EA6A-1282-6A70-771D1059FEFE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E7B66B5F-4AA5-8C88-4CB5-ECBFBD90C101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1D364C37-7CEF-5654-0B5F-C6D1AE3FC37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C9921F9C-FD53-93D5-F148-A7D9C42343E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2F84614D-FD35-683F-7C63-D5EE87C8B85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3BF4C4BD-38A5-9F3C-9FC1-D896FB05872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BF9453D5-D838-2927-9C3F-BF013ACD4017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EB5A5E5-3D7B-0B78-A65A-659736290D43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9B9C4053-2D8B-89D9-E4EF-6ADBE4BB0D1A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949FA6D8-8102-2AE3-2C38-FF6C9BCE068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BDAC1EC2-A140-1531-D354-FB6A74BF3ED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CCC5389A-00BF-584E-147C-04914094067B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09F04877-A759-F0AF-A2A4-9DD110307BB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D3E08846-A471-4D92-AC20-A064FB922F5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0CC95910-0321-B63A-09C8-C3CF42D38CF1}"/>
              </a:ext>
            </a:extLst>
          </p:cNvPr>
          <p:cNvCxnSpPr>
            <a:cxnSpLocks/>
            <a:stCxn id="75" idx="2"/>
            <a:endCxn id="50" idx="1"/>
          </p:cNvCxnSpPr>
          <p:nvPr/>
        </p:nvCxnSpPr>
        <p:spPr>
          <a:xfrm>
            <a:off x="2976260" y="2195531"/>
            <a:ext cx="6754018" cy="285731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EAC7B583-DC02-162E-A24A-A918CCC36CE1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A3939208-ADD3-BF0A-3CD6-9353EE4F939A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3AEB7F3C-CF10-AD07-A2AD-AAA2E438A7F9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719990A0-1D58-A15D-9FE9-8C5B14305FFA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1726709" y="4425443"/>
            <a:ext cx="4168983" cy="82897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97B0BEF-A27F-8477-8768-EA06D43AA66A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FF5A7C15-B1EE-16B8-83A4-C2BBFF87C124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B3790B82-FC2B-88C9-7429-BB511C05F99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27E80B9B-7B04-4459-240B-1F8EC062437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A1C36BBE-48AA-5BFD-F7A6-BFE966D09A2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45CB58CE-0B08-71BA-FBC4-92391F348FB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C318F454-A637-A0DE-CDFC-02949DEC856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0544C24C-75BD-90C8-E00F-75D8AE9232D8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8C70EBDB-3702-F661-A472-A25C6F4488B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D69ECFD9-41DB-9877-AE79-0C0F6977AF6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DAA5C8F5-88FD-A1D7-F1E8-755D1C61F742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8C7A42FB-16AC-D888-F9EC-9866EE2485C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D14FC858-EEF7-5BA4-1CE3-89C2E3393A1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111;p15">
            <a:extLst>
              <a:ext uri="{FF2B5EF4-FFF2-40B4-BE49-F238E27FC236}">
                <a16:creationId xmlns:a16="http://schemas.microsoft.com/office/drawing/2014/main" id="{5C0E3336-C42D-7A40-94C3-80649949D67D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80" name="Google Shape;112;p15">
              <a:extLst>
                <a:ext uri="{FF2B5EF4-FFF2-40B4-BE49-F238E27FC236}">
                  <a16:creationId xmlns:a16="http://schemas.microsoft.com/office/drawing/2014/main" id="{3C4AB1B3-E1BA-80D7-A89D-252A0F1A31D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113;p15">
              <a:extLst>
                <a:ext uri="{FF2B5EF4-FFF2-40B4-BE49-F238E27FC236}">
                  <a16:creationId xmlns:a16="http://schemas.microsoft.com/office/drawing/2014/main" id="{089DFE1D-5089-C898-C682-1A216AB349E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" name="Google Shape;129;p15">
            <a:extLst>
              <a:ext uri="{FF2B5EF4-FFF2-40B4-BE49-F238E27FC236}">
                <a16:creationId xmlns:a16="http://schemas.microsoft.com/office/drawing/2014/main" id="{486B10DE-D565-62E6-4E18-2C0DE21FEA32}"/>
              </a:ext>
            </a:extLst>
          </p:cNvPr>
          <p:cNvCxnSpPr>
            <a:cxnSpLocks/>
            <a:stCxn id="81" idx="3"/>
            <a:endCxn id="23" idx="1"/>
          </p:cNvCxnSpPr>
          <p:nvPr/>
        </p:nvCxnSpPr>
        <p:spPr>
          <a:xfrm flipV="1">
            <a:off x="1699350" y="2672823"/>
            <a:ext cx="5859551" cy="31004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F782F005-A95C-F1BF-3128-28D02362051B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" name="Google Shape;324;p23">
            <a:extLst>
              <a:ext uri="{FF2B5EF4-FFF2-40B4-BE49-F238E27FC236}">
                <a16:creationId xmlns:a16="http://schemas.microsoft.com/office/drawing/2014/main" id="{55D7B42C-65AD-2D5C-413B-6BA9BE134327}"/>
              </a:ext>
            </a:extLst>
          </p:cNvPr>
          <p:cNvCxnSpPr>
            <a:cxnSpLocks/>
            <a:stCxn id="23" idx="1"/>
            <a:endCxn id="41" idx="3"/>
          </p:cNvCxnSpPr>
          <p:nvPr/>
        </p:nvCxnSpPr>
        <p:spPr>
          <a:xfrm flipH="1">
            <a:off x="6431492" y="2672823"/>
            <a:ext cx="1127409" cy="329965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D9721A74-CB6E-8F8A-7B9A-E50853CFF955}"/>
              </a:ext>
            </a:extLst>
          </p:cNvPr>
          <p:cNvSpPr txBox="1"/>
          <p:nvPr/>
        </p:nvSpPr>
        <p:spPr>
          <a:xfrm>
            <a:off x="6361818" y="4451793"/>
            <a:ext cx="605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108</a:t>
            </a:r>
            <a:endParaRPr lang="ko-KR" altLang="en-US" dirty="0"/>
          </a:p>
        </p:txBody>
      </p:sp>
      <p:cxnSp>
        <p:nvCxnSpPr>
          <p:cNvPr id="55" name="Google Shape;129;p15">
            <a:extLst>
              <a:ext uri="{FF2B5EF4-FFF2-40B4-BE49-F238E27FC236}">
                <a16:creationId xmlns:a16="http://schemas.microsoft.com/office/drawing/2014/main" id="{97A7251D-C68D-8674-C19B-641A70B795FC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2653264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A32B7-FD61-9606-41CE-590A23F89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42C7EE56-2305-BFCF-0DFA-55D5745209BD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B631B9F7-5BE3-A5C6-0ED7-4ADA451B436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7A1BEF2E-57DC-91A3-F01B-03382007E82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264D8F9B-2059-51F4-6919-45876A6838A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D588CBA5-75AA-3C15-FF33-E4374C67034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" name="Google Shape;119;p15">
            <a:extLst>
              <a:ext uri="{FF2B5EF4-FFF2-40B4-BE49-F238E27FC236}">
                <a16:creationId xmlns:a16="http://schemas.microsoft.com/office/drawing/2014/main" id="{FFEDC736-370F-0458-525E-067799D867CB}"/>
              </a:ext>
            </a:extLst>
          </p:cNvPr>
          <p:cNvGrpSpPr/>
          <p:nvPr/>
        </p:nvGrpSpPr>
        <p:grpSpPr>
          <a:xfrm>
            <a:off x="5941883" y="3456278"/>
            <a:ext cx="1071600" cy="948114"/>
            <a:chOff x="725125" y="742575"/>
            <a:chExt cx="803700" cy="559200"/>
          </a:xfrm>
        </p:grpSpPr>
        <p:sp>
          <p:nvSpPr>
            <p:cNvPr id="83" name="Google Shape;120;p15">
              <a:extLst>
                <a:ext uri="{FF2B5EF4-FFF2-40B4-BE49-F238E27FC236}">
                  <a16:creationId xmlns:a16="http://schemas.microsoft.com/office/drawing/2014/main" id="{0FA858E9-3705-2817-4008-AF8BBD3C61F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121;p15">
              <a:extLst>
                <a:ext uri="{FF2B5EF4-FFF2-40B4-BE49-F238E27FC236}">
                  <a16:creationId xmlns:a16="http://schemas.microsoft.com/office/drawing/2014/main" id="{9A80199E-4AA6-5824-2D77-D10D1A4B6D1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33A4E1C3-C17D-726C-94B0-83E0CA0BD6E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C91278D6-0A95-3A90-1712-CF12FB8373A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9FA34463-5750-411D-0CD0-1AB1C97411F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ABD0B6BF-BD66-C359-8CD7-D926DFB419D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8EB0D75E-BACD-A054-B65F-5FB0F29CFAD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7C4E2BE9-BBF4-7406-DBCB-FEE403FF44C1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593A3259-58E2-6AA3-993D-AB5085575B7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B021C66F-861B-8857-F35E-57E874CF009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21D8414C-34EA-2A40-3533-02E9B9AC11F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1D3AEA12-D2C1-8D2C-1F9A-E90AC38F643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94DCE15C-F96D-49B1-DC53-0A2094058F5E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4DDC9133-99F2-EA17-64DA-6B9C641DC1B1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CE6A18D9-D82B-A499-4570-416D1CA0BB6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69567864-033D-1497-176C-76D33ED7BCD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67A63C46-F8D0-0430-341E-6ACA5923CCD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D37CBDEB-534E-8DBA-1328-713FEEFD2B5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0C08665D-7B5C-9B44-A500-BCA0A0C322C4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028B2849-BAC7-E3EF-85F2-8DDE43083464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B75E262A-F966-5863-2F1E-5ADD6681C1C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557E2B06-DE4C-FB68-2CB2-B96C3F02F3A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180CE46D-3108-87A5-DB6E-1EA6E3AA6F0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1BB7A435-665B-FC39-7DD6-E3DEF3ADAEE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16D9C53F-D6D8-A88A-DCD7-8E3E0B0E665F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BE0EE0A1-FE10-2108-B296-816C2A2B0EDA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1418EB6E-1A2D-8604-237E-7A806969E0A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A314AD90-C2C0-27FA-EC5C-CFCA48697ED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FECFA21C-E2BB-11CA-54B4-314CC6CFE5C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D2048E41-B192-34E6-B86A-685585CB36B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8CBDF983-AA17-4B1C-AC66-01A07562B9C2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B5B7EF9-CF26-05FB-9F4B-6202D362FDBD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2BBFE08A-DD37-B07F-5C51-4AB99670A559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F75040FE-05BE-3F77-08E8-DF2E54E6A44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482509E8-0E02-F143-7374-67795D415DF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EA0893B7-CA09-DA88-398A-388792749BCB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39468A00-ACB7-8761-DF7E-DFC372CE031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C2062319-A72D-DE54-F4AB-93774C955A7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466BD364-D95B-83C6-2F2A-26AB292EF73A}"/>
              </a:ext>
            </a:extLst>
          </p:cNvPr>
          <p:cNvCxnSpPr>
            <a:cxnSpLocks/>
            <a:stCxn id="75" idx="2"/>
            <a:endCxn id="50" idx="1"/>
          </p:cNvCxnSpPr>
          <p:nvPr/>
        </p:nvCxnSpPr>
        <p:spPr>
          <a:xfrm>
            <a:off x="2976260" y="2195531"/>
            <a:ext cx="6754018" cy="285731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DF8285BB-2373-8FB8-6D19-1AE85E6A1686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8F2C2B7E-E825-6472-7CBC-4DDE274C2EE9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CC388464-368A-74AD-E670-8A359D65466B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2BB67D00-5BB7-A4CF-71AF-029233A4AF3E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1726709" y="2912176"/>
            <a:ext cx="6367992" cy="151326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4A4C01E-888F-E236-8BCF-0A6EB8B8EACD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5F1763F6-18F5-F77F-0D6C-3D43E55605E8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ADAC9817-D9C2-E805-D2BE-0649B855CAE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ABF8F496-18AD-778F-95CF-844F6F8A84C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B3127EB9-CAA2-A3CB-C354-20188B495BCA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C5FFE051-276C-D24F-E0AF-305ADFBF22E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93CDA40C-4025-C704-E889-00C702B6194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2B0F837C-C3D2-8DCF-3A3D-A699AD95591B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D5781889-9197-8B2D-8EF3-94F1880AE4A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12699D6B-F0EF-A8C0-E54D-F4400861064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5246AF1C-0241-F153-996A-F351E3B76CFC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2A0623B2-6454-5CC6-4E88-59809A5528F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4337B217-A564-9B02-AA86-DA4F99E6152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111;p15">
            <a:extLst>
              <a:ext uri="{FF2B5EF4-FFF2-40B4-BE49-F238E27FC236}">
                <a16:creationId xmlns:a16="http://schemas.microsoft.com/office/drawing/2014/main" id="{28E7770E-230C-664A-AD9C-45F139FF0A76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80" name="Google Shape;112;p15">
              <a:extLst>
                <a:ext uri="{FF2B5EF4-FFF2-40B4-BE49-F238E27FC236}">
                  <a16:creationId xmlns:a16="http://schemas.microsoft.com/office/drawing/2014/main" id="{7D64F6AD-528C-F0C6-75CC-D5E458711AF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113;p15">
              <a:extLst>
                <a:ext uri="{FF2B5EF4-FFF2-40B4-BE49-F238E27FC236}">
                  <a16:creationId xmlns:a16="http://schemas.microsoft.com/office/drawing/2014/main" id="{24A5948B-AF2B-0DD5-676F-39B65A2F70B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" name="Google Shape;129;p15">
            <a:extLst>
              <a:ext uri="{FF2B5EF4-FFF2-40B4-BE49-F238E27FC236}">
                <a16:creationId xmlns:a16="http://schemas.microsoft.com/office/drawing/2014/main" id="{0E1F6756-ABB3-37D1-1093-DDDFB6CD7665}"/>
              </a:ext>
            </a:extLst>
          </p:cNvPr>
          <p:cNvCxnSpPr>
            <a:cxnSpLocks/>
            <a:stCxn id="81" idx="3"/>
            <a:endCxn id="23" idx="1"/>
          </p:cNvCxnSpPr>
          <p:nvPr/>
        </p:nvCxnSpPr>
        <p:spPr>
          <a:xfrm flipV="1">
            <a:off x="1699350" y="2672823"/>
            <a:ext cx="5859551" cy="31004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74EF4853-7762-46BA-B88C-D916FB70D3D8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" name="Google Shape;129;p15">
            <a:extLst>
              <a:ext uri="{FF2B5EF4-FFF2-40B4-BE49-F238E27FC236}">
                <a16:creationId xmlns:a16="http://schemas.microsoft.com/office/drawing/2014/main" id="{BCD0E533-B13D-B470-B3F3-3872532457A6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4224C70-75DD-4DD7-2293-4B91E8492ED5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109 while (pNode) pNode = pNode-&gt;pNext;</a:t>
            </a:r>
            <a:endParaRPr lang="ko-KR" altLang="en-US" dirty="0"/>
          </a:p>
        </p:txBody>
      </p:sp>
      <p:cxnSp>
        <p:nvCxnSpPr>
          <p:cNvPr id="40" name="Google Shape;324;p23">
            <a:extLst>
              <a:ext uri="{FF2B5EF4-FFF2-40B4-BE49-F238E27FC236}">
                <a16:creationId xmlns:a16="http://schemas.microsoft.com/office/drawing/2014/main" id="{32FB8F22-F997-2A0C-3CAA-02013820B9DC}"/>
              </a:ext>
            </a:extLst>
          </p:cNvPr>
          <p:cNvCxnSpPr>
            <a:cxnSpLocks/>
            <a:stCxn id="23" idx="1"/>
            <a:endCxn id="8" idx="3"/>
          </p:cNvCxnSpPr>
          <p:nvPr/>
        </p:nvCxnSpPr>
        <p:spPr>
          <a:xfrm flipH="1">
            <a:off x="1713030" y="2672823"/>
            <a:ext cx="5845871" cy="18237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1416080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1C469-430D-7C5A-FB4B-DD60227D7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D7F984E4-EE0E-2B6B-DE1A-A3D752AFDA46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C0B542A4-A0ED-9713-3D32-73DED70C82E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EC257EEB-D9A8-8BA8-CAFE-1940AC706AF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2F390519-F9EF-876C-B88E-A5E54F50D03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8FB85D43-04C5-A150-A2DF-46B5E541299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" name="Google Shape;119;p15">
            <a:extLst>
              <a:ext uri="{FF2B5EF4-FFF2-40B4-BE49-F238E27FC236}">
                <a16:creationId xmlns:a16="http://schemas.microsoft.com/office/drawing/2014/main" id="{A6E026C3-8513-46A9-27DA-E3BFDC2AAFCC}"/>
              </a:ext>
            </a:extLst>
          </p:cNvPr>
          <p:cNvGrpSpPr/>
          <p:nvPr/>
        </p:nvGrpSpPr>
        <p:grpSpPr>
          <a:xfrm>
            <a:off x="5941883" y="3456278"/>
            <a:ext cx="1071600" cy="948114"/>
            <a:chOff x="725125" y="742575"/>
            <a:chExt cx="803700" cy="559200"/>
          </a:xfrm>
        </p:grpSpPr>
        <p:sp>
          <p:nvSpPr>
            <p:cNvPr id="83" name="Google Shape;120;p15">
              <a:extLst>
                <a:ext uri="{FF2B5EF4-FFF2-40B4-BE49-F238E27FC236}">
                  <a16:creationId xmlns:a16="http://schemas.microsoft.com/office/drawing/2014/main" id="{E019A6E3-9994-1F19-B430-2C7019ABBA4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121;p15">
              <a:extLst>
                <a:ext uri="{FF2B5EF4-FFF2-40B4-BE49-F238E27FC236}">
                  <a16:creationId xmlns:a16="http://schemas.microsoft.com/office/drawing/2014/main" id="{21DF087C-45E1-93B0-1E4C-4E3513FC8C6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53C6EF9A-7B50-22ED-2B64-0C6356E8D23D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41E3C2BC-9F35-4454-8450-AA7EBCDC364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161D9F5D-B4DE-9CD1-66FB-3E31B245C39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314F1E8B-8684-5D3F-82AD-824CD67422E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21C6A47A-15AD-507C-5491-69E3DBD0ABA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EBEAE003-FFDF-1B6A-BAB0-59950447B0F7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47752386-DA58-E0B3-693D-D388FA8E77D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022C11B9-D376-6FF6-7153-6F607D65997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88077B6D-B327-7646-0B83-BAB15F89331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FDAD1503-712D-2C0B-C5BE-7B290C6594E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E0A49AE5-633F-E8B4-884E-F0C0388D3778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7BCB80CD-B7FF-B904-B65C-31629BB25943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D521CCC7-8201-0F95-D736-A8C086CA48F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1B29D98E-8DF0-DB3D-E8B0-B10DBB0ACB9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8DDDC379-51DF-523F-5D2F-C92498144FD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B494EA5D-994F-AFE1-0913-6E190E97B97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5B576A72-9957-C3DD-DB8E-60083F712761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C59AA799-51C9-BC88-C0E3-CBE6056EF9F0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3C4D7901-7791-8D0B-F4F7-BF7163ACA11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53D14A4F-5642-A70B-7DA8-5C888CF1276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D0621076-8180-578D-91CA-AABB899B129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514EF7F8-A8BC-07AC-3387-1E7AFEB03F4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680B4404-5D4C-BD9F-F3A1-623A36CE9240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B4E8ACC5-98BB-FE80-8629-7F10C2D4B397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040DA20C-8332-8651-6C54-16E1A0A34DB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6D0E9F68-53B8-691C-C879-DCFD8DA4C18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167F027E-0F63-971E-12EF-E147EC6094C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1C99670E-8C3B-FCC9-2C74-524474C37C7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5F6B5723-68A4-1D08-C5D9-BC7A1F128C0F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33EBE67-FECE-7554-232A-E7189B7D7038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8570A715-4A33-8337-E95E-17955FCB54BA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6C514232-CE31-E476-BC41-959E4AC6C05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77D640E0-CE7B-F70C-7525-010D2B57AE0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71F1FC5C-D13A-E03B-E0C0-F7214541AF61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3428EE1E-A64B-BB84-3DBB-5B2BE47B248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1BB0CB1C-7FE1-0D01-84D1-FCC3AC54C54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14EA186E-24A5-8B32-E771-834F9FE86206}"/>
              </a:ext>
            </a:extLst>
          </p:cNvPr>
          <p:cNvCxnSpPr>
            <a:cxnSpLocks/>
            <a:stCxn id="75" idx="2"/>
            <a:endCxn id="50" idx="1"/>
          </p:cNvCxnSpPr>
          <p:nvPr/>
        </p:nvCxnSpPr>
        <p:spPr>
          <a:xfrm>
            <a:off x="2976260" y="2195531"/>
            <a:ext cx="6754018" cy="285731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26182D8A-06BD-F6B6-0032-22B5D9CF8571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0723D11B-E46A-0422-15BF-C0D108CA1AB6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D46B82B9-C5F4-3BC0-23EE-8D321D6D512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BF3D66BF-8CDB-FBA2-568F-9AEF81195286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1726709" y="4425443"/>
            <a:ext cx="6479228" cy="62740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D19D4CE-6965-E957-29FD-ADFCB937F1E7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7979C71E-F6CE-208F-A1D0-E9F324600614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7EEB62E6-6C65-B986-317E-5064CAE2162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E6873829-3337-B3B2-CB23-717D783F5EB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47ECED6A-A2EF-62B5-80FE-80DC1627C4B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F9375D78-FAA8-B67C-8470-2FAA9D24D78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F7E57745-E9B2-6E9E-741A-0FDA49E7912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7ED0CFEC-9CC6-B2D5-A401-F6AF5A53F5C2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808F8CF5-B49A-6CBD-06AB-C59D7959434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41DBCE00-AA78-8384-125F-1BE800F6D57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93993CDD-D88A-FFD5-C28E-66318A4BF58A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B5A49255-E3EF-8528-F8EC-A504DA3A3F2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0C008C02-22FE-91E0-0118-0FC18795BF4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111;p15">
            <a:extLst>
              <a:ext uri="{FF2B5EF4-FFF2-40B4-BE49-F238E27FC236}">
                <a16:creationId xmlns:a16="http://schemas.microsoft.com/office/drawing/2014/main" id="{095B28B7-9526-450A-3FFA-A571B9C99A84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80" name="Google Shape;112;p15">
              <a:extLst>
                <a:ext uri="{FF2B5EF4-FFF2-40B4-BE49-F238E27FC236}">
                  <a16:creationId xmlns:a16="http://schemas.microsoft.com/office/drawing/2014/main" id="{2C4707D2-E73A-A835-FAFC-8EEA652C8F2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113;p15">
              <a:extLst>
                <a:ext uri="{FF2B5EF4-FFF2-40B4-BE49-F238E27FC236}">
                  <a16:creationId xmlns:a16="http://schemas.microsoft.com/office/drawing/2014/main" id="{4F89615E-52D0-E81D-F1F1-9856FE784BC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" name="Google Shape;129;p15">
            <a:extLst>
              <a:ext uri="{FF2B5EF4-FFF2-40B4-BE49-F238E27FC236}">
                <a16:creationId xmlns:a16="http://schemas.microsoft.com/office/drawing/2014/main" id="{DC39E1DA-0A03-00A6-D304-C86166B1F2BF}"/>
              </a:ext>
            </a:extLst>
          </p:cNvPr>
          <p:cNvCxnSpPr>
            <a:cxnSpLocks/>
            <a:stCxn id="81" idx="3"/>
            <a:endCxn id="23" idx="1"/>
          </p:cNvCxnSpPr>
          <p:nvPr/>
        </p:nvCxnSpPr>
        <p:spPr>
          <a:xfrm flipV="1">
            <a:off x="1699350" y="2672823"/>
            <a:ext cx="5859551" cy="31004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F7814A41-0FDE-E451-096A-0FCE5D4CC18C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" name="Google Shape;129;p15">
            <a:extLst>
              <a:ext uri="{FF2B5EF4-FFF2-40B4-BE49-F238E27FC236}">
                <a16:creationId xmlns:a16="http://schemas.microsoft.com/office/drawing/2014/main" id="{040AF8EA-1873-20D5-F268-74969ABF92ED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7E06788-23F8-B049-2A02-A0AE1EEFEC7A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109 while (pNode) pNode = pNode-&gt;pNext;</a:t>
            </a:r>
            <a:endParaRPr lang="ko-KR" altLang="en-US" dirty="0"/>
          </a:p>
        </p:txBody>
      </p:sp>
      <p:cxnSp>
        <p:nvCxnSpPr>
          <p:cNvPr id="40" name="Google Shape;324;p23">
            <a:extLst>
              <a:ext uri="{FF2B5EF4-FFF2-40B4-BE49-F238E27FC236}">
                <a16:creationId xmlns:a16="http://schemas.microsoft.com/office/drawing/2014/main" id="{0E723642-ED5A-197B-F63E-3B553C37B606}"/>
              </a:ext>
            </a:extLst>
          </p:cNvPr>
          <p:cNvCxnSpPr>
            <a:cxnSpLocks/>
            <a:stCxn id="36" idx="0"/>
            <a:endCxn id="8" idx="3"/>
          </p:cNvCxnSpPr>
          <p:nvPr/>
        </p:nvCxnSpPr>
        <p:spPr>
          <a:xfrm flipH="1" flipV="1">
            <a:off x="1713030" y="4496583"/>
            <a:ext cx="7028707" cy="31691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5045792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346DE-D1D4-E954-FD3A-00D03B439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70A9AEA4-7C15-32CF-AB81-C7394CA140ED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C6A62C50-4041-5389-8849-8ED359AFC79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7D80E923-CD8E-2DC8-7707-E863715B745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59174D04-62A2-E383-E6E1-2915ABAF6EE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F76ABDA0-EF17-725F-049A-3929654ED62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" name="Google Shape;119;p15">
            <a:extLst>
              <a:ext uri="{FF2B5EF4-FFF2-40B4-BE49-F238E27FC236}">
                <a16:creationId xmlns:a16="http://schemas.microsoft.com/office/drawing/2014/main" id="{147FEF8A-0386-778D-5BA1-83044357E372}"/>
              </a:ext>
            </a:extLst>
          </p:cNvPr>
          <p:cNvGrpSpPr/>
          <p:nvPr/>
        </p:nvGrpSpPr>
        <p:grpSpPr>
          <a:xfrm>
            <a:off x="5941883" y="3456278"/>
            <a:ext cx="1071600" cy="948114"/>
            <a:chOff x="725125" y="742575"/>
            <a:chExt cx="803700" cy="559200"/>
          </a:xfrm>
        </p:grpSpPr>
        <p:sp>
          <p:nvSpPr>
            <p:cNvPr id="83" name="Google Shape;120;p15">
              <a:extLst>
                <a:ext uri="{FF2B5EF4-FFF2-40B4-BE49-F238E27FC236}">
                  <a16:creationId xmlns:a16="http://schemas.microsoft.com/office/drawing/2014/main" id="{B0AD1935-69FC-F8D3-6BA6-CF59EBC00CE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121;p15">
              <a:extLst>
                <a:ext uri="{FF2B5EF4-FFF2-40B4-BE49-F238E27FC236}">
                  <a16:creationId xmlns:a16="http://schemas.microsoft.com/office/drawing/2014/main" id="{9F08A17E-5921-E3C1-68F2-364E5E7A71E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0A75CEAD-565B-710C-4BEF-87E6EFA0B61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FA60B67F-BF8A-0634-7468-FE93FF71383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1B073A81-4B03-B74E-9751-AED1129223D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491BE7AE-2CCE-544E-3AA8-BA3C41CD766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ECAF1865-846B-D3AF-E85B-F8CCF7D4F26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28B56D44-96AB-2A03-5381-990EE4212150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5CA0D56D-C194-87A7-446E-CBFF7019265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F0403C7B-5336-EB96-527D-B739FCAF314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BB74F34C-7AA0-10B1-B090-247C5271AAB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9B205095-D408-CDA0-D8D9-83501FB86F7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462C7CF1-A6A3-5D1F-4351-866B19B0A597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ABF88E34-BCE8-79C8-F303-E98B56202288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B2D149C1-6F95-203F-1AAC-2CA6E8B706E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1397EB13-2AB0-1C7E-72E8-671B2240F1B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E1535E11-D447-0C15-CDE6-2E29682D7D6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BDF0AB87-6EDB-19CC-410C-8090203D50C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BAC53D4A-6C54-BA3D-1C19-CFE5C2C847F9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AAAC4F55-BB4B-9BDB-2090-272776B9AC44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2B4A657C-5F63-A885-447A-4447ACC94C2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ED04249E-FEBB-4255-47EC-97013EEFB4F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C49E5651-F471-4EF1-653E-6DBC69DFC0E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D132EA37-C61A-EF51-5CE8-4539C329F13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7BDB8CCC-26E1-A93F-23BB-78C928699395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4CFC0FBD-8673-553E-65B0-D8B2B2A75B17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12B7D273-6199-AFD6-744E-7CFDDACEDA9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D2DB82CF-B14A-8CDA-BF4F-5367E486B6E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6FBF7CF8-5185-C995-FFDE-A6D52058F5E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BA2C3BE0-1F2F-A5BB-5C92-72BF18C1F4F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3C719F96-B11F-4297-826A-82C6B947CE18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C64AA58-98EF-C264-EB79-12F3C3536A97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0FA384D5-0510-AF4F-8102-D4B31D11F4E0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81502711-DCD5-C026-06A1-69BA0A8FE76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9A04F477-A534-D504-64B7-AD88FAB9E01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67C1E12D-718A-97F2-901D-FAC6CD3329C0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CB25798B-B4CB-E480-DA73-ED32DBD34D0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CEFED16D-C61E-C962-0C4B-120BE534C2B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63BB3252-E153-9B5E-422F-538B398B1084}"/>
              </a:ext>
            </a:extLst>
          </p:cNvPr>
          <p:cNvCxnSpPr>
            <a:cxnSpLocks/>
            <a:stCxn id="75" idx="2"/>
            <a:endCxn id="50" idx="1"/>
          </p:cNvCxnSpPr>
          <p:nvPr/>
        </p:nvCxnSpPr>
        <p:spPr>
          <a:xfrm>
            <a:off x="2976260" y="2195531"/>
            <a:ext cx="6754018" cy="285731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4B2E61E6-A113-1EEA-EDAC-0498D7FE1ED0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84BB61D0-8EF8-4708-BA89-B6508970F973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F82D2C93-DB71-368B-898C-DA76DA1D4694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698EE365-A215-5C7F-F33F-A585F3D340CB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1726709" y="4425443"/>
            <a:ext cx="8003569" cy="62740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F8831D1-51C4-1DE2-1F82-373DBCB8B53F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27B18C00-A0ED-282A-00D0-107CFE7583E8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DD99DA44-EFDC-CAB9-C453-83D37E6F451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BB6EB4A4-D5FD-2BC2-41C4-C0C00D8FFC8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37FF64EF-FE56-F7E9-2CC9-6F9DA0B76360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3699842C-C13E-6330-4D59-BD4B5E12C79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2349D726-06EC-E429-DA96-C425EBB3D5C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3B31DFF8-C7F9-B213-EEDD-F82F2F26B54F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E81683CD-028C-563E-2961-6F42EBD23EF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B96D9CA3-3179-3474-F45B-16402F11C41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D8F1A592-3919-363B-A7B0-1CFCE554B8EE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DC825847-E686-E2E6-6639-28711AE2786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B308F9BE-2A63-4429-8972-67EC26C330F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111;p15">
            <a:extLst>
              <a:ext uri="{FF2B5EF4-FFF2-40B4-BE49-F238E27FC236}">
                <a16:creationId xmlns:a16="http://schemas.microsoft.com/office/drawing/2014/main" id="{22A9F9D1-5A11-2010-E47E-739961731C3D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80" name="Google Shape;112;p15">
              <a:extLst>
                <a:ext uri="{FF2B5EF4-FFF2-40B4-BE49-F238E27FC236}">
                  <a16:creationId xmlns:a16="http://schemas.microsoft.com/office/drawing/2014/main" id="{E02E4982-26A8-09ED-49FC-9DD315EF9B9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113;p15">
              <a:extLst>
                <a:ext uri="{FF2B5EF4-FFF2-40B4-BE49-F238E27FC236}">
                  <a16:creationId xmlns:a16="http://schemas.microsoft.com/office/drawing/2014/main" id="{2D4810D8-AE79-D353-92C9-CFD7F19B07E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" name="Google Shape;129;p15">
            <a:extLst>
              <a:ext uri="{FF2B5EF4-FFF2-40B4-BE49-F238E27FC236}">
                <a16:creationId xmlns:a16="http://schemas.microsoft.com/office/drawing/2014/main" id="{BFF0D12F-A1A9-E051-84E0-100A5CA528D8}"/>
              </a:ext>
            </a:extLst>
          </p:cNvPr>
          <p:cNvCxnSpPr>
            <a:cxnSpLocks/>
            <a:stCxn id="81" idx="3"/>
            <a:endCxn id="23" idx="1"/>
          </p:cNvCxnSpPr>
          <p:nvPr/>
        </p:nvCxnSpPr>
        <p:spPr>
          <a:xfrm flipV="1">
            <a:off x="1699350" y="2672823"/>
            <a:ext cx="5859551" cy="31004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FB2A32D3-7B58-4CA4-49E3-F0CCCD14F8F1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" name="Google Shape;129;p15">
            <a:extLst>
              <a:ext uri="{FF2B5EF4-FFF2-40B4-BE49-F238E27FC236}">
                <a16:creationId xmlns:a16="http://schemas.microsoft.com/office/drawing/2014/main" id="{DFC1860E-482D-C3B6-AC17-DCCD64E96BB8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1350501-5E4A-52A7-BF11-345CF70CC544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109 while (pNode) pNode = pNode-&gt;pNext;</a:t>
            </a:r>
            <a:endParaRPr lang="ko-KR" altLang="en-US" dirty="0"/>
          </a:p>
        </p:txBody>
      </p:sp>
      <p:cxnSp>
        <p:nvCxnSpPr>
          <p:cNvPr id="40" name="Google Shape;324;p23">
            <a:extLst>
              <a:ext uri="{FF2B5EF4-FFF2-40B4-BE49-F238E27FC236}">
                <a16:creationId xmlns:a16="http://schemas.microsoft.com/office/drawing/2014/main" id="{C873DD60-B261-26DB-1648-A0E82D1B6E93}"/>
              </a:ext>
            </a:extLst>
          </p:cNvPr>
          <p:cNvCxnSpPr>
            <a:cxnSpLocks/>
            <a:stCxn id="50" idx="0"/>
            <a:endCxn id="8" idx="3"/>
          </p:cNvCxnSpPr>
          <p:nvPr/>
        </p:nvCxnSpPr>
        <p:spPr>
          <a:xfrm flipH="1" flipV="1">
            <a:off x="1713030" y="4496583"/>
            <a:ext cx="8553048" cy="31691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1049364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89B9C-83D5-0CFE-88A4-E0FA917B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A2452820-EBC1-F635-ED2B-DA10F2987C7F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A114C420-7D3B-C180-8DAD-AA303F56F7E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225265EC-3982-6981-21D0-1AF7E598E73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72E09FC8-70E2-802A-F4FA-3567F5856E4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D58DE855-0C4F-F6E1-2A8C-878CD95C3A0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" name="Google Shape;119;p15">
            <a:extLst>
              <a:ext uri="{FF2B5EF4-FFF2-40B4-BE49-F238E27FC236}">
                <a16:creationId xmlns:a16="http://schemas.microsoft.com/office/drawing/2014/main" id="{DB942CFC-3472-F31A-958C-A3A9D647C672}"/>
              </a:ext>
            </a:extLst>
          </p:cNvPr>
          <p:cNvGrpSpPr/>
          <p:nvPr/>
        </p:nvGrpSpPr>
        <p:grpSpPr>
          <a:xfrm>
            <a:off x="5941883" y="3456278"/>
            <a:ext cx="1071600" cy="948114"/>
            <a:chOff x="725125" y="742575"/>
            <a:chExt cx="803700" cy="559200"/>
          </a:xfrm>
        </p:grpSpPr>
        <p:sp>
          <p:nvSpPr>
            <p:cNvPr id="83" name="Google Shape;120;p15">
              <a:extLst>
                <a:ext uri="{FF2B5EF4-FFF2-40B4-BE49-F238E27FC236}">
                  <a16:creationId xmlns:a16="http://schemas.microsoft.com/office/drawing/2014/main" id="{F0C90404-DED8-F0FE-4E40-B37FAE3FA7A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121;p15">
              <a:extLst>
                <a:ext uri="{FF2B5EF4-FFF2-40B4-BE49-F238E27FC236}">
                  <a16:creationId xmlns:a16="http://schemas.microsoft.com/office/drawing/2014/main" id="{C4B94EF0-F7F5-1D58-9760-CD2634CC802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CD0D06E4-53D1-4F37-38BE-E4DC876A80D8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D59176B6-4C3B-DF9D-402A-CC09806EE0D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F1933441-1945-ADD3-0042-3816EE9C691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85C3F86F-8589-F110-077C-7AC99BEE95A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59D46EA8-EE8F-DFDC-D3B7-DE59477FC4C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ADACE48A-26A4-B011-42CD-FBFD41503E71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A3A229A2-4C03-03B9-3C03-5A0624F792D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75D2E766-48E7-1834-0B54-E03F656C7C3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793AA7A3-6458-6A20-6648-36E0E0644DE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678EA1CF-7E92-AB9F-D7A0-0486FA58A4D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D873809F-ED0E-CA1E-9A12-4781A6993F4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400899DD-AF5E-AC4F-A87B-08C9BC7A1891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4E9DEB98-48C5-C7DF-74DE-81A3E62AEE6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F8E03F32-95F8-56BF-FCD8-DDD83ACF20E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E9C40DDA-C2CB-4261-33E6-6E57F70AE8C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4C7CA2E8-1DA6-228B-F14B-5CB27D6B312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1CCB6B69-D375-7D65-8735-A48B83855224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5671EBBC-1700-741C-2CA3-F89F2A0A08B7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DF98519A-FCF9-7CB4-499D-00157659EE2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AE649E25-BD62-82A5-DACC-11AA0020902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5BC3A9AD-9A88-81D3-A3D0-0049BCEED90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08CBF6D6-A783-9595-70EC-69BA46D18DC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07FA50E9-4847-A738-7C08-50091893AB63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A635728E-5CA2-D64E-A248-9F10BB468F1A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2FAC2F9C-1223-588D-2365-DDF279650F7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1A6DFC10-D183-99FF-2879-9D018F4CA58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E753DD7F-F725-C225-E2AC-0B54A482DB3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233C173B-F9C6-C4FE-187B-2CB3A11EBED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EDB1165C-6524-7B5C-2386-6DA4723D5145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B6CBD35-3E4F-4394-6806-A7E8105CEF4A}"/>
              </a:ext>
            </a:extLst>
          </p:cNvPr>
          <p:cNvSpPr txBox="1"/>
          <p:nvPr/>
        </p:nvSpPr>
        <p:spPr>
          <a:xfrm>
            <a:off x="7619970" y="321276"/>
            <a:ext cx="44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r>
              <a:rPr lang="en-US" altLang="ko-KR" dirty="0"/>
              <a:t>56   Find:40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4D3D6F96-D14B-027E-25AC-004E44832914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411A8C7D-0A26-491A-9787-0557EAC0A38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DC0BFF18-AE9F-12B5-4282-6143AE003B9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19;p15">
            <a:extLst>
              <a:ext uri="{FF2B5EF4-FFF2-40B4-BE49-F238E27FC236}">
                <a16:creationId xmlns:a16="http://schemas.microsoft.com/office/drawing/2014/main" id="{76CCC7E9-05DB-54B4-C7C5-5FC561BCFC6C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8" name="Google Shape;120;p15">
              <a:extLst>
                <a:ext uri="{FF2B5EF4-FFF2-40B4-BE49-F238E27FC236}">
                  <a16:creationId xmlns:a16="http://schemas.microsoft.com/office/drawing/2014/main" id="{2667E744-1751-BD1A-C8E5-E1B429878C0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3CB46017-8FDB-594E-0C9A-99DBFA45814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129;p15">
            <a:extLst>
              <a:ext uri="{FF2B5EF4-FFF2-40B4-BE49-F238E27FC236}">
                <a16:creationId xmlns:a16="http://schemas.microsoft.com/office/drawing/2014/main" id="{BC183DB2-57AB-D8B2-E663-3A9AFD33A783}"/>
              </a:ext>
            </a:extLst>
          </p:cNvPr>
          <p:cNvCxnSpPr>
            <a:cxnSpLocks/>
            <a:stCxn id="75" idx="2"/>
            <a:endCxn id="50" idx="0"/>
          </p:cNvCxnSpPr>
          <p:nvPr/>
        </p:nvCxnSpPr>
        <p:spPr>
          <a:xfrm>
            <a:off x="2976260" y="2195531"/>
            <a:ext cx="7289818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" name="Google Shape;324;p23">
            <a:extLst>
              <a:ext uri="{FF2B5EF4-FFF2-40B4-BE49-F238E27FC236}">
                <a16:creationId xmlns:a16="http://schemas.microsoft.com/office/drawing/2014/main" id="{700BBC9E-D47D-1DD9-B612-3181789E51E7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60BD356A-F46A-412B-91D3-741E1E56FA50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FB89046A-A34C-492D-35EC-6F83D0618050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32F65704-BE01-2B88-E115-59195B21706C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1726709" y="4425443"/>
            <a:ext cx="4168983" cy="82897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" name="Google Shape;111;p15">
            <a:extLst>
              <a:ext uri="{FF2B5EF4-FFF2-40B4-BE49-F238E27FC236}">
                <a16:creationId xmlns:a16="http://schemas.microsoft.com/office/drawing/2014/main" id="{3E678662-2A69-4C08-E636-67664FE34F62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7" name="Google Shape;112;p15">
              <a:extLst>
                <a:ext uri="{FF2B5EF4-FFF2-40B4-BE49-F238E27FC236}">
                  <a16:creationId xmlns:a16="http://schemas.microsoft.com/office/drawing/2014/main" id="{581E7711-4869-40AE-7B30-DC31C1AFA5F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15">
              <a:extLst>
                <a:ext uri="{FF2B5EF4-FFF2-40B4-BE49-F238E27FC236}">
                  <a16:creationId xmlns:a16="http://schemas.microsoft.com/office/drawing/2014/main" id="{ECDDB2FF-A32B-B688-585D-3792D672828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87036A75-B823-170F-8F09-4A9E644A20A0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50FF4B7D-ABD7-DC1F-E323-650C036099C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0130965A-5AFA-F54D-C40B-FC5B9CE1D9D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58D8C644-21EA-6B18-B45E-25D918A2280E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E31BDE3E-1E75-03DD-57C5-B8D317EA0D1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E8BA5723-99CF-AFC5-51E4-73505EEE03B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9DFFF939-9EBC-ACA5-6E61-D034C040BDB8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DB850EE6-EA4D-B135-DEEF-80474F96931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38ACAB5A-F555-E061-1F9A-E3231AD38DD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111;p15">
            <a:extLst>
              <a:ext uri="{FF2B5EF4-FFF2-40B4-BE49-F238E27FC236}">
                <a16:creationId xmlns:a16="http://schemas.microsoft.com/office/drawing/2014/main" id="{7FA03A06-A04B-B9BE-8EF3-1E4C0DEA0244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80" name="Google Shape;112;p15">
              <a:extLst>
                <a:ext uri="{FF2B5EF4-FFF2-40B4-BE49-F238E27FC236}">
                  <a16:creationId xmlns:a16="http://schemas.microsoft.com/office/drawing/2014/main" id="{BCC6A51B-9B60-3488-C1A0-5E7D320688A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pInsert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113;p15">
              <a:extLst>
                <a:ext uri="{FF2B5EF4-FFF2-40B4-BE49-F238E27FC236}">
                  <a16:creationId xmlns:a16="http://schemas.microsoft.com/office/drawing/2014/main" id="{0727D5B1-48C5-34EF-ACE0-6FE856E84B8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" name="Google Shape;129;p15">
            <a:extLst>
              <a:ext uri="{FF2B5EF4-FFF2-40B4-BE49-F238E27FC236}">
                <a16:creationId xmlns:a16="http://schemas.microsoft.com/office/drawing/2014/main" id="{C07562BC-C062-08DC-D0A5-1AD493E096A5}"/>
              </a:ext>
            </a:extLst>
          </p:cNvPr>
          <p:cNvCxnSpPr>
            <a:cxnSpLocks/>
            <a:stCxn id="81" idx="3"/>
            <a:endCxn id="23" idx="1"/>
          </p:cNvCxnSpPr>
          <p:nvPr/>
        </p:nvCxnSpPr>
        <p:spPr>
          <a:xfrm flipV="1">
            <a:off x="1699350" y="2672823"/>
            <a:ext cx="5859551" cy="31004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6210FA0D-5E28-9F74-8312-F3AD1B4D3153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325851E-E42E-CA2F-0A3C-A9530FA554D7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58 </a:t>
            </a:r>
            <a:r>
              <a:rPr lang="en-US" altLang="ko-KR" dirty="0" err="1"/>
              <a:t>pEnd</a:t>
            </a:r>
            <a:r>
              <a:rPr lang="en-US" altLang="ko-KR" dirty="0"/>
              <a:t> = InsertNodeData(</a:t>
            </a:r>
            <a:r>
              <a:rPr lang="en-US" altLang="ko-KR" dirty="0" err="1"/>
              <a:t>pBegin</a:t>
            </a:r>
            <a:r>
              <a:rPr lang="en-US" altLang="ko-KR" dirty="0"/>
              <a:t>, 30, 60)</a:t>
            </a:r>
            <a:endParaRPr lang="ko-KR" altLang="en-US" dirty="0"/>
          </a:p>
        </p:txBody>
      </p:sp>
      <p:cxnSp>
        <p:nvCxnSpPr>
          <p:cNvPr id="40" name="Google Shape;324;p23">
            <a:extLst>
              <a:ext uri="{FF2B5EF4-FFF2-40B4-BE49-F238E27FC236}">
                <a16:creationId xmlns:a16="http://schemas.microsoft.com/office/drawing/2014/main" id="{A90AE687-1BB1-B502-A5E7-02889EFA55E6}"/>
              </a:ext>
            </a:extLst>
          </p:cNvPr>
          <p:cNvCxnSpPr>
            <a:cxnSpLocks/>
            <a:stCxn id="75" idx="1"/>
            <a:endCxn id="8" idx="3"/>
          </p:cNvCxnSpPr>
          <p:nvPr/>
        </p:nvCxnSpPr>
        <p:spPr>
          <a:xfrm flipH="1">
            <a:off x="1713030" y="1956769"/>
            <a:ext cx="727430" cy="253981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E2E5C2C-1C36-75CE-999A-683079833CD1}"/>
              </a:ext>
            </a:extLst>
          </p:cNvPr>
          <p:cNvSpPr txBox="1"/>
          <p:nvPr/>
        </p:nvSpPr>
        <p:spPr>
          <a:xfrm>
            <a:off x="1124056" y="3354503"/>
            <a:ext cx="10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110-58</a:t>
            </a:r>
            <a:endParaRPr lang="ko-KR" altLang="en-US" dirty="0"/>
          </a:p>
        </p:txBody>
      </p:sp>
      <p:cxnSp>
        <p:nvCxnSpPr>
          <p:cNvPr id="64" name="Google Shape;129;p15">
            <a:extLst>
              <a:ext uri="{FF2B5EF4-FFF2-40B4-BE49-F238E27FC236}">
                <a16:creationId xmlns:a16="http://schemas.microsoft.com/office/drawing/2014/main" id="{0E4128D3-6A9F-9622-390E-AD7A4C74E290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9075381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DCBDE-E9AA-C145-B28A-C9BD8CB67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2B99C613-5570-BC38-0CFC-7F96E4CC91B8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4CB7C7EC-CBEC-D3CD-78E4-BF659D14651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B90BEEB3-A1C8-C5A6-4DA3-AF6DC889B91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104D0E23-885F-B91C-AC63-92DEA667DDA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013859A0-B7EE-5994-D833-CC9887C6ABB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6188038B-2D47-32EC-F68B-005B1C92B63D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1A941684-8D17-C871-AC55-6450AFAB7E2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4729A10-A87C-4618-1332-4BBD6CCCF90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F7CAFF0C-712F-CBAF-987D-C91F60CF919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63F9A1C6-78CA-15D3-B63B-960A06DE178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BB0D2FDB-B7F1-B718-5903-B2168908253D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C32182B3-5400-1570-E4EB-56E428E032F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B8CC7714-7DBE-3849-020B-924C2C2D47D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5CBA20B8-BAE6-A856-61A5-CCD2F7B345F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45AB8E00-3B16-2D8A-56CB-D16A1273127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BDE29CF3-2A03-170C-1AD4-2E147ECCE064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CEB7623E-2E5E-AE67-2206-6FD66A71D10E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086ED9D1-17BB-FF6D-F90B-7837222A235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A08994C0-0FC2-4737-097D-C685FBA41C1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9AF4E9CA-63A3-74B5-1618-49F7BAE2BE6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1F4C9CDD-A33D-109A-A186-43C15FAF9FD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3E999CB5-81E3-351D-7492-0ECC4DAF258F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1E205762-9C77-1B34-4094-5FCDBA15F424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ABE9FBB7-4F56-0EAC-0AB5-5CF4A7B07AA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67A076F8-7C79-9237-0CF8-B29950AF4B9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2D550218-CC95-7941-516C-6015EAE3E1A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82C312D9-719F-FF04-B57A-BD78D2B68CB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896E116B-F1D0-CEDD-52FD-CFEFE9531324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1550D52E-1232-9624-186D-36B55565CE0A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FA59DAB0-8100-ED7E-D311-62B03C338C8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050C5035-929A-EB48-9053-E77FD270A3C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39C4613E-2F8F-ADF9-BCD7-5B8562274C1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F56E9218-BBCE-B784-B696-B33F3DCADDD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56F17699-505D-5AC9-BD2B-F0034CA06407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70314C0-8D45-16A4-49DA-402DE8B3B512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C19B213A-A237-6951-24E7-B967975A5CB8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F37C336E-07A2-EFD1-96AC-5DB0A3ED547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35883C42-926E-30D3-DD2C-527D5501E1E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B04CAD12-BFAC-0002-FF52-C1DC67692E4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8CAF553E-BE37-626D-2F65-7733797003A5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7CED84C8-5AE0-CEAE-7ECD-F249B37A3EB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FAF41C9D-FCB2-F49C-3EB2-7E5D80A47F8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0EFCB12D-D6A7-F2D4-F4CD-278B1DCA12F6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E4CBAAF-7458-5E3D-62D6-B4367E626211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60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273AA337-1AFA-AF47-D1EB-12E33FFBCE8A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" name="Google Shape;129;p15">
            <a:extLst>
              <a:ext uri="{FF2B5EF4-FFF2-40B4-BE49-F238E27FC236}">
                <a16:creationId xmlns:a16="http://schemas.microsoft.com/office/drawing/2014/main" id="{B0C0D844-71E2-327F-3059-A59EA2E99848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2976260" y="2195531"/>
            <a:ext cx="7289818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1;p15">
            <a:extLst>
              <a:ext uri="{FF2B5EF4-FFF2-40B4-BE49-F238E27FC236}">
                <a16:creationId xmlns:a16="http://schemas.microsoft.com/office/drawing/2014/main" id="{98440CE5-2B05-C987-E634-C4C53C07B447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14" name="Google Shape;112;p15">
              <a:extLst>
                <a:ext uri="{FF2B5EF4-FFF2-40B4-BE49-F238E27FC236}">
                  <a16:creationId xmlns:a16="http://schemas.microsoft.com/office/drawing/2014/main" id="{68F1DC80-4E6E-7F28-AA25-967710563D0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13;p15">
              <a:extLst>
                <a:ext uri="{FF2B5EF4-FFF2-40B4-BE49-F238E27FC236}">
                  <a16:creationId xmlns:a16="http://schemas.microsoft.com/office/drawing/2014/main" id="{73085852-C10D-ACC2-071D-5826D545C72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18616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A8097-CDDB-2BB4-15E4-EE00E89C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19;p15">
            <a:extLst>
              <a:ext uri="{FF2B5EF4-FFF2-40B4-BE49-F238E27FC236}">
                <a16:creationId xmlns:a16="http://schemas.microsoft.com/office/drawing/2014/main" id="{FEB00708-31F8-3E03-BC78-7912A666E13C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912C730E-12B2-EA93-AAF6-36926304FAB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43BFDB19-869B-47A8-3476-2D8AFBA2AEF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2B771D9A-F909-AEEA-D45D-0642DD1E79C7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9DAD4A64-4A1F-4D85-E583-876143C34E9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C91D210A-A508-308C-1C3B-C23F09FBF5A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1DB23EBE-56A1-1841-F5F5-B16619404FE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1D0760E1-5122-1E0F-46E4-9BD14BF4AE8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5C7DD27D-23B1-D278-7756-4F72232E31F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CFCCBBE5-29B6-FDC1-D8F4-495579CE968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7B405454-1175-FF4B-9179-4FAB3C12E6E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635CFBC7-B492-18DF-161B-A8A945380C8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F5A07537-4C7A-F8D2-596D-AF7C96F48DD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3DCB1286-66B8-3AF8-DE97-70B9B121AACD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CDBE1189-7050-DC44-FE25-88FA6E1FBC3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C76A14B1-6194-303A-9963-FD2D72CC013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35C182EB-6B66-2BB2-0308-A80A6993787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43515E5D-F3AD-2EAC-DADA-7782FD82375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9D9A788E-39C5-91B1-7198-83144B8865DB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2CA1E051-2FD2-8164-87E6-607C6518E013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FFD35EA5-F42A-A862-F8A5-D30C5A09469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1F333B05-EE63-64C3-320B-E8981292146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3EBBEA42-0B10-9CB1-32E4-CC8E8B85EC6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D724C2B6-1EA8-E1E4-C63A-9E774BAE170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B5DECCA5-1D65-83A6-3169-29CEF8E230D2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CDAAD091-F2E4-D53C-4956-18A8036D2B38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2C055E93-CE64-60CF-C25E-EE5A5C8ABD2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0D7F100E-AC77-EB64-06A2-AD070728054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3B83D6FE-7108-07FA-80EF-5B1605FB8C4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5AB9258C-471F-6D30-970A-6DAB405F1A9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39F7E6E5-5B2F-7FFB-DE52-7B2948DA7076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2E070A8C-53E0-9774-8E25-E3DE0EDC2844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A9F4E62B-E252-F1EF-A48B-FD3BEE3B1E4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CA198496-47A8-6BA9-B33F-7A3572DFD1C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01E6BCBB-B956-7EF3-1661-A3555926500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BF8055EB-E667-91F9-9EB9-54F8550820E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7AF4474A-74CF-7076-98CC-2E5C33B71CD7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710A9A3-0BDF-9F82-EF23-D85858B2612D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71AEABB2-02DE-51A4-410F-F3148A3DC39C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B89C1EDD-3D8D-797C-D9FF-F7A94799CB6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5FC50270-CBF1-3C05-1773-A5617B88774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FCA07C63-2D43-2C8C-3993-FB7383F036E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EE769EA2-6F9A-5655-511C-A51AEC6E4CE6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18A0E59A-1B73-0396-5DF4-8A2C3BE2647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F9B92CB7-9EB4-896D-1DB9-C4664977E64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AB3DF7C8-1CD0-7677-EEC0-1F9EE4ECDA17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B6BE482-93F0-0C1F-416B-F52437F4F7D0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</a:t>
            </a:r>
            <a:r>
              <a:rPr lang="en-US" altLang="ko-KR" dirty="0" err="1"/>
              <a:t>DeleteNodeData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60)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4A5D7411-B518-AC5E-08DF-E48F8C81CB25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66E89FC8-8696-4139-4923-E791CE2ABE96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6" name="Google Shape;120;p15">
              <a:extLst>
                <a:ext uri="{FF2B5EF4-FFF2-40B4-BE49-F238E27FC236}">
                  <a16:creationId xmlns:a16="http://schemas.microsoft.com/office/drawing/2014/main" id="{D9BE8CAE-328F-1C33-14EF-3781CA569D5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1;p15">
              <a:extLst>
                <a:ext uri="{FF2B5EF4-FFF2-40B4-BE49-F238E27FC236}">
                  <a16:creationId xmlns:a16="http://schemas.microsoft.com/office/drawing/2014/main" id="{A1ED1186-DF7E-2693-71D1-ED915227FEB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324;p23">
            <a:extLst>
              <a:ext uri="{FF2B5EF4-FFF2-40B4-BE49-F238E27FC236}">
                <a16:creationId xmlns:a16="http://schemas.microsoft.com/office/drawing/2014/main" id="{B1C5C970-8CE4-DF05-6136-1285A07D5F35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8" name="Google Shape;324;p23">
            <a:extLst>
              <a:ext uri="{FF2B5EF4-FFF2-40B4-BE49-F238E27FC236}">
                <a16:creationId xmlns:a16="http://schemas.microsoft.com/office/drawing/2014/main" id="{ECFB2F08-4628-C0BA-C180-FBA43370540F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673098" y="988507"/>
            <a:ext cx="651767" cy="31684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129;p15">
            <a:extLst>
              <a:ext uri="{FF2B5EF4-FFF2-40B4-BE49-F238E27FC236}">
                <a16:creationId xmlns:a16="http://schemas.microsoft.com/office/drawing/2014/main" id="{CC20C3D9-BF50-D112-743F-64D8B43ED981}"/>
              </a:ext>
            </a:extLst>
          </p:cNvPr>
          <p:cNvCxnSpPr>
            <a:cxnSpLocks/>
            <a:stCxn id="7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5" name="Google Shape;111;p15">
            <a:extLst>
              <a:ext uri="{FF2B5EF4-FFF2-40B4-BE49-F238E27FC236}">
                <a16:creationId xmlns:a16="http://schemas.microsoft.com/office/drawing/2014/main" id="{6A834D26-6301-CD4D-DF05-034589DB805B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53" name="Google Shape;112;p15">
              <a:extLst>
                <a:ext uri="{FF2B5EF4-FFF2-40B4-BE49-F238E27FC236}">
                  <a16:creationId xmlns:a16="http://schemas.microsoft.com/office/drawing/2014/main" id="{66EB524F-A9B4-8303-726C-22EB29DB566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13;p15">
              <a:extLst>
                <a:ext uri="{FF2B5EF4-FFF2-40B4-BE49-F238E27FC236}">
                  <a16:creationId xmlns:a16="http://schemas.microsoft.com/office/drawing/2014/main" id="{638A9B9D-A91F-C6DB-7576-01DC3060818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0A29C69B-FFEF-5B6C-AB7A-9C3A08F7912A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57" name="Google Shape;112;p15">
              <a:extLst>
                <a:ext uri="{FF2B5EF4-FFF2-40B4-BE49-F238E27FC236}">
                  <a16:creationId xmlns:a16="http://schemas.microsoft.com/office/drawing/2014/main" id="{94B66D81-BC8A-2103-011F-76E5239EEEE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pPre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13;p15">
              <a:extLst>
                <a:ext uri="{FF2B5EF4-FFF2-40B4-BE49-F238E27FC236}">
                  <a16:creationId xmlns:a16="http://schemas.microsoft.com/office/drawing/2014/main" id="{1FC926FA-580B-8841-9D5A-EED11CC98C0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" name="Google Shape;324;p23">
            <a:extLst>
              <a:ext uri="{FF2B5EF4-FFF2-40B4-BE49-F238E27FC236}">
                <a16:creationId xmlns:a16="http://schemas.microsoft.com/office/drawing/2014/main" id="{F9A6D8D5-298F-D712-7584-DAB5C909E85C}"/>
              </a:ext>
            </a:extLst>
          </p:cNvPr>
          <p:cNvCxnSpPr>
            <a:cxnSpLocks/>
            <a:stCxn id="7" idx="1"/>
            <a:endCxn id="54" idx="3"/>
          </p:cNvCxnSpPr>
          <p:nvPr/>
        </p:nvCxnSpPr>
        <p:spPr>
          <a:xfrm flipH="1">
            <a:off x="1713030" y="4156911"/>
            <a:ext cx="1133980" cy="3396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8AA568E3-9100-C00B-E106-A43F065E7502}"/>
              </a:ext>
            </a:extLst>
          </p:cNvPr>
          <p:cNvCxnSpPr>
            <a:cxnSpLocks/>
            <a:stCxn id="54" idx="3"/>
            <a:endCxn id="19" idx="1"/>
          </p:cNvCxnSpPr>
          <p:nvPr/>
        </p:nvCxnSpPr>
        <p:spPr>
          <a:xfrm>
            <a:off x="1713030" y="4496583"/>
            <a:ext cx="598180" cy="55626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189F7401-C7D9-0FE5-7A35-A4B270F0B1C3}"/>
              </a:ext>
            </a:extLst>
          </p:cNvPr>
          <p:cNvSpPr txBox="1"/>
          <p:nvPr/>
        </p:nvSpPr>
        <p:spPr>
          <a:xfrm>
            <a:off x="95450" y="5096097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115</a:t>
            </a:r>
            <a:endParaRPr lang="ko-KR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3C4DD04-156E-4D33-DA98-732E5A1C7005}"/>
              </a:ext>
            </a:extLst>
          </p:cNvPr>
          <p:cNvSpPr txBox="1"/>
          <p:nvPr/>
        </p:nvSpPr>
        <p:spPr>
          <a:xfrm>
            <a:off x="2170525" y="3852204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116</a:t>
            </a:r>
            <a:endParaRPr lang="ko-KR" altLang="en-US" dirty="0"/>
          </a:p>
        </p:txBody>
      </p: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F907BA72-133D-239B-0DF6-B1D46A2856A0}"/>
              </a:ext>
            </a:extLst>
          </p:cNvPr>
          <p:cNvCxnSpPr>
            <a:cxnSpLocks/>
            <a:stCxn id="66" idx="2"/>
          </p:cNvCxnSpPr>
          <p:nvPr/>
        </p:nvCxnSpPr>
        <p:spPr>
          <a:xfrm>
            <a:off x="2976260" y="2195531"/>
            <a:ext cx="7289818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3" name="Google Shape;111;p15">
            <a:extLst>
              <a:ext uri="{FF2B5EF4-FFF2-40B4-BE49-F238E27FC236}">
                <a16:creationId xmlns:a16="http://schemas.microsoft.com/office/drawing/2014/main" id="{72BF760E-92E8-D203-4FB0-304F81B2D9A5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64" name="Google Shape;112;p15">
              <a:extLst>
                <a:ext uri="{FF2B5EF4-FFF2-40B4-BE49-F238E27FC236}">
                  <a16:creationId xmlns:a16="http://schemas.microsoft.com/office/drawing/2014/main" id="{10752C46-0FE6-D370-7123-D5C0601EB69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113;p15">
              <a:extLst>
                <a:ext uri="{FF2B5EF4-FFF2-40B4-BE49-F238E27FC236}">
                  <a16:creationId xmlns:a16="http://schemas.microsoft.com/office/drawing/2014/main" id="{91533917-41B8-D646-910D-F03160FDBBB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20935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D781-BDFF-2838-F234-1C0FE50CC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19;p15">
            <a:extLst>
              <a:ext uri="{FF2B5EF4-FFF2-40B4-BE49-F238E27FC236}">
                <a16:creationId xmlns:a16="http://schemas.microsoft.com/office/drawing/2014/main" id="{BF539D3E-C51A-83AF-BE98-444CBC36B1EB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06C5E529-F095-DCEF-89E1-2D059F75724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C7F16999-03BE-EA09-CE75-53677244084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9D82D2E6-D3A3-298C-2E65-59B16A011BC9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30AF5144-5146-5296-3116-F9EC4C34043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920532CE-6865-559A-34D1-18948431D8E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759BD73B-C270-A1EC-BF59-24D8C4027F7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91ACA330-4D9C-AB70-E663-D7FEDF4A0C9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6887F362-EE06-2150-94DB-2F01D2E11207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BF3D1B40-7BE7-42FE-60CE-330348BAB2C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A354626E-C6F4-875F-89CC-08B7DAAF3A1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2C0BACF0-912B-1881-A7F8-54F6E3EECBB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633CCFB3-212F-545D-0093-B4FB01CBBAF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4BD32871-1080-CAC8-2525-B4B230FAD4EC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7B517DFE-6C83-2586-3164-1E44F39CBE0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4C677968-F247-FBCA-A060-53F450C1784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87853832-7B61-CD50-1827-436FB28828A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0EE79163-CFEC-2570-EB94-7EFA301BFC0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A6709CF8-54A9-A602-EEBA-DFACB9785B4C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E238FF4A-B6F3-5425-ADC2-1B23F58C3814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BA8A149E-9C8C-ACE2-2941-B3B9D792C66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B9BABE50-BE35-4C15-3DC2-825D2E34366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17D992C7-50E1-8A53-1551-13FE12AC6A4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3B5C5497-25EF-0359-9455-54DEA637448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70F655F0-CD4B-964C-19BE-68E16F7B5443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5CE69678-4ADD-F1C8-3D5E-D03332AC743F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0C983DC8-8469-DB14-9372-B9A08828A6D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AC027A62-4FAF-3322-BD79-80C7C2518CB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AB97342D-0575-315F-2F6E-9278D157030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3893B01-DA59-3CC7-C2F9-F1777A15C9A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80FE3017-8DC8-FC85-1BC3-AD60A3E70BF6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F79CBDB6-63E4-3B79-4FC9-CD1F08BF3B09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5CC6D0BC-06D4-15E1-98E4-A45AF4C509C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467F6401-243B-BBE1-A2C2-FFDB83B4A65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AB69E4AA-2F66-26DD-3D98-B6D6597B856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7DF26040-55EC-4F96-E45B-156A1CEEAA5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EE13EB6-4908-901C-EC18-EE7BC130C91C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71B909C-57A4-B678-37E5-4930BFF1EDE6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B72858DB-B572-E6F0-F0DE-8B0AC5235C8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AFA654E0-717F-CCCF-2972-8891337FEC6D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ABAEEB6F-C70D-8EF1-D6DC-ED1E06D12E6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9E4CE687-E236-8D78-463A-DE245C1CD05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A5A28E4E-A6AB-3071-2423-913B914EAD79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14699E61-88DC-56B1-376F-B5D151429A7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2BCCBD76-8527-2E00-1DFF-0C6031BE39E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4F5E829C-7AB6-2CFB-01EC-AE34501603F4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CCD56DA-BC9D-E2C5-B1D5-DA6FAA43C3EE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</a:t>
            </a:r>
            <a:r>
              <a:rPr lang="en-US" altLang="ko-KR" dirty="0" err="1"/>
              <a:t>DeleteNodeData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60)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1F2E44CC-008B-5E18-FE1F-CF5C8E1B7E1E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47096D46-348D-E909-AD0E-D5C9E4BCD5B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6" name="Google Shape;120;p15">
              <a:extLst>
                <a:ext uri="{FF2B5EF4-FFF2-40B4-BE49-F238E27FC236}">
                  <a16:creationId xmlns:a16="http://schemas.microsoft.com/office/drawing/2014/main" id="{08CCAE22-0C0A-85BD-B76F-58A9EF74339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1;p15">
              <a:extLst>
                <a:ext uri="{FF2B5EF4-FFF2-40B4-BE49-F238E27FC236}">
                  <a16:creationId xmlns:a16="http://schemas.microsoft.com/office/drawing/2014/main" id="{AE19AC77-20F3-0C4B-9D7D-8618EC79AAA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324;p23">
            <a:extLst>
              <a:ext uri="{FF2B5EF4-FFF2-40B4-BE49-F238E27FC236}">
                <a16:creationId xmlns:a16="http://schemas.microsoft.com/office/drawing/2014/main" id="{C56E98E4-251B-C32D-200A-C71D841D5F34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8" name="Google Shape;324;p23">
            <a:extLst>
              <a:ext uri="{FF2B5EF4-FFF2-40B4-BE49-F238E27FC236}">
                <a16:creationId xmlns:a16="http://schemas.microsoft.com/office/drawing/2014/main" id="{CA01A1BE-F5AA-2132-F496-A423935B79B1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673098" y="988507"/>
            <a:ext cx="651767" cy="31684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129;p15">
            <a:extLst>
              <a:ext uri="{FF2B5EF4-FFF2-40B4-BE49-F238E27FC236}">
                <a16:creationId xmlns:a16="http://schemas.microsoft.com/office/drawing/2014/main" id="{C7E60848-5716-846D-A404-2A46BD702FDA}"/>
              </a:ext>
            </a:extLst>
          </p:cNvPr>
          <p:cNvCxnSpPr>
            <a:cxnSpLocks/>
            <a:stCxn id="7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5" name="Google Shape;111;p15">
            <a:extLst>
              <a:ext uri="{FF2B5EF4-FFF2-40B4-BE49-F238E27FC236}">
                <a16:creationId xmlns:a16="http://schemas.microsoft.com/office/drawing/2014/main" id="{C99F93B0-A878-973E-1FB7-50B9CB666478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53" name="Google Shape;112;p15">
              <a:extLst>
                <a:ext uri="{FF2B5EF4-FFF2-40B4-BE49-F238E27FC236}">
                  <a16:creationId xmlns:a16="http://schemas.microsoft.com/office/drawing/2014/main" id="{24DE134F-4338-C7FD-F808-014A2841F8C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13;p15">
              <a:extLst>
                <a:ext uri="{FF2B5EF4-FFF2-40B4-BE49-F238E27FC236}">
                  <a16:creationId xmlns:a16="http://schemas.microsoft.com/office/drawing/2014/main" id="{03DFA4B1-22C1-7402-23B1-010A1FAB758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F2B92466-47EC-B1A2-A889-E4F911EF33B6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57" name="Google Shape;112;p15">
              <a:extLst>
                <a:ext uri="{FF2B5EF4-FFF2-40B4-BE49-F238E27FC236}">
                  <a16:creationId xmlns:a16="http://schemas.microsoft.com/office/drawing/2014/main" id="{0E456303-D24F-2EFC-FB7C-B016EE61CBC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pPre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13;p15">
              <a:extLst>
                <a:ext uri="{FF2B5EF4-FFF2-40B4-BE49-F238E27FC236}">
                  <a16:creationId xmlns:a16="http://schemas.microsoft.com/office/drawing/2014/main" id="{8D10C135-DB5F-EA8B-8880-81E87249E2C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" name="Google Shape;324;p23">
            <a:extLst>
              <a:ext uri="{FF2B5EF4-FFF2-40B4-BE49-F238E27FC236}">
                <a16:creationId xmlns:a16="http://schemas.microsoft.com/office/drawing/2014/main" id="{6734E74C-413E-1F5F-233F-A62B3BC010D6}"/>
              </a:ext>
            </a:extLst>
          </p:cNvPr>
          <p:cNvCxnSpPr>
            <a:cxnSpLocks/>
            <a:stCxn id="25" idx="0"/>
            <a:endCxn id="54" idx="3"/>
          </p:cNvCxnSpPr>
          <p:nvPr/>
        </p:nvCxnSpPr>
        <p:spPr>
          <a:xfrm flipH="1" flipV="1">
            <a:off x="1713030" y="4496583"/>
            <a:ext cx="2658321" cy="31691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863C9C78-18C0-0F28-B761-498521A3A92A}"/>
              </a:ext>
            </a:extLst>
          </p:cNvPr>
          <p:cNvCxnSpPr>
            <a:cxnSpLocks/>
            <a:stCxn id="54" idx="3"/>
            <a:endCxn id="25" idx="2"/>
          </p:cNvCxnSpPr>
          <p:nvPr/>
        </p:nvCxnSpPr>
        <p:spPr>
          <a:xfrm>
            <a:off x="1713030" y="4496583"/>
            <a:ext cx="2658321" cy="79562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DE53E8-E84E-1E33-2E8D-1A52749B203A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118 while (pNode-&gt;pNext)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9BF38C-3428-6DD6-BD05-CB1477E0E0B1}"/>
              </a:ext>
            </a:extLst>
          </p:cNvPr>
          <p:cNvSpPr txBox="1"/>
          <p:nvPr/>
        </p:nvSpPr>
        <p:spPr>
          <a:xfrm>
            <a:off x="3609180" y="4379175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129</a:t>
            </a:r>
            <a:endParaRPr lang="ko-KR" altLang="en-US" dirty="0"/>
          </a:p>
        </p:txBody>
      </p:sp>
      <p:cxnSp>
        <p:nvCxnSpPr>
          <p:cNvPr id="63" name="Google Shape;129;p15">
            <a:extLst>
              <a:ext uri="{FF2B5EF4-FFF2-40B4-BE49-F238E27FC236}">
                <a16:creationId xmlns:a16="http://schemas.microsoft.com/office/drawing/2014/main" id="{6989FCD9-C452-A114-BCE5-38F82E11F5EE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2976260" y="2195531"/>
            <a:ext cx="7289818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6" name="Google Shape;111;p15">
            <a:extLst>
              <a:ext uri="{FF2B5EF4-FFF2-40B4-BE49-F238E27FC236}">
                <a16:creationId xmlns:a16="http://schemas.microsoft.com/office/drawing/2014/main" id="{99B416E4-B031-89AA-9577-374FC4448F6B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67" name="Google Shape;112;p15">
              <a:extLst>
                <a:ext uri="{FF2B5EF4-FFF2-40B4-BE49-F238E27FC236}">
                  <a16:creationId xmlns:a16="http://schemas.microsoft.com/office/drawing/2014/main" id="{37D115E7-FB9D-9126-D74A-416EBB70C1A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113;p15">
              <a:extLst>
                <a:ext uri="{FF2B5EF4-FFF2-40B4-BE49-F238E27FC236}">
                  <a16:creationId xmlns:a16="http://schemas.microsoft.com/office/drawing/2014/main" id="{7B769853-D42C-96E8-EC78-EAFC82A2A7E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179572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DE439-8454-A448-4050-F1F2F745E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19;p15">
            <a:extLst>
              <a:ext uri="{FF2B5EF4-FFF2-40B4-BE49-F238E27FC236}">
                <a16:creationId xmlns:a16="http://schemas.microsoft.com/office/drawing/2014/main" id="{1540320F-58F3-3CE1-8968-5F1009A18E55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3A5C98D3-499D-0A7C-95BA-2E511EB75D8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EF970F86-4F26-DED4-A00B-BF41A6049A0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339880DA-60A6-537B-96BB-DDEBF4D0E468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C36C210A-06B6-C1E2-0CE8-7960A5B4DF7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5FE0341B-B748-3512-32E4-DAEBDC3F156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089FC282-690D-1279-D0E0-A83F8E8166D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5EDE361C-CC78-0C2D-7144-D8D3736F11C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D327CDC5-B1C2-6BD8-F20D-575A0D77F357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5A27A7BE-4ADB-6EBF-BC44-E5DA690CD24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67AC8F66-2411-F6D6-69C9-06BDF3C4053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16F2DA24-D771-D8CD-2DB7-86450AD4EBB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444208BD-DBA5-B043-CDBE-17C6EE63274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4C3371DB-ED2F-2E9F-96DE-FE7BF15E0BBB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2D678005-F0D2-6D63-199A-730F145CB5C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4FAB9201-4B15-0053-D0A7-783703E781F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0FF3E52F-DDD4-31F0-4500-C0BB0A8ABDE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1751E149-62E9-8AE1-79DF-054CD49D2E2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1C98248-5A70-8C27-0A75-84FF55AAC774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DCB0586C-F6D8-E0E0-6109-2775BE57485D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2AC5F752-2D42-CE9B-DAA3-29DADB42188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30D4068B-0ABE-C8C3-D53B-84B874E5C64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BBEA5423-04DC-D544-AD76-058AA5517C0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B4D1611D-E537-5037-507C-32536AD97DE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D93452F0-2E14-2965-58AA-E2A133770C73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43E7BCB-C65F-98AE-2094-D0ED27AEF032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3BE89526-49FE-3024-B1AD-D9B48643199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DF499ED2-B0EA-31AC-A0C0-E0A769D2F03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A00E2B2F-1865-E16E-9C3B-9A183EDB6E1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965521B2-0BEF-C3BB-4DF1-4D734863371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3AB4327C-A3AC-1DE8-74B1-524441FB8CB1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4B4AFFA-0354-ECDE-24C4-989445CB9305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9F940EB6-C7A2-4348-583F-65925D98102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701F9055-1DE3-337C-224E-388FAFE6126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D2EBC576-81E6-F190-77A8-F7349861934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0E5B4236-4666-DCD8-E6B6-4BA664EA119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CA383E0-E597-214E-DF4B-A5439D6D3E03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1500AC8-BA0B-4655-73B0-DD926B1CA1B6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8EFA5B7D-B4A7-7E5B-CC77-B9797142FAC5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5434D10A-76EC-2331-674A-CC362ED1F776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887DFCA3-E5A6-3CF4-05B5-C8D3E3B97B0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6A807FDD-B94A-50BE-62AF-18A125D3162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CD213B44-F01A-89EB-38E6-D2EE9A609401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75F8D126-CD25-5ADF-C923-E2EE24AA6E3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04C2D5E1-1E75-0F71-84FF-43EF104F5F2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44F3A50C-81B5-778D-CB9C-0BA129443DC9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8CA7C7D-4B6A-D88B-63CE-59890EEE1AFB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</a:t>
            </a:r>
            <a:r>
              <a:rPr lang="en-US" altLang="ko-KR" dirty="0" err="1"/>
              <a:t>DeleteNodeData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60)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6BC46775-416A-C0D4-5C9E-9B4BD6642712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2D37870B-6DAA-34FF-9402-025E5655B781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6" name="Google Shape;120;p15">
              <a:extLst>
                <a:ext uri="{FF2B5EF4-FFF2-40B4-BE49-F238E27FC236}">
                  <a16:creationId xmlns:a16="http://schemas.microsoft.com/office/drawing/2014/main" id="{EC1BC1A4-BC56-8EC6-4734-F11C87C1900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1;p15">
              <a:extLst>
                <a:ext uri="{FF2B5EF4-FFF2-40B4-BE49-F238E27FC236}">
                  <a16:creationId xmlns:a16="http://schemas.microsoft.com/office/drawing/2014/main" id="{9E4D568A-3C7D-F96D-C685-FE7D8C67B03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324;p23">
            <a:extLst>
              <a:ext uri="{FF2B5EF4-FFF2-40B4-BE49-F238E27FC236}">
                <a16:creationId xmlns:a16="http://schemas.microsoft.com/office/drawing/2014/main" id="{127754C4-BAB9-9765-08F0-15B01F9AFECC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8" name="Google Shape;324;p23">
            <a:extLst>
              <a:ext uri="{FF2B5EF4-FFF2-40B4-BE49-F238E27FC236}">
                <a16:creationId xmlns:a16="http://schemas.microsoft.com/office/drawing/2014/main" id="{060B9456-B5E9-41E3-25E1-42F164AB9895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673098" y="988507"/>
            <a:ext cx="651767" cy="31684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129;p15">
            <a:extLst>
              <a:ext uri="{FF2B5EF4-FFF2-40B4-BE49-F238E27FC236}">
                <a16:creationId xmlns:a16="http://schemas.microsoft.com/office/drawing/2014/main" id="{DFC26232-1DA6-A3F4-D533-3AB610C69DA1}"/>
              </a:ext>
            </a:extLst>
          </p:cNvPr>
          <p:cNvCxnSpPr>
            <a:cxnSpLocks/>
            <a:stCxn id="7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5" name="Google Shape;111;p15">
            <a:extLst>
              <a:ext uri="{FF2B5EF4-FFF2-40B4-BE49-F238E27FC236}">
                <a16:creationId xmlns:a16="http://schemas.microsoft.com/office/drawing/2014/main" id="{B41B61A2-CD5A-4F54-164B-C4C2A061CE2B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53" name="Google Shape;112;p15">
              <a:extLst>
                <a:ext uri="{FF2B5EF4-FFF2-40B4-BE49-F238E27FC236}">
                  <a16:creationId xmlns:a16="http://schemas.microsoft.com/office/drawing/2014/main" id="{5B794216-2FA9-EB82-2655-485A1D91E11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13;p15">
              <a:extLst>
                <a:ext uri="{FF2B5EF4-FFF2-40B4-BE49-F238E27FC236}">
                  <a16:creationId xmlns:a16="http://schemas.microsoft.com/office/drawing/2014/main" id="{0BB65268-C9C5-4F67-44C7-CECE64288D4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F6C6DEF3-2ACD-96FB-9EDD-3B69EF2CBE2E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57" name="Google Shape;112;p15">
              <a:extLst>
                <a:ext uri="{FF2B5EF4-FFF2-40B4-BE49-F238E27FC236}">
                  <a16:creationId xmlns:a16="http://schemas.microsoft.com/office/drawing/2014/main" id="{0A6AC829-32D5-56B8-CDCA-0D84D300107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pPre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13;p15">
              <a:extLst>
                <a:ext uri="{FF2B5EF4-FFF2-40B4-BE49-F238E27FC236}">
                  <a16:creationId xmlns:a16="http://schemas.microsoft.com/office/drawing/2014/main" id="{3A6C00D4-F00C-D2B2-B62D-F8AF667134A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" name="Google Shape;324;p23">
            <a:extLst>
              <a:ext uri="{FF2B5EF4-FFF2-40B4-BE49-F238E27FC236}">
                <a16:creationId xmlns:a16="http://schemas.microsoft.com/office/drawing/2014/main" id="{29A1743B-A7FE-F15F-ABAA-B4FB35009BB4}"/>
              </a:ext>
            </a:extLst>
          </p:cNvPr>
          <p:cNvCxnSpPr>
            <a:cxnSpLocks/>
            <a:stCxn id="42" idx="0"/>
            <a:endCxn id="54" idx="3"/>
          </p:cNvCxnSpPr>
          <p:nvPr/>
        </p:nvCxnSpPr>
        <p:spPr>
          <a:xfrm flipH="1" flipV="1">
            <a:off x="1713030" y="4496583"/>
            <a:ext cx="4182662" cy="279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1C8CB9D4-E6A8-982D-FB1C-2D059DF7B239}"/>
              </a:ext>
            </a:extLst>
          </p:cNvPr>
          <p:cNvCxnSpPr>
            <a:cxnSpLocks/>
            <a:stCxn id="54" idx="3"/>
            <a:endCxn id="42" idx="2"/>
          </p:cNvCxnSpPr>
          <p:nvPr/>
        </p:nvCxnSpPr>
        <p:spPr>
          <a:xfrm>
            <a:off x="1713030" y="4496583"/>
            <a:ext cx="4182662" cy="75783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A1349D38-81A0-F2AF-4E32-C33FDD4FE672}"/>
              </a:ext>
            </a:extLst>
          </p:cNvPr>
          <p:cNvSpPr txBox="1"/>
          <p:nvPr/>
        </p:nvSpPr>
        <p:spPr>
          <a:xfrm>
            <a:off x="4860665" y="4405177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129</a:t>
            </a:r>
            <a:endParaRPr lang="ko-KR" altLang="en-US" dirty="0"/>
          </a:p>
        </p:txBody>
      </p:sp>
      <p:cxnSp>
        <p:nvCxnSpPr>
          <p:cNvPr id="63" name="Google Shape;129;p15">
            <a:extLst>
              <a:ext uri="{FF2B5EF4-FFF2-40B4-BE49-F238E27FC236}">
                <a16:creationId xmlns:a16="http://schemas.microsoft.com/office/drawing/2014/main" id="{BB67489B-2E62-6E4C-9207-5683931FB254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2976260" y="2195531"/>
            <a:ext cx="7289818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6" name="Google Shape;111;p15">
            <a:extLst>
              <a:ext uri="{FF2B5EF4-FFF2-40B4-BE49-F238E27FC236}">
                <a16:creationId xmlns:a16="http://schemas.microsoft.com/office/drawing/2014/main" id="{36B42B91-32EB-898E-A5AD-1ACB3C84FCC9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67" name="Google Shape;112;p15">
              <a:extLst>
                <a:ext uri="{FF2B5EF4-FFF2-40B4-BE49-F238E27FC236}">
                  <a16:creationId xmlns:a16="http://schemas.microsoft.com/office/drawing/2014/main" id="{9EEAC63E-D7F8-B4E7-7E1A-ED7C0E048D3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113;p15">
              <a:extLst>
                <a:ext uri="{FF2B5EF4-FFF2-40B4-BE49-F238E27FC236}">
                  <a16:creationId xmlns:a16="http://schemas.microsoft.com/office/drawing/2014/main" id="{13A3CA58-A390-A856-6746-B517BCB599E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E9DE17FD-C604-81C4-1830-FD75739E3AD7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118 while (pNode-&gt;pNext)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08944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B4C1F-C4FD-FD9B-F361-6688759B8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19;p15">
            <a:extLst>
              <a:ext uri="{FF2B5EF4-FFF2-40B4-BE49-F238E27FC236}">
                <a16:creationId xmlns:a16="http://schemas.microsoft.com/office/drawing/2014/main" id="{97B15397-A48F-6586-4B0B-294BF64CDDBC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D34950EB-2076-99EA-5752-3F059BB8412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E75FF555-4FB7-BC4E-C71C-EA8F3184C2D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1E38502F-D8EE-3574-8986-485189201C32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1857016D-18A6-5B87-F81C-548AAEFB450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8B47CE7B-B482-6053-F669-E2CAF863E5C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273D12F3-F523-0BFF-C8AF-837D341B5FE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03458BF1-37D7-8753-FEDD-0B7B7E64D74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C56F6718-6A1E-65A5-767E-5AE4D89CCD23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E73B849D-16CE-D0A6-6D67-B7D7BFD7BF8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1FF7318B-8E6D-D0B0-E04B-45B59D5E4FD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2829D50-E191-6F89-B380-777F5E08828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D64D0976-7538-B719-6A4F-2BD41427613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2F6668F9-8ECE-B476-9D4B-1F3EB5A386BE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00792E1A-C88A-EFD6-74E3-1E2B6983FC5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A0769AEF-EB6E-A886-3410-11568C7AC04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34CC91C8-02BA-F170-BC7F-DA0B0393D84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71852CF9-2A38-8D06-5153-304028135A7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30095CF-BF45-CC3D-8D36-DCE99B7E0327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7BE83E4C-EE6B-1B09-244A-55C7FBEBE98D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8B23EDFF-10B1-9E82-A24F-9DC7B428B6B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7491213D-3340-87EA-E4A8-92A03CFF670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DFB1483B-228E-6726-4455-EA48C4125B9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E804D1DD-75B1-70DD-2BE2-F475DF03B12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358CA65F-C3C7-334B-3C1F-A49AFC532FD1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3691CD1E-BAC4-34FE-D211-F83EAB6629C9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487BADF4-6483-9BF1-00E3-3260576314D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0B80EF4F-734C-38B2-D0DA-3C3E0E6F146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2DED4170-A65C-C21E-48F1-DB7ADB31D21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609EFC68-FE58-286C-3CE1-5B34B233D24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10AB473E-0755-2AED-F446-E9935C300C40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52F460DF-C9FF-197C-50D3-B444E62D3DD8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9B8ED2A5-8C25-7B6F-5390-5D7FB3C273A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5482F28A-13E2-7ACB-2A77-9F2B9812E8E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F435F737-BC36-0146-434B-047C0322DB5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D73D4A4E-F4AF-483E-6EB8-6C3EE046DDD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11C66C0D-6808-BE00-9F02-29A3C5D27BF1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2D9B275F-BB4D-B065-BC06-7BF3B2D3FFCD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E286DFEE-8906-643D-829F-93724A6B701B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296E3DC0-E1EF-5F13-2262-79ED2DDCD82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6FE6A489-9637-0386-FD3D-8BB0D7D5ADB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717BEEC8-910B-F3D9-39DB-A9F0F88F4DBD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D9698786-6CE6-D91D-A438-B6CEDF2743A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52A7A3CC-A3A4-0B38-9923-9A103F74882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5E86DF7E-07F8-D6CB-4B72-E46DF8EA966F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F2919FA-BE46-53F5-E986-F27D3C250AE8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</a:t>
            </a:r>
            <a:r>
              <a:rPr lang="en-US" altLang="ko-KR" dirty="0" err="1"/>
              <a:t>DeleteNodeData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60)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BBC6A328-C8B0-E2D5-851C-87ADF1F0EEDE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C643B61B-EDED-062F-68EC-413E39144A8D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6" name="Google Shape;120;p15">
              <a:extLst>
                <a:ext uri="{FF2B5EF4-FFF2-40B4-BE49-F238E27FC236}">
                  <a16:creationId xmlns:a16="http://schemas.microsoft.com/office/drawing/2014/main" id="{CBEC0098-E0DF-E35F-8B9E-E0B0B870A04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1;p15">
              <a:extLst>
                <a:ext uri="{FF2B5EF4-FFF2-40B4-BE49-F238E27FC236}">
                  <a16:creationId xmlns:a16="http://schemas.microsoft.com/office/drawing/2014/main" id="{9902367E-8F6D-339E-0596-D5697D3D082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324;p23">
            <a:extLst>
              <a:ext uri="{FF2B5EF4-FFF2-40B4-BE49-F238E27FC236}">
                <a16:creationId xmlns:a16="http://schemas.microsoft.com/office/drawing/2014/main" id="{9C1970CA-2A2C-E6D3-3433-076DBB1F1A5C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8" name="Google Shape;324;p23">
            <a:extLst>
              <a:ext uri="{FF2B5EF4-FFF2-40B4-BE49-F238E27FC236}">
                <a16:creationId xmlns:a16="http://schemas.microsoft.com/office/drawing/2014/main" id="{D9553BD3-0A28-EF43-90DB-BB7AD42E5C9C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673098" y="988507"/>
            <a:ext cx="651767" cy="31684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129;p15">
            <a:extLst>
              <a:ext uri="{FF2B5EF4-FFF2-40B4-BE49-F238E27FC236}">
                <a16:creationId xmlns:a16="http://schemas.microsoft.com/office/drawing/2014/main" id="{BA6EAE83-2CA1-DF1C-3E1F-248F0B11CF7E}"/>
              </a:ext>
            </a:extLst>
          </p:cNvPr>
          <p:cNvCxnSpPr>
            <a:cxnSpLocks/>
            <a:stCxn id="7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5" name="Google Shape;111;p15">
            <a:extLst>
              <a:ext uri="{FF2B5EF4-FFF2-40B4-BE49-F238E27FC236}">
                <a16:creationId xmlns:a16="http://schemas.microsoft.com/office/drawing/2014/main" id="{2F7E5CC7-B3A7-05BA-B8CB-958958D977AF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53" name="Google Shape;112;p15">
              <a:extLst>
                <a:ext uri="{FF2B5EF4-FFF2-40B4-BE49-F238E27FC236}">
                  <a16:creationId xmlns:a16="http://schemas.microsoft.com/office/drawing/2014/main" id="{CB37D76D-CAB8-7CB8-E61F-FF00F8810E1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13;p15">
              <a:extLst>
                <a:ext uri="{FF2B5EF4-FFF2-40B4-BE49-F238E27FC236}">
                  <a16:creationId xmlns:a16="http://schemas.microsoft.com/office/drawing/2014/main" id="{ECFD72BD-15BF-0A27-EFEA-31961712BEA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98089339-F4D2-491D-7EC2-3699674C81FD}"/>
              </a:ext>
            </a:extLst>
          </p:cNvPr>
          <p:cNvGrpSpPr/>
          <p:nvPr/>
        </p:nvGrpSpPr>
        <p:grpSpPr>
          <a:xfrm>
            <a:off x="627750" y="5062149"/>
            <a:ext cx="1071600" cy="948113"/>
            <a:chOff x="725125" y="742575"/>
            <a:chExt cx="803700" cy="559200"/>
          </a:xfrm>
        </p:grpSpPr>
        <p:sp>
          <p:nvSpPr>
            <p:cNvPr id="57" name="Google Shape;112;p15">
              <a:extLst>
                <a:ext uri="{FF2B5EF4-FFF2-40B4-BE49-F238E27FC236}">
                  <a16:creationId xmlns:a16="http://schemas.microsoft.com/office/drawing/2014/main" id="{F364B245-F5A2-D107-67BB-22B85E560C0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pPre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13;p15">
              <a:extLst>
                <a:ext uri="{FF2B5EF4-FFF2-40B4-BE49-F238E27FC236}">
                  <a16:creationId xmlns:a16="http://schemas.microsoft.com/office/drawing/2014/main" id="{96F25E95-E9EE-0AAC-DB1E-E4583BD268A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" name="Google Shape;324;p23">
            <a:extLst>
              <a:ext uri="{FF2B5EF4-FFF2-40B4-BE49-F238E27FC236}">
                <a16:creationId xmlns:a16="http://schemas.microsoft.com/office/drawing/2014/main" id="{C189CF88-9E78-5AD0-B9DD-4442F8E48BCA}"/>
              </a:ext>
            </a:extLst>
          </p:cNvPr>
          <p:cNvCxnSpPr>
            <a:cxnSpLocks/>
            <a:stCxn id="42" idx="0"/>
            <a:endCxn id="54" idx="3"/>
          </p:cNvCxnSpPr>
          <p:nvPr/>
        </p:nvCxnSpPr>
        <p:spPr>
          <a:xfrm flipH="1" flipV="1">
            <a:off x="1713030" y="4496583"/>
            <a:ext cx="4182662" cy="279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00CAABE4-C830-53FA-2341-E7B26C1A3BB3}"/>
              </a:ext>
            </a:extLst>
          </p:cNvPr>
          <p:cNvCxnSpPr>
            <a:cxnSpLocks/>
            <a:stCxn id="54" idx="3"/>
            <a:endCxn id="42" idx="2"/>
          </p:cNvCxnSpPr>
          <p:nvPr/>
        </p:nvCxnSpPr>
        <p:spPr>
          <a:xfrm>
            <a:off x="1713030" y="4496583"/>
            <a:ext cx="4182662" cy="75783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2E2E11A-9469-CB72-18FF-A211517C4B3F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  <p:cxnSp>
        <p:nvCxnSpPr>
          <p:cNvPr id="60" name="Google Shape;129;p15">
            <a:extLst>
              <a:ext uri="{FF2B5EF4-FFF2-40B4-BE49-F238E27FC236}">
                <a16:creationId xmlns:a16="http://schemas.microsoft.com/office/drawing/2014/main" id="{18224269-E900-7E1B-13BD-407E7424F110}"/>
              </a:ext>
            </a:extLst>
          </p:cNvPr>
          <p:cNvCxnSpPr>
            <a:cxnSpLocks/>
            <a:stCxn id="67" idx="2"/>
          </p:cNvCxnSpPr>
          <p:nvPr/>
        </p:nvCxnSpPr>
        <p:spPr>
          <a:xfrm>
            <a:off x="2976260" y="2195531"/>
            <a:ext cx="7289818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4" name="Google Shape;111;p15">
            <a:extLst>
              <a:ext uri="{FF2B5EF4-FFF2-40B4-BE49-F238E27FC236}">
                <a16:creationId xmlns:a16="http://schemas.microsoft.com/office/drawing/2014/main" id="{019A9529-72FE-3634-AC4F-AF17B4BA3E9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66" name="Google Shape;112;p15">
              <a:extLst>
                <a:ext uri="{FF2B5EF4-FFF2-40B4-BE49-F238E27FC236}">
                  <a16:creationId xmlns:a16="http://schemas.microsoft.com/office/drawing/2014/main" id="{7F42B6E6-325D-5208-C30C-BDFDEAEBF33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113;p15">
              <a:extLst>
                <a:ext uri="{FF2B5EF4-FFF2-40B4-BE49-F238E27FC236}">
                  <a16:creationId xmlns:a16="http://schemas.microsoft.com/office/drawing/2014/main" id="{D2AC4747-EDFC-D167-3B0E-D176F2B6C16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CA244D3B-DF8C-7DA2-2FED-2CC83CF9BB88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118 while (pNode-&gt;pNext)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3243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5C6B4-149B-3F10-AC78-C08C61D4D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19;p15">
            <a:extLst>
              <a:ext uri="{FF2B5EF4-FFF2-40B4-BE49-F238E27FC236}">
                <a16:creationId xmlns:a16="http://schemas.microsoft.com/office/drawing/2014/main" id="{35F16C70-4DC0-4108-5131-5B8C1E8C036B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44861635-9B0F-58C8-7241-D34C77041FB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A2C07E97-2D37-B45D-7130-91560FA3DC0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1B88C2C6-6057-4A49-87BD-1D3F548306A8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F26FEA32-45A5-FCD8-FCB4-964B8A8A693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8816CE61-7A5C-CBF7-790D-75226B1E3F4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50D310C4-2765-923D-40A7-5CA28698E31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2A9CA91F-EBA8-E69F-2121-7AAC761AA6C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778D9E06-63B8-9D53-44F9-80882F5188CB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D29F15E0-7318-FA8F-D4B2-73C43B602B5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5DED020F-C5AD-969E-EACB-8313CF851DF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09240A50-F663-BFDB-1B73-17F000CD469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F6B6044D-EA75-8990-35EA-30F68DF9FB7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393A7C6E-0E6E-696C-604A-7427CF34A118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12765B8F-1E96-A5ED-8D77-A86FE8EA31E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42DDA2F0-76E1-E4BC-F14F-D2EEA115EB4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C84EA955-83CE-C86C-3C6B-C1314B5625B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2C7CDC8B-6B99-BD30-5CBD-188DB957219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E08134A8-00E5-2223-C632-64BF0378747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860535E1-8DF1-9630-014B-676F512A704F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B2F41AA4-2902-83AC-186A-15BB11141D6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E6F7487E-2BCB-D15A-7FFC-BB6FE4FCC3B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4BB99D06-7155-8EF3-FA2F-BA2A5CED656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78A0EF9F-4795-C3C0-1D3F-5515E883C83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47B895C6-6E97-61C0-5697-425691D27B22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6B5B370E-1FDC-38AA-0FD8-DC71C0B936C5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D66FC115-EFEC-D420-0FA7-F703D054F18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36FD4CA8-8A8B-3A2C-8E6C-595B4B18D7B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743AB879-975E-4D97-7CA3-993AAF0B746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9721C84F-093F-108A-0F21-2DC47A9DF36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BB1ABC60-36BA-4464-86BB-8BA2FA46F5BB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64FFCE3-D78B-F385-BE75-63E94235506C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91CA613C-CE13-6C2A-8AA0-35DD8AB471A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E8996BDC-71F3-9057-F06D-4EF6CC7EF40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B0F2275D-06A2-1DB3-2081-862573C53B0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AF25AC7F-0E25-66CF-502A-69BB1E46024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9BF48494-EA4A-8B6E-5FAF-F3FCF7A55F94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E221543E-A425-F6F0-072B-C336456BC3B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3DD0A0F0-7CEC-19D2-6A6A-7DAEBBA3CA23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D2F7014F-BF5C-C2C2-08D2-1F2D5373604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CCE89270-23F8-5156-A38D-0D3FA71B9AE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011ED708-BB32-A2AD-1AE4-CC115776147F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C646E9BD-2C8A-15A2-07B7-201987BA976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EA648AB5-383B-7221-5191-1580E10F289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DBEA6A3B-52F1-E531-D1FC-23AFAE308822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89E06BA-B605-85ED-C13E-CB38D68EC3A8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</a:t>
            </a:r>
            <a:r>
              <a:rPr lang="en-US" altLang="ko-KR" dirty="0" err="1"/>
              <a:t>DeleteNodeData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60)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5296ECE6-4BB8-E885-29BE-C258BBB50A92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31481CA1-7D11-F383-8DF0-99631FBC80E5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6" name="Google Shape;120;p15">
              <a:extLst>
                <a:ext uri="{FF2B5EF4-FFF2-40B4-BE49-F238E27FC236}">
                  <a16:creationId xmlns:a16="http://schemas.microsoft.com/office/drawing/2014/main" id="{DABCD0DC-DE2F-D4D5-1639-EE26372F7BB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1;p15">
              <a:extLst>
                <a:ext uri="{FF2B5EF4-FFF2-40B4-BE49-F238E27FC236}">
                  <a16:creationId xmlns:a16="http://schemas.microsoft.com/office/drawing/2014/main" id="{E95D68EB-1BC3-2DB3-86BB-D40C327A487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324;p23">
            <a:extLst>
              <a:ext uri="{FF2B5EF4-FFF2-40B4-BE49-F238E27FC236}">
                <a16:creationId xmlns:a16="http://schemas.microsoft.com/office/drawing/2014/main" id="{011F853F-1DFF-59AD-9E8D-7ED071623D70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8" name="Google Shape;324;p23">
            <a:extLst>
              <a:ext uri="{FF2B5EF4-FFF2-40B4-BE49-F238E27FC236}">
                <a16:creationId xmlns:a16="http://schemas.microsoft.com/office/drawing/2014/main" id="{1188FCC4-5CAF-0C87-9CE3-2BA53C1667DD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673098" y="988507"/>
            <a:ext cx="651767" cy="31684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129;p15">
            <a:extLst>
              <a:ext uri="{FF2B5EF4-FFF2-40B4-BE49-F238E27FC236}">
                <a16:creationId xmlns:a16="http://schemas.microsoft.com/office/drawing/2014/main" id="{2D8A8C89-F218-CB33-256A-3AC89050F37D}"/>
              </a:ext>
            </a:extLst>
          </p:cNvPr>
          <p:cNvCxnSpPr>
            <a:cxnSpLocks/>
            <a:stCxn id="7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5" name="Google Shape;111;p15">
            <a:extLst>
              <a:ext uri="{FF2B5EF4-FFF2-40B4-BE49-F238E27FC236}">
                <a16:creationId xmlns:a16="http://schemas.microsoft.com/office/drawing/2014/main" id="{DF206A95-8EC4-4145-B694-64C9B08D376F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53" name="Google Shape;112;p15">
              <a:extLst>
                <a:ext uri="{FF2B5EF4-FFF2-40B4-BE49-F238E27FC236}">
                  <a16:creationId xmlns:a16="http://schemas.microsoft.com/office/drawing/2014/main" id="{5BDF9F05-F184-96A7-2686-48ECE04D501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13;p15">
              <a:extLst>
                <a:ext uri="{FF2B5EF4-FFF2-40B4-BE49-F238E27FC236}">
                  <a16:creationId xmlns:a16="http://schemas.microsoft.com/office/drawing/2014/main" id="{3A25E6BA-8734-607B-9606-8C693D49219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5C9E3072-D88C-74E9-26B8-BD4160F7D6A2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57" name="Google Shape;112;p15">
              <a:extLst>
                <a:ext uri="{FF2B5EF4-FFF2-40B4-BE49-F238E27FC236}">
                  <a16:creationId xmlns:a16="http://schemas.microsoft.com/office/drawing/2014/main" id="{D9938489-06C0-921A-F176-CD1D1372597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pPre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13;p15">
              <a:extLst>
                <a:ext uri="{FF2B5EF4-FFF2-40B4-BE49-F238E27FC236}">
                  <a16:creationId xmlns:a16="http://schemas.microsoft.com/office/drawing/2014/main" id="{3836B91D-3880-0B4C-8F26-D21E9D23569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" name="Google Shape;324;p23">
            <a:extLst>
              <a:ext uri="{FF2B5EF4-FFF2-40B4-BE49-F238E27FC236}">
                <a16:creationId xmlns:a16="http://schemas.microsoft.com/office/drawing/2014/main" id="{4B040CFE-15F2-B696-0EE4-1E6836FA5780}"/>
              </a:ext>
            </a:extLst>
          </p:cNvPr>
          <p:cNvCxnSpPr>
            <a:cxnSpLocks/>
            <a:stCxn id="42" idx="0"/>
            <a:endCxn id="54" idx="3"/>
          </p:cNvCxnSpPr>
          <p:nvPr/>
        </p:nvCxnSpPr>
        <p:spPr>
          <a:xfrm flipH="1" flipV="1">
            <a:off x="1713030" y="4496583"/>
            <a:ext cx="4182662" cy="279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1EF4BBFD-1A6D-EC30-C093-FB1B02779D34}"/>
              </a:ext>
            </a:extLst>
          </p:cNvPr>
          <p:cNvCxnSpPr>
            <a:cxnSpLocks/>
            <a:stCxn id="54" idx="3"/>
            <a:endCxn id="42" idx="2"/>
          </p:cNvCxnSpPr>
          <p:nvPr/>
        </p:nvCxnSpPr>
        <p:spPr>
          <a:xfrm>
            <a:off x="1713030" y="4496583"/>
            <a:ext cx="4182662" cy="75783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" name="Google Shape;324;p23">
            <a:extLst>
              <a:ext uri="{FF2B5EF4-FFF2-40B4-BE49-F238E27FC236}">
                <a16:creationId xmlns:a16="http://schemas.microsoft.com/office/drawing/2014/main" id="{6E66B163-0FBA-9100-D707-67406F91F28C}"/>
              </a:ext>
            </a:extLst>
          </p:cNvPr>
          <p:cNvCxnSpPr>
            <a:cxnSpLocks/>
            <a:stCxn id="54" idx="2"/>
            <a:endCxn id="57" idx="2"/>
          </p:cNvCxnSpPr>
          <p:nvPr/>
        </p:nvCxnSpPr>
        <p:spPr>
          <a:xfrm flipH="1">
            <a:off x="999179" y="4733611"/>
            <a:ext cx="178051" cy="8025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6" name="Google Shape;129;p15">
            <a:extLst>
              <a:ext uri="{FF2B5EF4-FFF2-40B4-BE49-F238E27FC236}">
                <a16:creationId xmlns:a16="http://schemas.microsoft.com/office/drawing/2014/main" id="{1ADF5EB5-D9B3-E18E-5609-2FC900964D1A}"/>
              </a:ext>
            </a:extLst>
          </p:cNvPr>
          <p:cNvCxnSpPr>
            <a:cxnSpLocks/>
            <a:stCxn id="61" idx="3"/>
            <a:endCxn id="42" idx="1"/>
          </p:cNvCxnSpPr>
          <p:nvPr/>
        </p:nvCxnSpPr>
        <p:spPr>
          <a:xfrm flipV="1">
            <a:off x="1534979" y="5015064"/>
            <a:ext cx="3824913" cy="75817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9C7CC92-A58F-9619-AAA8-2BB1EFB3CBCE}"/>
              </a:ext>
            </a:extLst>
          </p:cNvPr>
          <p:cNvSpPr txBox="1"/>
          <p:nvPr/>
        </p:nvSpPr>
        <p:spPr>
          <a:xfrm>
            <a:off x="516706" y="4731290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122</a:t>
            </a:r>
            <a:endParaRPr lang="ko-KR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BADE65-09F7-CC8C-34F1-743F0EB7A557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  <p:cxnSp>
        <p:nvCxnSpPr>
          <p:cNvPr id="63" name="Google Shape;129;p15">
            <a:extLst>
              <a:ext uri="{FF2B5EF4-FFF2-40B4-BE49-F238E27FC236}">
                <a16:creationId xmlns:a16="http://schemas.microsoft.com/office/drawing/2014/main" id="{9F6D88E9-AB2A-79EC-3EC7-74802E9051F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2976260" y="2195531"/>
            <a:ext cx="7289818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4" name="Google Shape;111;p15">
            <a:extLst>
              <a:ext uri="{FF2B5EF4-FFF2-40B4-BE49-F238E27FC236}">
                <a16:creationId xmlns:a16="http://schemas.microsoft.com/office/drawing/2014/main" id="{39D92528-77D7-59F7-1CC1-56DCB1C834F7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67" name="Google Shape;112;p15">
              <a:extLst>
                <a:ext uri="{FF2B5EF4-FFF2-40B4-BE49-F238E27FC236}">
                  <a16:creationId xmlns:a16="http://schemas.microsoft.com/office/drawing/2014/main" id="{2BD08AD3-2A15-4357-12F4-A083326AEF0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113;p15">
              <a:extLst>
                <a:ext uri="{FF2B5EF4-FFF2-40B4-BE49-F238E27FC236}">
                  <a16:creationId xmlns:a16="http://schemas.microsoft.com/office/drawing/2014/main" id="{0244D507-8493-E8D3-C3BB-37F0673B2AD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7FE6B96D-225B-FF47-92C1-1520E1CD3F5E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118 while (pNode-&gt;pNext)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65490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4B258-C3D2-2003-6F0C-35A1D1744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19;p15">
            <a:extLst>
              <a:ext uri="{FF2B5EF4-FFF2-40B4-BE49-F238E27FC236}">
                <a16:creationId xmlns:a16="http://schemas.microsoft.com/office/drawing/2014/main" id="{597E9005-FD74-3464-7EEA-E9CCAFEC98CD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C7A320BA-B6DE-0B24-F118-F38F907FF22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FB1C5EA2-E23F-1BD4-D20E-EBFEF320D56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18B94F53-6733-2DE0-A8D4-AA995699BC23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07DB1C65-612E-C012-50A0-73754A368AA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EAA283BC-6A49-6883-C89A-A74D03752DC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8F88714F-392D-EB1D-1A38-986D0F13AC3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B033BAFC-4475-C7A4-AB52-785C189DD47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7D278FBF-9B55-CC73-BF4F-BAE47164CDFE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341E93F7-4D35-E053-532E-FFF3BCE2FEE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495E0D98-67B3-A332-4AD4-6160DB279D4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CB49748-3DDD-E174-FFB2-23D8BBF9ECD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5F365568-EE5E-E687-9F4A-99D43F41FB8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B82C95BC-E18B-62AB-355D-A9A25B8B07A6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49577D56-BE8C-F3B4-ED42-AA127D2B4CE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F1BB00CE-02CC-61A4-6633-C22CBC18D10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B58E3F9A-18DD-2708-5B40-BFA6150B547D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0E3E7953-6CF2-2649-0E3E-5B308704E77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FD9F8E7E-161E-EB14-A916-ACF207E2FA28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3E58C0C9-3ECD-C80F-D48B-32B3BDFD8C8D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39D8B09A-6F82-FAB4-9C1A-DF0EC7FBCC0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35DB6C17-71CC-8427-C5BB-1CED2FCFCA6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D55E4B9E-4347-64BB-B517-7FB1A34F53A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0027F649-59BC-FC3B-C19C-DAA1C411839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79FC0FDC-DBF9-7B36-F1AA-ED25DF1A33BF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169F815F-0892-4E0F-5106-FB2E0DEB784B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0EFF11AE-C6B9-C745-4234-FA827C324F1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8681D2B1-723C-CBD3-CD73-C388D975C3A8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7C094CA4-DAB8-8A43-749C-D4049B77697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04058BD8-9AEE-E924-6AD0-AE0966D9701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B5BBFFCB-EF31-6C0D-FDCF-0D788860A65D}"/>
              </a:ext>
            </a:extLst>
          </p:cNvPr>
          <p:cNvCxnSpPr>
            <a:cxnSpLocks/>
            <a:stCxn id="41" idx="3"/>
            <a:endCxn id="23" idx="2"/>
          </p:cNvCxnSpPr>
          <p:nvPr/>
        </p:nvCxnSpPr>
        <p:spPr>
          <a:xfrm flipV="1">
            <a:off x="6431492" y="2912176"/>
            <a:ext cx="1663209" cy="30603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206B538B-854E-9C28-C5D9-41B9105C0518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271AF213-3235-7D40-8AC6-D6DFB58D372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0CD2E253-330A-DBF0-78A8-73929CD7C9D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0DF55746-9DA7-1F77-AD92-31C3E2DB2AB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1A58D30B-6165-23CA-E3F5-6C02A09AC5C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CCA957E4-1CD3-44F9-2688-110424B2A10D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86DD4FAA-14DC-7B79-3F0B-5F1E4618CF4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20867C58-C83E-3181-2095-0B4020BDA486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0BDED707-16B8-1B72-FDC5-1596CF2BFA9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0640F3EE-8C3A-767D-D152-E628134548E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A9571BD8-1DEB-54FC-2F5F-E9AB8991F083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DF95CBD9-4DCB-0258-80A2-CCBD75DA50D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B91EC355-214E-E488-9BAA-4ED83D7CD40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F1C53E8F-6329-269A-0F77-F79F06C833E1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5A25925-C05E-9CCE-F5B1-F17B61F8290F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</a:t>
            </a:r>
            <a:r>
              <a:rPr lang="en-US" altLang="ko-KR" dirty="0" err="1"/>
              <a:t>DeleteNodeData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60)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E3577205-3AD6-9817-203A-0243BFE7850E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F1078353-2371-AE2D-9446-31F25075EA56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6" name="Google Shape;120;p15">
              <a:extLst>
                <a:ext uri="{FF2B5EF4-FFF2-40B4-BE49-F238E27FC236}">
                  <a16:creationId xmlns:a16="http://schemas.microsoft.com/office/drawing/2014/main" id="{B2F07DFE-D2F7-652C-026E-E1F0FC2CE2E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1;p15">
              <a:extLst>
                <a:ext uri="{FF2B5EF4-FFF2-40B4-BE49-F238E27FC236}">
                  <a16:creationId xmlns:a16="http://schemas.microsoft.com/office/drawing/2014/main" id="{49F03072-7B19-4C21-55F0-8EC4116B715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324;p23">
            <a:extLst>
              <a:ext uri="{FF2B5EF4-FFF2-40B4-BE49-F238E27FC236}">
                <a16:creationId xmlns:a16="http://schemas.microsoft.com/office/drawing/2014/main" id="{89C2E62A-1F62-9FA4-EDF5-1270CFD04465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8" name="Google Shape;324;p23">
            <a:extLst>
              <a:ext uri="{FF2B5EF4-FFF2-40B4-BE49-F238E27FC236}">
                <a16:creationId xmlns:a16="http://schemas.microsoft.com/office/drawing/2014/main" id="{26866063-7FA5-1622-5BA6-6DDB4E3C5A2E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673098" y="988507"/>
            <a:ext cx="651767" cy="31684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129;p15">
            <a:extLst>
              <a:ext uri="{FF2B5EF4-FFF2-40B4-BE49-F238E27FC236}">
                <a16:creationId xmlns:a16="http://schemas.microsoft.com/office/drawing/2014/main" id="{77DD8F8A-42C3-D177-EB7E-2B07778A9FAB}"/>
              </a:ext>
            </a:extLst>
          </p:cNvPr>
          <p:cNvCxnSpPr>
            <a:cxnSpLocks/>
            <a:stCxn id="7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5" name="Google Shape;111;p15">
            <a:extLst>
              <a:ext uri="{FF2B5EF4-FFF2-40B4-BE49-F238E27FC236}">
                <a16:creationId xmlns:a16="http://schemas.microsoft.com/office/drawing/2014/main" id="{D1D3FE72-86D2-219E-5FC9-329E17872370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53" name="Google Shape;112;p15">
              <a:extLst>
                <a:ext uri="{FF2B5EF4-FFF2-40B4-BE49-F238E27FC236}">
                  <a16:creationId xmlns:a16="http://schemas.microsoft.com/office/drawing/2014/main" id="{1F559E35-DE2D-B3E4-95B1-C0C91F93F09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13;p15">
              <a:extLst>
                <a:ext uri="{FF2B5EF4-FFF2-40B4-BE49-F238E27FC236}">
                  <a16:creationId xmlns:a16="http://schemas.microsoft.com/office/drawing/2014/main" id="{4ECC4175-7A3E-5B0B-6AFD-793E46D6CD6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1A733758-A87A-7826-682D-00F096517288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57" name="Google Shape;112;p15">
              <a:extLst>
                <a:ext uri="{FF2B5EF4-FFF2-40B4-BE49-F238E27FC236}">
                  <a16:creationId xmlns:a16="http://schemas.microsoft.com/office/drawing/2014/main" id="{C66E8E1B-C9DB-0A98-0475-7138E25B958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pPre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13;p15">
              <a:extLst>
                <a:ext uri="{FF2B5EF4-FFF2-40B4-BE49-F238E27FC236}">
                  <a16:creationId xmlns:a16="http://schemas.microsoft.com/office/drawing/2014/main" id="{2F9FB907-921C-64A5-4E8F-684CAE87AEA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" name="Google Shape;324;p23">
            <a:extLst>
              <a:ext uri="{FF2B5EF4-FFF2-40B4-BE49-F238E27FC236}">
                <a16:creationId xmlns:a16="http://schemas.microsoft.com/office/drawing/2014/main" id="{66FC3A8E-6191-1400-AFE8-3ACD9449BA9D}"/>
              </a:ext>
            </a:extLst>
          </p:cNvPr>
          <p:cNvCxnSpPr>
            <a:cxnSpLocks/>
            <a:stCxn id="42" idx="0"/>
            <a:endCxn id="54" idx="3"/>
          </p:cNvCxnSpPr>
          <p:nvPr/>
        </p:nvCxnSpPr>
        <p:spPr>
          <a:xfrm flipH="1" flipV="1">
            <a:off x="1713030" y="4496583"/>
            <a:ext cx="4182662" cy="279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F5DC816F-383B-2B42-70CF-486810BE9DDD}"/>
              </a:ext>
            </a:extLst>
          </p:cNvPr>
          <p:cNvCxnSpPr>
            <a:cxnSpLocks/>
            <a:stCxn id="54" idx="3"/>
            <a:endCxn id="23" idx="2"/>
          </p:cNvCxnSpPr>
          <p:nvPr/>
        </p:nvCxnSpPr>
        <p:spPr>
          <a:xfrm flipV="1">
            <a:off x="1713030" y="2912176"/>
            <a:ext cx="6381671" cy="158440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" name="Google Shape;324;p23">
            <a:extLst>
              <a:ext uri="{FF2B5EF4-FFF2-40B4-BE49-F238E27FC236}">
                <a16:creationId xmlns:a16="http://schemas.microsoft.com/office/drawing/2014/main" id="{D2F7426F-1903-B360-CC2F-30CA29630F1A}"/>
              </a:ext>
            </a:extLst>
          </p:cNvPr>
          <p:cNvCxnSpPr>
            <a:cxnSpLocks/>
            <a:stCxn id="54" idx="2"/>
            <a:endCxn id="57" idx="2"/>
          </p:cNvCxnSpPr>
          <p:nvPr/>
        </p:nvCxnSpPr>
        <p:spPr>
          <a:xfrm flipH="1">
            <a:off x="999179" y="4733611"/>
            <a:ext cx="178051" cy="8025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6" name="Google Shape;129;p15">
            <a:extLst>
              <a:ext uri="{FF2B5EF4-FFF2-40B4-BE49-F238E27FC236}">
                <a16:creationId xmlns:a16="http://schemas.microsoft.com/office/drawing/2014/main" id="{88E26543-8A9D-D75D-ACAD-79B89435899B}"/>
              </a:ext>
            </a:extLst>
          </p:cNvPr>
          <p:cNvCxnSpPr>
            <a:cxnSpLocks/>
            <a:stCxn id="61" idx="3"/>
            <a:endCxn id="42" idx="1"/>
          </p:cNvCxnSpPr>
          <p:nvPr/>
        </p:nvCxnSpPr>
        <p:spPr>
          <a:xfrm flipV="1">
            <a:off x="1534979" y="5015064"/>
            <a:ext cx="3824913" cy="75817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B9952ADE-8869-CE5A-0465-7B27E7847E28}"/>
              </a:ext>
            </a:extLst>
          </p:cNvPr>
          <p:cNvSpPr txBox="1"/>
          <p:nvPr/>
        </p:nvSpPr>
        <p:spPr>
          <a:xfrm>
            <a:off x="6884233" y="2393696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123</a:t>
            </a:r>
            <a:endParaRPr lang="ko-KR" altLang="en-US" dirty="0"/>
          </a:p>
        </p:txBody>
      </p: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EC770926-222B-BF9A-356E-3D6BA9EA9E31}"/>
              </a:ext>
            </a:extLst>
          </p:cNvPr>
          <p:cNvCxnSpPr>
            <a:cxnSpLocks/>
            <a:stCxn id="23" idx="1"/>
            <a:endCxn id="54" idx="3"/>
          </p:cNvCxnSpPr>
          <p:nvPr/>
        </p:nvCxnSpPr>
        <p:spPr>
          <a:xfrm flipH="1">
            <a:off x="1713030" y="2672823"/>
            <a:ext cx="5845871" cy="18237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23452DC3-A001-6568-4AA8-9F6332A6E903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86545724-3D33-06B9-7C27-44FE48A2F20C}"/>
              </a:ext>
            </a:extLst>
          </p:cNvPr>
          <p:cNvCxnSpPr>
            <a:cxnSpLocks/>
            <a:stCxn id="64" idx="2"/>
          </p:cNvCxnSpPr>
          <p:nvPr/>
        </p:nvCxnSpPr>
        <p:spPr>
          <a:xfrm>
            <a:off x="2976260" y="2195531"/>
            <a:ext cx="7289818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0" name="Google Shape;111;p15">
            <a:extLst>
              <a:ext uri="{FF2B5EF4-FFF2-40B4-BE49-F238E27FC236}">
                <a16:creationId xmlns:a16="http://schemas.microsoft.com/office/drawing/2014/main" id="{7DD62D99-43CB-7BCF-E0F0-121B4AE88BF6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63" name="Google Shape;112;p15">
              <a:extLst>
                <a:ext uri="{FF2B5EF4-FFF2-40B4-BE49-F238E27FC236}">
                  <a16:creationId xmlns:a16="http://schemas.microsoft.com/office/drawing/2014/main" id="{C4DCE00C-0030-DDA6-803F-7DB70B02C7C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113;p15">
              <a:extLst>
                <a:ext uri="{FF2B5EF4-FFF2-40B4-BE49-F238E27FC236}">
                  <a16:creationId xmlns:a16="http://schemas.microsoft.com/office/drawing/2014/main" id="{65ECF26D-9EC2-027A-0D48-3C212856A4F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38E24F6B-901B-ECD4-65EF-249C1186E16A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118 while (pNode-&gt;pNext)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265962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BC9D4-B57D-B04C-1DAD-FB951AE6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19;p15">
            <a:extLst>
              <a:ext uri="{FF2B5EF4-FFF2-40B4-BE49-F238E27FC236}">
                <a16:creationId xmlns:a16="http://schemas.microsoft.com/office/drawing/2014/main" id="{03179965-CB6B-5902-6A7E-C77DFFB65842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75D8BFF8-E8CA-CC5B-C2F2-A3F6189A453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10FCBDF0-4B11-C798-B618-25C5ADB5AD9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14;p15">
            <a:extLst>
              <a:ext uri="{FF2B5EF4-FFF2-40B4-BE49-F238E27FC236}">
                <a16:creationId xmlns:a16="http://schemas.microsoft.com/office/drawing/2014/main" id="{E6607AEF-B85E-4B91-CDC1-20B71A83E160}"/>
              </a:ext>
            </a:extLst>
          </p:cNvPr>
          <p:cNvGrpSpPr/>
          <p:nvPr/>
        </p:nvGrpSpPr>
        <p:grpSpPr>
          <a:xfrm>
            <a:off x="7558901" y="2433469"/>
            <a:ext cx="1071600" cy="1436120"/>
            <a:chOff x="6538675" y="262075"/>
            <a:chExt cx="803700" cy="838800"/>
          </a:xfrm>
        </p:grpSpPr>
        <p:grpSp>
          <p:nvGrpSpPr>
            <p:cNvPr id="4" name="Google Shape;115;p15">
              <a:extLst>
                <a:ext uri="{FF2B5EF4-FFF2-40B4-BE49-F238E27FC236}">
                  <a16:creationId xmlns:a16="http://schemas.microsoft.com/office/drawing/2014/main" id="{9F5954B6-3C61-F7BC-DD1A-81467DF97F1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3" name="Google Shape;116;p15">
                <a:extLst>
                  <a:ext uri="{FF2B5EF4-FFF2-40B4-BE49-F238E27FC236}">
                    <a16:creationId xmlns:a16="http://schemas.microsoft.com/office/drawing/2014/main" id="{9BBB9535-5B31-0275-7642-5AAC8B17EA3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0x41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17;p15">
                <a:extLst>
                  <a:ext uri="{FF2B5EF4-FFF2-40B4-BE49-F238E27FC236}">
                    <a16:creationId xmlns:a16="http://schemas.microsoft.com/office/drawing/2014/main" id="{C233DB63-BD4F-C29B-127D-7294D034EDD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118;p15">
              <a:extLst>
                <a:ext uri="{FF2B5EF4-FFF2-40B4-BE49-F238E27FC236}">
                  <a16:creationId xmlns:a16="http://schemas.microsoft.com/office/drawing/2014/main" id="{F7C237E2-4E9C-B2AE-E5C0-AD25EDEA8BA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DB10BBF4-B5A9-66D7-7B85-40C7B4245F7C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1AF65FEE-1D3F-30B3-472A-548124A7596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8530260F-B72C-2B37-7569-47EEF15EBE4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91B2DAF4-4373-2733-84EE-1087C652C6E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4348D806-77FE-F393-426E-8DC94AC4A44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180B3B30-B7A1-1D32-35A4-416CE90EC849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3AE52D31-14A6-0C03-EFA8-71F3FF26A8A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132204F-829E-B25C-6ACA-9C983079FBE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093E3E01-ED03-ED08-2403-857EC775BC0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162F94E4-7BAE-4F56-4E88-ACDF5A206EA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7A668114-B3D6-FAC8-09B3-7C5A5434F64B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B53F3A54-B40B-4CBB-F90D-8F4B4F107199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AEEC5B41-530E-D66A-C106-0D1EAB9E70A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B7770289-8288-FFA8-7911-10B48D26C69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A84AD1DB-9CEC-C83F-D792-02606A72150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8A2927E9-1C1D-79A3-F930-6B2A7B903DE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D653F009-D42E-C7C0-8811-7A639AAA2D1C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1ED4EC6-4EEE-A92B-19DD-77EC922A9256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124AB600-0A2E-5B78-EE23-67E9971F8A9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7EA049A5-73F0-CE0E-A698-E8930C00939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86007892-2998-CEB3-66DF-C38480FFE0D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FA890573-3865-9F39-7FC2-7BB6098FE4F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5F01401C-1E4F-A851-B724-D3243951CD72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1774445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3A67468A-EE71-DE8B-1367-015CC6A5747D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0AB14C48-368D-2D7E-44EB-FF04434FFB4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B7977C3F-47B6-9996-22D7-D0F18CF639A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39E4CCC7-5FA9-C04C-6EDC-D7EBD21A03B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6A5FBC89-DACD-ABC3-B57D-615D37496CA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DB062E0-8F62-F0FB-06E9-B214BB918251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15D1E323-A232-5ED1-2977-58DE1AF4AD7C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4639326B-A9D4-6B53-7A9F-50A2E4335BD4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8F978D64-6450-4404-6529-98AA8A74065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19A05D5E-B690-A018-DB14-39D403FD17A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48133AFC-8914-57F4-9F82-158BE7EE52D5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DF940876-8453-4165-56C2-D8562A63AB2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4310013B-45FF-EC51-CBE8-17D334E4AA6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81003C24-9E6D-1C66-AC2C-BAA2BC7C440C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>
            <a:off x="8094701" y="3869589"/>
            <a:ext cx="647036" cy="94390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FD979AE-CDA2-B722-7BDF-28D49B002C76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</a:t>
            </a:r>
            <a:r>
              <a:rPr lang="en-US" altLang="ko-KR" dirty="0" err="1"/>
              <a:t>DeleteNodeData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60)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E802E49A-393D-DE34-D1BE-3FC8A0BEE486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B1C1717C-DDBD-A687-E7D4-5119B3868A0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6" name="Google Shape;120;p15">
              <a:extLst>
                <a:ext uri="{FF2B5EF4-FFF2-40B4-BE49-F238E27FC236}">
                  <a16:creationId xmlns:a16="http://schemas.microsoft.com/office/drawing/2014/main" id="{AACA7131-C6AE-8D86-8076-6DD3F16FAE3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1;p15">
              <a:extLst>
                <a:ext uri="{FF2B5EF4-FFF2-40B4-BE49-F238E27FC236}">
                  <a16:creationId xmlns:a16="http://schemas.microsoft.com/office/drawing/2014/main" id="{A9D301C3-E306-F8D7-F748-16869584C40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324;p23">
            <a:extLst>
              <a:ext uri="{FF2B5EF4-FFF2-40B4-BE49-F238E27FC236}">
                <a16:creationId xmlns:a16="http://schemas.microsoft.com/office/drawing/2014/main" id="{21EBD686-D10A-70D3-AEFD-DC6BE8A857E9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8" name="Google Shape;324;p23">
            <a:extLst>
              <a:ext uri="{FF2B5EF4-FFF2-40B4-BE49-F238E27FC236}">
                <a16:creationId xmlns:a16="http://schemas.microsoft.com/office/drawing/2014/main" id="{8E338F70-BA8F-5488-B16E-652952484BD7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673098" y="988507"/>
            <a:ext cx="651767" cy="31684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129;p15">
            <a:extLst>
              <a:ext uri="{FF2B5EF4-FFF2-40B4-BE49-F238E27FC236}">
                <a16:creationId xmlns:a16="http://schemas.microsoft.com/office/drawing/2014/main" id="{2B29DE86-23BE-CF66-08B2-673AFA8B175F}"/>
              </a:ext>
            </a:extLst>
          </p:cNvPr>
          <p:cNvCxnSpPr>
            <a:cxnSpLocks/>
            <a:stCxn id="7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5" name="Google Shape;111;p15">
            <a:extLst>
              <a:ext uri="{FF2B5EF4-FFF2-40B4-BE49-F238E27FC236}">
                <a16:creationId xmlns:a16="http://schemas.microsoft.com/office/drawing/2014/main" id="{1ED635CC-538A-E356-AF96-DB75D45286BD}"/>
              </a:ext>
            </a:extLst>
          </p:cNvPr>
          <p:cNvGrpSpPr/>
          <p:nvPr/>
        </p:nvGrpSpPr>
        <p:grpSpPr>
          <a:xfrm>
            <a:off x="641430" y="3785497"/>
            <a:ext cx="1071600" cy="948113"/>
            <a:chOff x="725125" y="742575"/>
            <a:chExt cx="803700" cy="559200"/>
          </a:xfrm>
        </p:grpSpPr>
        <p:sp>
          <p:nvSpPr>
            <p:cNvPr id="53" name="Google Shape;112;p15">
              <a:extLst>
                <a:ext uri="{FF2B5EF4-FFF2-40B4-BE49-F238E27FC236}">
                  <a16:creationId xmlns:a16="http://schemas.microsoft.com/office/drawing/2014/main" id="{B61244D6-A36F-F6A4-553C-2BE4ADF303B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13;p15">
              <a:extLst>
                <a:ext uri="{FF2B5EF4-FFF2-40B4-BE49-F238E27FC236}">
                  <a16:creationId xmlns:a16="http://schemas.microsoft.com/office/drawing/2014/main" id="{1D3CAFA4-6641-485B-661C-1D07F2E8758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0x41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A45823B9-6F62-BE99-5E59-6252CE795982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57" name="Google Shape;112;p15">
              <a:extLst>
                <a:ext uri="{FF2B5EF4-FFF2-40B4-BE49-F238E27FC236}">
                  <a16:creationId xmlns:a16="http://schemas.microsoft.com/office/drawing/2014/main" id="{E957F55E-A6D5-1555-DE95-4260F506D4B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pPre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13;p15">
              <a:extLst>
                <a:ext uri="{FF2B5EF4-FFF2-40B4-BE49-F238E27FC236}">
                  <a16:creationId xmlns:a16="http://schemas.microsoft.com/office/drawing/2014/main" id="{09F055F4-C97C-81C4-87CA-35DD6D3C359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" name="Google Shape;324;p23">
            <a:extLst>
              <a:ext uri="{FF2B5EF4-FFF2-40B4-BE49-F238E27FC236}">
                <a16:creationId xmlns:a16="http://schemas.microsoft.com/office/drawing/2014/main" id="{FDC58248-CCDF-B246-946E-A2B83706E631}"/>
              </a:ext>
            </a:extLst>
          </p:cNvPr>
          <p:cNvCxnSpPr>
            <a:cxnSpLocks/>
            <a:stCxn id="42" idx="0"/>
            <a:endCxn id="54" idx="3"/>
          </p:cNvCxnSpPr>
          <p:nvPr/>
        </p:nvCxnSpPr>
        <p:spPr>
          <a:xfrm flipH="1" flipV="1">
            <a:off x="1713030" y="4496583"/>
            <a:ext cx="4182662" cy="279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7D61D75D-6FB6-EDC3-D86F-ED84FA8EEF2D}"/>
              </a:ext>
            </a:extLst>
          </p:cNvPr>
          <p:cNvCxnSpPr>
            <a:cxnSpLocks/>
            <a:stCxn id="54" idx="3"/>
            <a:endCxn id="23" idx="2"/>
          </p:cNvCxnSpPr>
          <p:nvPr/>
        </p:nvCxnSpPr>
        <p:spPr>
          <a:xfrm flipV="1">
            <a:off x="1713030" y="2912176"/>
            <a:ext cx="6381671" cy="158440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" name="Google Shape;324;p23">
            <a:extLst>
              <a:ext uri="{FF2B5EF4-FFF2-40B4-BE49-F238E27FC236}">
                <a16:creationId xmlns:a16="http://schemas.microsoft.com/office/drawing/2014/main" id="{1DC9C436-F867-198C-3C48-1EF9150B2A45}"/>
              </a:ext>
            </a:extLst>
          </p:cNvPr>
          <p:cNvCxnSpPr>
            <a:cxnSpLocks/>
            <a:stCxn id="54" idx="2"/>
            <a:endCxn id="57" idx="2"/>
          </p:cNvCxnSpPr>
          <p:nvPr/>
        </p:nvCxnSpPr>
        <p:spPr>
          <a:xfrm flipH="1">
            <a:off x="999179" y="4733611"/>
            <a:ext cx="178051" cy="8025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6" name="Google Shape;129;p15">
            <a:extLst>
              <a:ext uri="{FF2B5EF4-FFF2-40B4-BE49-F238E27FC236}">
                <a16:creationId xmlns:a16="http://schemas.microsoft.com/office/drawing/2014/main" id="{B42FBB77-CDDE-64B1-2538-C5860D154914}"/>
              </a:ext>
            </a:extLst>
          </p:cNvPr>
          <p:cNvCxnSpPr>
            <a:cxnSpLocks/>
            <a:stCxn id="61" idx="3"/>
            <a:endCxn id="42" idx="1"/>
          </p:cNvCxnSpPr>
          <p:nvPr/>
        </p:nvCxnSpPr>
        <p:spPr>
          <a:xfrm flipV="1">
            <a:off x="1534979" y="5015064"/>
            <a:ext cx="3824913" cy="75817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76F4170D-BCBD-E09E-E3A4-7F929453EBEC}"/>
              </a:ext>
            </a:extLst>
          </p:cNvPr>
          <p:cNvSpPr txBox="1"/>
          <p:nvPr/>
        </p:nvSpPr>
        <p:spPr>
          <a:xfrm>
            <a:off x="6355432" y="4171054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124</a:t>
            </a:r>
            <a:endParaRPr lang="ko-KR" altLang="en-US" dirty="0"/>
          </a:p>
        </p:txBody>
      </p:sp>
      <p:cxnSp>
        <p:nvCxnSpPr>
          <p:cNvPr id="31" name="Google Shape;324;p23">
            <a:extLst>
              <a:ext uri="{FF2B5EF4-FFF2-40B4-BE49-F238E27FC236}">
                <a16:creationId xmlns:a16="http://schemas.microsoft.com/office/drawing/2014/main" id="{8F9562AD-098E-2FEB-E122-55F3DEEC28FA}"/>
              </a:ext>
            </a:extLst>
          </p:cNvPr>
          <p:cNvCxnSpPr>
            <a:cxnSpLocks/>
            <a:stCxn id="22" idx="1"/>
            <a:endCxn id="41" idx="0"/>
          </p:cNvCxnSpPr>
          <p:nvPr/>
        </p:nvCxnSpPr>
        <p:spPr>
          <a:xfrm flipH="1">
            <a:off x="5895692" y="3630236"/>
            <a:ext cx="1663209" cy="21028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2D54CD08-860D-D2D2-DDAF-58D46D9B760E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E8C0147B-61E0-ECF7-4825-EC7E628832A6}"/>
              </a:ext>
            </a:extLst>
          </p:cNvPr>
          <p:cNvCxnSpPr>
            <a:cxnSpLocks/>
            <a:stCxn id="64" idx="2"/>
          </p:cNvCxnSpPr>
          <p:nvPr/>
        </p:nvCxnSpPr>
        <p:spPr>
          <a:xfrm>
            <a:off x="2976260" y="2195531"/>
            <a:ext cx="7289818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0" name="Google Shape;111;p15">
            <a:extLst>
              <a:ext uri="{FF2B5EF4-FFF2-40B4-BE49-F238E27FC236}">
                <a16:creationId xmlns:a16="http://schemas.microsoft.com/office/drawing/2014/main" id="{3426F04B-97BF-A4E9-216D-447F737ABF47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63" name="Google Shape;112;p15">
              <a:extLst>
                <a:ext uri="{FF2B5EF4-FFF2-40B4-BE49-F238E27FC236}">
                  <a16:creationId xmlns:a16="http://schemas.microsoft.com/office/drawing/2014/main" id="{F2DAE6F5-4EC9-212E-605A-263841DC1BF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113;p15">
              <a:extLst>
                <a:ext uri="{FF2B5EF4-FFF2-40B4-BE49-F238E27FC236}">
                  <a16:creationId xmlns:a16="http://schemas.microsoft.com/office/drawing/2014/main" id="{42BFC1D2-85C1-09FC-DFCF-55DCA04082A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3DB68A1F-6A7B-4904-3C1B-1813D03EC7CC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118 while (pNode-&gt;pNext)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238922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5AA53-7579-70DD-470C-060D8E24E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19;p15">
            <a:extLst>
              <a:ext uri="{FF2B5EF4-FFF2-40B4-BE49-F238E27FC236}">
                <a16:creationId xmlns:a16="http://schemas.microsoft.com/office/drawing/2014/main" id="{3D450AE6-CB68-128D-6565-086A8171E603}"/>
              </a:ext>
            </a:extLst>
          </p:cNvPr>
          <p:cNvGrpSpPr/>
          <p:nvPr/>
        </p:nvGrpSpPr>
        <p:grpSpPr>
          <a:xfrm>
            <a:off x="4324865" y="3445825"/>
            <a:ext cx="1071600" cy="948114"/>
            <a:chOff x="725125" y="742575"/>
            <a:chExt cx="803700" cy="559200"/>
          </a:xfrm>
        </p:grpSpPr>
        <p:sp>
          <p:nvSpPr>
            <p:cNvPr id="13" name="Google Shape;120;p15">
              <a:extLst>
                <a:ext uri="{FF2B5EF4-FFF2-40B4-BE49-F238E27FC236}">
                  <a16:creationId xmlns:a16="http://schemas.microsoft.com/office/drawing/2014/main" id="{4159196F-0472-6BE7-DC5D-C4EF92D0E16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21;p15">
              <a:extLst>
                <a:ext uri="{FF2B5EF4-FFF2-40B4-BE49-F238E27FC236}">
                  <a16:creationId xmlns:a16="http://schemas.microsoft.com/office/drawing/2014/main" id="{BA94683D-0BFA-D7CF-E377-41C02637975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sz="18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6BDC8794-ABFE-6EE9-5712-88782CEB40F0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A32B94E4-5361-8C50-A714-E034AEE651D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5EFD0A12-EE5F-744F-0132-B7C3DD5FC3B7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3FEC945D-9178-1EF1-1F1D-8FD92E2EBCD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876C5C2-B8D9-9677-1327-9C5F31DE7FC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CBA1FAB9-DF4C-0168-1978-AD47F935C46B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95B7BC8C-EC1B-7475-4844-EEF74FBBB9A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748110F8-175F-51FE-1693-A814FD4F974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7705AE9F-05D8-321A-6FA6-766A353CCF9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7865789C-7C7E-9B0F-0DF6-7885C586973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09C15EC4-02F4-76AA-A6D3-F3F43DF17AEC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E3E065ED-48DE-086E-E32E-3FF173CC1740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51F53C16-D8BA-2ACC-1AC6-DD5EC106E67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2056C601-BB8B-BF13-6AAA-3C1259F2F86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C2FEEA6-737A-43CF-7735-E31303F6929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A505009E-F7D7-67FF-F0FC-6DEBFBCD678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08D59B5A-21CE-4916-8D39-FB5C6E22D50B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19CBED9B-E08B-8BE2-93B3-792715C57CE6}"/>
              </a:ext>
            </a:extLst>
          </p:cNvPr>
          <p:cNvGrpSpPr/>
          <p:nvPr/>
        </p:nvGrpSpPr>
        <p:grpSpPr>
          <a:xfrm>
            <a:off x="8205937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9DC4C12E-A925-1CAA-E574-DE025341A68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312A45B0-7C60-17C8-F40F-93AEBAA4F6C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27ECCDBE-4489-C1A7-6C04-90CD4BECAE8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1BB89502-F3A0-DA54-9496-AE16D958D52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DBCEFFB9-453C-01BE-61CE-833C5F955F9B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1774445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4D987521-9CBC-3274-9E74-35E3B65DDAD0}"/>
              </a:ext>
            </a:extLst>
          </p:cNvPr>
          <p:cNvGrpSpPr/>
          <p:nvPr/>
        </p:nvGrpSpPr>
        <p:grpSpPr>
          <a:xfrm>
            <a:off x="9730278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F3C18CB1-DC61-6866-AD76-FC4FE74EFE0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0BC5C3B5-E56C-EB71-A896-B8D47D400EE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5B56398E-5191-D09F-75E4-65B9BAF700D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E943EF7A-67CC-7A82-1969-17FA171E4F2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6576EE95-BFFC-7E70-B7FF-D594F027253B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9277537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F1945327-49F1-23BD-AF27-5D93046B0475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1C319B7F-6053-9F32-7AB5-2E32555E55D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98E998FD-6C67-D770-C396-952ADE7E267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9A318A0E-FE3A-036D-D856-5686572FB2B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42E5DDDB-12A9-E72D-53CA-15152CF8A84A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B954514A-ADB0-5E0F-9DFF-896B9808205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4466731F-28C5-813E-CC9C-50FFA03515E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4D314CC-712B-0906-CEF7-F00E89FD9D50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</a:t>
            </a:r>
            <a:r>
              <a:rPr lang="en-US" altLang="ko-KR" dirty="0" err="1"/>
              <a:t>DeleteNodeData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, 60)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CB0FA229-46B5-80C1-77EF-801D6D851397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907151" y="2193168"/>
            <a:ext cx="3298786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90E844D0-1204-E046-1BF2-3E0067A90A3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6" name="Google Shape;120;p15">
              <a:extLst>
                <a:ext uri="{FF2B5EF4-FFF2-40B4-BE49-F238E27FC236}">
                  <a16:creationId xmlns:a16="http://schemas.microsoft.com/office/drawing/2014/main" id="{6601BC3C-B6F3-A668-EAC4-A2DF5F7D3A1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1;p15">
              <a:extLst>
                <a:ext uri="{FF2B5EF4-FFF2-40B4-BE49-F238E27FC236}">
                  <a16:creationId xmlns:a16="http://schemas.microsoft.com/office/drawing/2014/main" id="{1CDEA71B-739F-7048-4E5B-CB12A967705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324;p23">
            <a:extLst>
              <a:ext uri="{FF2B5EF4-FFF2-40B4-BE49-F238E27FC236}">
                <a16:creationId xmlns:a16="http://schemas.microsoft.com/office/drawing/2014/main" id="{3B0F074E-66C8-FBC3-F9DB-157C0E6E9D1E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8" name="Google Shape;324;p23">
            <a:extLst>
              <a:ext uri="{FF2B5EF4-FFF2-40B4-BE49-F238E27FC236}">
                <a16:creationId xmlns:a16="http://schemas.microsoft.com/office/drawing/2014/main" id="{A12FBDDA-04C4-A311-4859-E6D7D5CB0248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673098" y="988507"/>
            <a:ext cx="651767" cy="31684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0" name="Google Shape;129;p15">
            <a:extLst>
              <a:ext uri="{FF2B5EF4-FFF2-40B4-BE49-F238E27FC236}">
                <a16:creationId xmlns:a16="http://schemas.microsoft.com/office/drawing/2014/main" id="{232CCDA9-647A-5B0E-ECDF-8FDF470AEF4A}"/>
              </a:ext>
            </a:extLst>
          </p:cNvPr>
          <p:cNvCxnSpPr>
            <a:cxnSpLocks/>
            <a:stCxn id="7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5" name="Google Shape;111;p15">
            <a:extLst>
              <a:ext uri="{FF2B5EF4-FFF2-40B4-BE49-F238E27FC236}">
                <a16:creationId xmlns:a16="http://schemas.microsoft.com/office/drawing/2014/main" id="{77678597-9226-371D-1280-88743FC2FB3E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57" name="Google Shape;112;p15">
              <a:extLst>
                <a:ext uri="{FF2B5EF4-FFF2-40B4-BE49-F238E27FC236}">
                  <a16:creationId xmlns:a16="http://schemas.microsoft.com/office/drawing/2014/main" id="{2245D9E9-5E15-030A-CE9F-836F1D4D2B7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pPre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13;p15">
              <a:extLst>
                <a:ext uri="{FF2B5EF4-FFF2-40B4-BE49-F238E27FC236}">
                  <a16:creationId xmlns:a16="http://schemas.microsoft.com/office/drawing/2014/main" id="{C88580DA-1981-4439-6912-FF3F2E79C8B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6" name="Google Shape;129;p15">
            <a:extLst>
              <a:ext uri="{FF2B5EF4-FFF2-40B4-BE49-F238E27FC236}">
                <a16:creationId xmlns:a16="http://schemas.microsoft.com/office/drawing/2014/main" id="{0C4A9B48-B600-29CC-2BA6-866229E54969}"/>
              </a:ext>
            </a:extLst>
          </p:cNvPr>
          <p:cNvCxnSpPr>
            <a:cxnSpLocks/>
            <a:stCxn id="61" idx="3"/>
            <a:endCxn id="42" idx="1"/>
          </p:cNvCxnSpPr>
          <p:nvPr/>
        </p:nvCxnSpPr>
        <p:spPr>
          <a:xfrm flipV="1">
            <a:off x="1534979" y="5015064"/>
            <a:ext cx="3824913" cy="75817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A618C0BA-F47F-D8E5-2E47-A9DC49348A56}"/>
              </a:ext>
            </a:extLst>
          </p:cNvPr>
          <p:cNvSpPr txBox="1"/>
          <p:nvPr/>
        </p:nvSpPr>
        <p:spPr>
          <a:xfrm>
            <a:off x="472007" y="3503037"/>
            <a:ext cx="2822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125 delete </a:t>
            </a:r>
            <a:r>
              <a:rPr lang="en-US" altLang="ko-KR" dirty="0" err="1"/>
              <a:t>pNode</a:t>
            </a:r>
            <a:endParaRPr lang="en-US" altLang="ko-KR" dirty="0"/>
          </a:p>
          <a:p>
            <a:r>
              <a:rPr lang="en-US" altLang="ko-KR" dirty="0"/>
              <a:t>126 return;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8364352-0E3B-9E8C-B5E0-A62C04885A73}"/>
              </a:ext>
            </a:extLst>
          </p:cNvPr>
          <p:cNvSpPr txBox="1"/>
          <p:nvPr/>
        </p:nvSpPr>
        <p:spPr>
          <a:xfrm>
            <a:off x="7619970" y="321276"/>
            <a:ext cx="4411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  <a:endParaRPr lang="ko-KR" altLang="en-US" dirty="0"/>
          </a:p>
        </p:txBody>
      </p:sp>
      <p:grpSp>
        <p:nvGrpSpPr>
          <p:cNvPr id="64" name="Google Shape;111;p15">
            <a:extLst>
              <a:ext uri="{FF2B5EF4-FFF2-40B4-BE49-F238E27FC236}">
                <a16:creationId xmlns:a16="http://schemas.microsoft.com/office/drawing/2014/main" id="{857320B2-77DA-C544-BE36-7896DB441C1C}"/>
              </a:ext>
            </a:extLst>
          </p:cNvPr>
          <p:cNvGrpSpPr/>
          <p:nvPr/>
        </p:nvGrpSpPr>
        <p:grpSpPr>
          <a:xfrm>
            <a:off x="8194422" y="3384352"/>
            <a:ext cx="1071600" cy="948113"/>
            <a:chOff x="725125" y="742575"/>
            <a:chExt cx="803700" cy="559200"/>
          </a:xfrm>
        </p:grpSpPr>
        <p:sp>
          <p:nvSpPr>
            <p:cNvPr id="67" name="Google Shape;112;p15">
              <a:extLst>
                <a:ext uri="{FF2B5EF4-FFF2-40B4-BE49-F238E27FC236}">
                  <a16:creationId xmlns:a16="http://schemas.microsoft.com/office/drawing/2014/main" id="{F2D32D26-2DD2-94DB-74D9-DBE0E3C00D5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113;p15">
              <a:extLst>
                <a:ext uri="{FF2B5EF4-FFF2-40B4-BE49-F238E27FC236}">
                  <a16:creationId xmlns:a16="http://schemas.microsoft.com/office/drawing/2014/main" id="{B48117E5-4436-9C19-E15A-9AC4CAF7691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" name="Google Shape;129;p15">
            <a:extLst>
              <a:ext uri="{FF2B5EF4-FFF2-40B4-BE49-F238E27FC236}">
                <a16:creationId xmlns:a16="http://schemas.microsoft.com/office/drawing/2014/main" id="{9839998E-E157-ABFE-2B85-B4A7910C0B80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976260" y="2195531"/>
            <a:ext cx="7289818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" name="Google Shape;111;p15">
            <a:extLst>
              <a:ext uri="{FF2B5EF4-FFF2-40B4-BE49-F238E27FC236}">
                <a16:creationId xmlns:a16="http://schemas.microsoft.com/office/drawing/2014/main" id="{E0841694-617B-430E-2C4B-EB8BB91F7ABD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0ED51EAE-BD5A-48A3-D1B3-E5068C74FF1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3F5ABF2E-D2D9-88D8-7F42-032E00C1F7F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57AB782-3846-7C86-0AF8-B67FE9B8CE77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118 while (pNode-&gt;pNext)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579522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D8F82-46D7-A2A9-85E7-73576ECE5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029AA025-69C0-42AA-4AA2-A8260E0BE1D0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0490C46E-ABE5-3D37-B6E3-AA0F284806B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25620028-4EBA-5AA1-E56E-BC51D719E99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D4C7C1DC-F8ED-3FD9-1EAF-F27FF290933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4F7A8479-68CA-78CA-3077-65FF8919126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D592FDD6-F93F-BC30-E868-C9DF8A8225BC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807FBA44-C6FA-A360-A259-E57945F22DD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B5FB98A8-259F-4EFF-C4C1-DCDFFF3D2EA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28C08516-B3CA-44B0-23A3-144F64A9D13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A1CA5538-D015-6600-A914-EFA60040ACD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402ABFD7-154B-EBE0-BE52-29FDD72FDEC9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B64CC7A5-60BC-66A3-C25C-5A8F65845607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72E60FEB-BB16-A4F7-3518-78CD4168B9F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C7C81EFC-1B2A-D660-04D1-D0A9E45418B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F7D4A74E-CD7D-7F7C-8A75-E335488E867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96A0A4F6-1E04-5EA9-00A6-5911CD93307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24A67A81-0113-2957-6156-9A5AF8CE3241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F8CB242A-6C34-8B71-FB28-00F5199CFA07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183F376C-4A00-3CBC-E5EE-7C8DF7F3B89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A0F27DDF-CC27-4ACD-8F0C-BFDA71C760E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36A51643-AE07-A678-D186-21C2FA0A78F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9FF1F3A8-E5E6-B249-2834-AF2B3DE35B9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BFC7337B-7539-89A5-E473-20F755986695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E5E83690-E49F-7F11-8FC6-C8249A9CD7B8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984214A5-4115-5A7B-70C6-47B3B05595C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F0685E3F-6B2D-6136-E28E-BBE271D71CA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A3CB8963-5630-5626-E636-C121E108867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898A78D9-4810-8FAD-15EC-75E0D7A28B5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F586741A-4535-7026-918D-0B60102CE8C9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3F5BCFE-D985-AFC5-C63E-5C12B530B52C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A004AE4A-C16F-7210-0F25-B0558B9536E5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F185F9A8-8A3F-4851-D362-FE6A9B6D887D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7ECA0D6C-0626-2D30-4379-AB9B988EA85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15EDBE05-24F6-0897-09E4-1526F87495F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046C90FF-C9C7-6B52-B4BF-85637445FDEB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6FC090B2-D4FE-8098-CA35-F02B2080ED4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7F9EA3B1-5B04-B725-17DD-2000DEAE3BA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DEF7332-BAAF-262E-1E4E-27E5B5C7EB02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64 </a:t>
            </a:r>
            <a:r>
              <a:rPr lang="en-US" altLang="ko-KR" dirty="0" err="1"/>
              <a:t>PrintLinkedList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84AB8BD0-80DF-1E10-B243-0042EFE75BD8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" name="Google Shape;129;p15">
            <a:extLst>
              <a:ext uri="{FF2B5EF4-FFF2-40B4-BE49-F238E27FC236}">
                <a16:creationId xmlns:a16="http://schemas.microsoft.com/office/drawing/2014/main" id="{0C35FAC2-4913-F7DC-2851-9FE168F6A4CE}"/>
              </a:ext>
            </a:extLst>
          </p:cNvPr>
          <p:cNvCxnSpPr>
            <a:cxnSpLocks/>
            <a:stCxn id="6" idx="2"/>
            <a:endCxn id="50" idx="0"/>
          </p:cNvCxnSpPr>
          <p:nvPr/>
        </p:nvCxnSpPr>
        <p:spPr>
          <a:xfrm>
            <a:off x="2976260" y="2195531"/>
            <a:ext cx="5968114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Google Shape;111;p15">
            <a:extLst>
              <a:ext uri="{FF2B5EF4-FFF2-40B4-BE49-F238E27FC236}">
                <a16:creationId xmlns:a16="http://schemas.microsoft.com/office/drawing/2014/main" id="{3CB8CD5F-1028-6461-B626-78C14B52C18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4" name="Google Shape;112;p15">
              <a:extLst>
                <a:ext uri="{FF2B5EF4-FFF2-40B4-BE49-F238E27FC236}">
                  <a16:creationId xmlns:a16="http://schemas.microsoft.com/office/drawing/2014/main" id="{E412FD25-F79A-C8CB-6C96-90F471094B5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3;p15">
              <a:extLst>
                <a:ext uri="{FF2B5EF4-FFF2-40B4-BE49-F238E27FC236}">
                  <a16:creationId xmlns:a16="http://schemas.microsoft.com/office/drawing/2014/main" id="{6B7364A7-F7E9-B266-73A8-9B8A2909DD9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44088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A2871-0FA0-00F8-CA6B-F3FD1202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54F6A7E7-AFFE-9429-4E0A-C4D43210FF24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3228898C-6F88-2A6E-4700-94EDB4E77C4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6BC1B9DF-3534-37DB-A817-FB20D4767D8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9E2578BF-B7ED-A5D2-5BE3-FB134BBDB10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AFF3E4BB-7FF0-D329-820C-2866DF98C58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0719A19D-0A84-5D1B-2955-01354EF19B26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F4B036C2-88BB-731C-A7F6-381ECF032A3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82787ECC-FAF7-B129-DAD8-3B44A63B50D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A4D2FBE-B87E-244B-0BE1-EAC75F5B39C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DE0A1F30-7289-9CE9-6AD6-C134A6A99A7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0BAE1F2F-C849-2BA0-E51C-6E875F9EDA7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AEFBBCFE-86C5-005C-822F-F4A7E2A0096F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9FB2282D-FFE8-663A-C689-216341B887E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5F461CA0-ADBA-26C5-3569-D1B93D41905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059E386E-74AA-CC59-31F8-5183FDA8F33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2F7A72DA-1667-D3FB-1909-6B59B6F7299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7412E474-CE58-DD90-65D3-5EEA15B95A17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489B1615-41AA-0D7E-602A-0D2EC5871370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E68AA56D-115B-522C-E9A7-EFB92469385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0D6B2794-5DA2-0A1A-8C41-F32A16508BF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0DDE4947-F6A2-B643-C846-2BE295A451D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205ED884-FF7C-1431-8952-4E0DE6ECC06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4E527C22-F451-0FB1-DEA0-66F965372A65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3306DDEA-6E8B-8037-7CC7-88EFEF7F8D95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ED741047-C4F7-661E-DFC5-0AD24FBC19B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2D53F7E7-1993-5DC6-62D0-A8F036E417F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39FDD6E4-6D20-7961-510C-4DE1BC0258F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64AC2597-3485-0E36-3575-EBB5090802CB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AD368D3C-5B83-FBF4-0E90-CA2844A6733F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40A5A51-3804-9594-01F9-EE258960BAB7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C5EA0E86-415B-3956-EB91-34B39D699552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79F614F8-A853-0705-CCF5-C177DC27B7E2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0ADA744D-AED4-70C3-22FF-2F3E8993A01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C75A3CBA-E98F-CF38-1E03-AA5CDF7A7F3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89B78245-6666-E99F-8B70-F218701E8D83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A4F87002-C47E-CE89-3A9D-FB500B62033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1BFD0E9D-48F1-5970-0F5C-27A92BA7122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87A2E20-FD45-275A-51F7-D6258A6898FF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7566B957-D196-C924-57CE-23ECB291712D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BF0F4D8A-0795-F24C-00B6-90720DD7BCD4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39A85E15-0818-A6E1-759F-A3A7B369D8E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1918EE2F-3179-0630-280E-D4F17C20F7F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1B8F49EF-DFEC-F1E2-12CC-BB1A836BCEA8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" name="Google Shape;129;p15">
            <a:extLst>
              <a:ext uri="{FF2B5EF4-FFF2-40B4-BE49-F238E27FC236}">
                <a16:creationId xmlns:a16="http://schemas.microsoft.com/office/drawing/2014/main" id="{E966E5A0-EC4E-7F7E-D753-CCC4FE1A4F06}"/>
              </a:ext>
            </a:extLst>
          </p:cNvPr>
          <p:cNvCxnSpPr>
            <a:cxnSpLocks/>
            <a:stCxn id="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1352DEE1-31FE-5E33-B5EF-7D0A6C9DA766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3D528426-B0CD-C2ED-237B-9AFB5EE1B01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F3AB8590-D18B-6E6C-2B37-7E178E56CE0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AD1FA75C-A9DD-97CD-13B3-60EA28BD6FBD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F3C55F17-C258-45D2-9798-D3FCFA6BCBE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C6974089-5CEF-349D-6EF9-85081559587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95B59F4B-FE8F-B5F0-0ADE-1EE2B36F78B1}"/>
              </a:ext>
            </a:extLst>
          </p:cNvPr>
          <p:cNvCxnSpPr>
            <a:cxnSpLocks/>
            <a:stCxn id="4" idx="1"/>
            <a:endCxn id="27" idx="3"/>
          </p:cNvCxnSpPr>
          <p:nvPr/>
        </p:nvCxnSpPr>
        <p:spPr>
          <a:xfrm flipH="1">
            <a:off x="1534979" y="4156911"/>
            <a:ext cx="1312031" cy="34537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031D6052-C1F1-EFDE-5622-20D4DFA822B1}"/>
              </a:ext>
            </a:extLst>
          </p:cNvPr>
          <p:cNvCxnSpPr>
            <a:cxnSpLocks/>
            <a:stCxn id="27" idx="3"/>
            <a:endCxn id="19" idx="1"/>
          </p:cNvCxnSpPr>
          <p:nvPr/>
        </p:nvCxnSpPr>
        <p:spPr>
          <a:xfrm>
            <a:off x="1534979" y="4502289"/>
            <a:ext cx="776231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9CC9584-967B-57E0-3D49-55594766DA48}"/>
              </a:ext>
            </a:extLst>
          </p:cNvPr>
          <p:cNvSpPr txBox="1"/>
          <p:nvPr/>
        </p:nvSpPr>
        <p:spPr>
          <a:xfrm>
            <a:off x="-30107" y="5125431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151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F01BC86-1800-0807-D456-55987D5FD372}"/>
              </a:ext>
            </a:extLst>
          </p:cNvPr>
          <p:cNvSpPr txBox="1"/>
          <p:nvPr/>
        </p:nvSpPr>
        <p:spPr>
          <a:xfrm>
            <a:off x="-19534" y="3868029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150</a:t>
            </a:r>
            <a:endParaRPr lang="ko-KR" altLang="en-US" dirty="0"/>
          </a:p>
        </p:txBody>
      </p:sp>
      <p:cxnSp>
        <p:nvCxnSpPr>
          <p:cNvPr id="8" name="Google Shape;129;p15">
            <a:extLst>
              <a:ext uri="{FF2B5EF4-FFF2-40B4-BE49-F238E27FC236}">
                <a16:creationId xmlns:a16="http://schemas.microsoft.com/office/drawing/2014/main" id="{F1A29ACD-FDCB-C47A-E402-A6B4A304C718}"/>
              </a:ext>
            </a:extLst>
          </p:cNvPr>
          <p:cNvCxnSpPr>
            <a:cxnSpLocks/>
            <a:stCxn id="22" idx="2"/>
            <a:endCxn id="50" idx="0"/>
          </p:cNvCxnSpPr>
          <p:nvPr/>
        </p:nvCxnSpPr>
        <p:spPr>
          <a:xfrm>
            <a:off x="2976260" y="2195531"/>
            <a:ext cx="5968114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3" name="Google Shape;111;p15">
            <a:extLst>
              <a:ext uri="{FF2B5EF4-FFF2-40B4-BE49-F238E27FC236}">
                <a16:creationId xmlns:a16="http://schemas.microsoft.com/office/drawing/2014/main" id="{78C308BF-6281-E851-F453-1A75CF86C85B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21" name="Google Shape;112;p15">
              <a:extLst>
                <a:ext uri="{FF2B5EF4-FFF2-40B4-BE49-F238E27FC236}">
                  <a16:creationId xmlns:a16="http://schemas.microsoft.com/office/drawing/2014/main" id="{97D61514-6018-95BD-600F-B4369F4CBFD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13;p15">
              <a:extLst>
                <a:ext uri="{FF2B5EF4-FFF2-40B4-BE49-F238E27FC236}">
                  <a16:creationId xmlns:a16="http://schemas.microsoft.com/office/drawing/2014/main" id="{DD5DFF3C-312E-6A42-414D-9E0B5DBA58F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005008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73B04-45DF-D841-D14D-76A87340E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096D58BA-FD09-253A-A082-73BC1E25EEDA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10ACB5F4-C1BC-3C08-CA4A-64B1E5AF573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BB86E52F-6624-004D-6DA3-FDA42274B18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E7F01DB-039B-0A16-9E2E-D75F8687919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35DF05E4-180E-5F8C-3641-96C99B0C587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8F82D762-C19E-5DB5-3EDA-1E3228FA4C68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9E7078DC-FC7B-3A4D-5157-7833B8603B8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7C74487D-496B-ADC5-2633-0560EF9D848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5696ABDF-AE4C-3179-795A-09E0A835ED3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6C9C936F-943B-FFFD-0A04-71514AC14E8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21246415-BB68-79E2-A69E-9F2926DFC727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1DEC44A2-6A41-C734-4122-64F5547EDA14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70DF99DA-D5C3-B921-637E-A0583B1166A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ECF40E88-A15C-DAAF-35AE-7CE9E465D1A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E039D1E8-6ACC-F990-B392-71F63702125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2E723D77-AFAE-AF7D-6D8A-689AC44D9CD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76948EA0-9997-D785-095B-F4F15D6BD9CC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382C37C8-EB70-5F17-A595-2F95EFE2DFA1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8A526EAE-9E3C-8DFA-F8EA-B29FEC51447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9960B5A5-C4FF-4B5B-A840-BD77C188FB3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02A461E8-1465-F64C-71EE-8C0F86F62A8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A6DF9524-568D-5214-4A22-07836968463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2BA490BF-379B-05D9-49B8-6A89DA22DF31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9A425954-2A38-4706-6F68-369202A3563F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F338B987-55A8-E183-10BB-83BDB3C62C0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4D9EC748-2091-2970-A393-2F007F98926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7B8A55DE-1CB4-E744-09B4-BAE95C1BE70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0EF1C60F-9D07-FDE6-2F53-F870C6D1861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4342122E-C084-55E2-70F9-63C154F9EB77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8F7430A-94CF-D31D-5D0C-3DCCE6E7F524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A41E1552-E7AC-BBA8-4B24-8DD368769BB0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5A9EB5CA-6614-E2CB-4627-EF77B7030361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148C7610-FBB9-5535-93E9-E3BA7BD4E45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3A6BA48B-FAEB-A2A2-B847-CE421019F3B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FC2EC5CD-CDB8-89BA-92DF-8C91FC637221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71E6B08A-7C2E-AF8B-EF90-DB29A49B383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59E6A04B-1426-9870-26F8-D8D55347A83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E9136A4-1B02-41FA-10BF-14173F971430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5DAE3EFE-DA7A-8441-B014-2A4DBBD27A6A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66E43DE0-A596-26CE-F5F9-C8DA42058295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22432AD2-6F32-1F56-43F4-6FE67986A51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967BFB2A-48F4-A4B4-AD6E-E5A7B0FD3F1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A7598E5F-BC9A-336A-B9D9-10362C8D4564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" name="Google Shape;129;p15">
            <a:extLst>
              <a:ext uri="{FF2B5EF4-FFF2-40B4-BE49-F238E27FC236}">
                <a16:creationId xmlns:a16="http://schemas.microsoft.com/office/drawing/2014/main" id="{31DD2966-80C8-3359-0D49-74FAFE5F46A6}"/>
              </a:ext>
            </a:extLst>
          </p:cNvPr>
          <p:cNvCxnSpPr>
            <a:cxnSpLocks/>
            <a:stCxn id="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DB010E4F-E88B-F639-D40B-333B09F2696D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1C22AD53-0938-32AA-79D5-C637E752580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90B1A5B1-8A8C-A304-43EC-EB001208F79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84A5FD19-D692-F0B8-956A-7A20B6CC0148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C3EBF069-0BD4-8EB1-0980-9BF00371BF8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F4CA15AD-93E2-7451-FD28-24437861F29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73B6A69A-4C84-53DA-E460-16C8DA604B84}"/>
              </a:ext>
            </a:extLst>
          </p:cNvPr>
          <p:cNvCxnSpPr>
            <a:cxnSpLocks/>
            <a:stCxn id="27" idx="2"/>
            <a:endCxn id="18" idx="0"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BDB3D941-37B4-7899-4146-6CEC9D08D892}"/>
              </a:ext>
            </a:extLst>
          </p:cNvPr>
          <p:cNvCxnSpPr>
            <a:cxnSpLocks/>
            <a:stCxn id="27" idx="3"/>
            <a:endCxn id="19" idx="1"/>
          </p:cNvCxnSpPr>
          <p:nvPr/>
        </p:nvCxnSpPr>
        <p:spPr>
          <a:xfrm>
            <a:off x="1534979" y="4502289"/>
            <a:ext cx="776231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0AC8D11-22A0-A515-17A3-16BF87E43D8E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31" name="Google Shape;129;p15">
            <a:extLst>
              <a:ext uri="{FF2B5EF4-FFF2-40B4-BE49-F238E27FC236}">
                <a16:creationId xmlns:a16="http://schemas.microsoft.com/office/drawing/2014/main" id="{FA8188F5-6236-5085-FC4B-05E46BDDB87A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1534979" y="5052850"/>
            <a:ext cx="776231" cy="72038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42E94A7-C618-ABBC-0A5E-D116732B3732}"/>
              </a:ext>
            </a:extLst>
          </p:cNvPr>
          <p:cNvSpPr txBox="1"/>
          <p:nvPr/>
        </p:nvSpPr>
        <p:spPr>
          <a:xfrm>
            <a:off x="994639" y="4752553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155</a:t>
            </a:r>
            <a:endParaRPr lang="ko-KR" altLang="en-US" dirty="0"/>
          </a:p>
        </p:txBody>
      </p:sp>
      <p:cxnSp>
        <p:nvCxnSpPr>
          <p:cNvPr id="8" name="Google Shape;129;p15">
            <a:extLst>
              <a:ext uri="{FF2B5EF4-FFF2-40B4-BE49-F238E27FC236}">
                <a16:creationId xmlns:a16="http://schemas.microsoft.com/office/drawing/2014/main" id="{87FD9FC8-516D-C2A1-BAF5-989D5A5FB782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2976260" y="2195531"/>
            <a:ext cx="5968114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1" name="Google Shape;111;p15">
            <a:extLst>
              <a:ext uri="{FF2B5EF4-FFF2-40B4-BE49-F238E27FC236}">
                <a16:creationId xmlns:a16="http://schemas.microsoft.com/office/drawing/2014/main" id="{DCE516F2-ADC7-C71B-EDDD-93F66ADED21D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22" name="Google Shape;112;p15">
              <a:extLst>
                <a:ext uri="{FF2B5EF4-FFF2-40B4-BE49-F238E27FC236}">
                  <a16:creationId xmlns:a16="http://schemas.microsoft.com/office/drawing/2014/main" id="{662C3E87-661D-0D16-95BE-C334E3F587E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13;p15">
              <a:extLst>
                <a:ext uri="{FF2B5EF4-FFF2-40B4-BE49-F238E27FC236}">
                  <a16:creationId xmlns:a16="http://schemas.microsoft.com/office/drawing/2014/main" id="{21C4AF29-2A57-927D-9461-8ECAB3AEBAB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005105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306DC-686F-3BF0-7264-D767AC6B4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14;p15">
            <a:extLst>
              <a:ext uri="{FF2B5EF4-FFF2-40B4-BE49-F238E27FC236}">
                <a16:creationId xmlns:a16="http://schemas.microsoft.com/office/drawing/2014/main" id="{761744CB-9E8D-A52A-C52A-DC1910F5148E}"/>
              </a:ext>
            </a:extLst>
          </p:cNvPr>
          <p:cNvGrpSpPr/>
          <p:nvPr/>
        </p:nvGrpSpPr>
        <p:grpSpPr>
          <a:xfrm>
            <a:off x="2311210" y="4813496"/>
            <a:ext cx="1071600" cy="1436120"/>
            <a:chOff x="6538675" y="262075"/>
            <a:chExt cx="803700" cy="838800"/>
          </a:xfrm>
        </p:grpSpPr>
        <p:grpSp>
          <p:nvGrpSpPr>
            <p:cNvPr id="16" name="Google Shape;115;p15">
              <a:extLst>
                <a:ext uri="{FF2B5EF4-FFF2-40B4-BE49-F238E27FC236}">
                  <a16:creationId xmlns:a16="http://schemas.microsoft.com/office/drawing/2014/main" id="{C2DC84A2-B431-3AB0-7CE1-732420B396E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19" name="Google Shape;116;p15">
                <a:extLst>
                  <a:ext uri="{FF2B5EF4-FFF2-40B4-BE49-F238E27FC236}">
                    <a16:creationId xmlns:a16="http://schemas.microsoft.com/office/drawing/2014/main" id="{0FAEF6D5-EE86-7955-2CEB-C4789D3A888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0x01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17;p15">
                <a:extLst>
                  <a:ext uri="{FF2B5EF4-FFF2-40B4-BE49-F238E27FC236}">
                    <a16:creationId xmlns:a16="http://schemas.microsoft.com/office/drawing/2014/main" id="{550E71DF-094A-5D10-5DBE-1C06E07E792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18;p15">
              <a:extLst>
                <a:ext uri="{FF2B5EF4-FFF2-40B4-BE49-F238E27FC236}">
                  <a16:creationId xmlns:a16="http://schemas.microsoft.com/office/drawing/2014/main" id="{BD382F35-70AC-BD77-31B9-F881E78E82A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83398384-CF30-56DC-A193-D1DDDB11CC9F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0DE15DE1-4AB4-BD32-9F6A-6FD5D421BD2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C369CBD3-63B0-D4E0-8225-C88C7431F05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48556A9-F024-3B2F-3747-EB5F8D935E9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5CF4D6F3-D94C-DA26-F9AA-BB0BF2ACAA1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" name="Google Shape;129;p15">
            <a:extLst>
              <a:ext uri="{FF2B5EF4-FFF2-40B4-BE49-F238E27FC236}">
                <a16:creationId xmlns:a16="http://schemas.microsoft.com/office/drawing/2014/main" id="{87FAF0CE-1D54-7026-E96D-C6AB123AED25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3382810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A2A44A0A-7303-A871-A81D-BCB2FAB9ECB8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524FA6D0-67F2-1DED-6201-2F843E2F2DA2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02D7871F-F219-889A-3756-D608D8E1447B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7C7B837F-7AB0-3A62-10FA-B58E7069600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5CCFE5FB-45BE-5F19-2848-DB9742A4380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6F0A2483-288F-BAD8-F253-60FF4BB37C60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3AE52637-6D7A-9799-2271-6AD2127472F2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D1DA9888-DB0E-02B1-4F40-D8EC93E52CA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56F4B39E-7A8D-7261-952B-177765A8B554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C2831CB3-423F-EACE-7518-F973E98D8FE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B83DD4AA-A751-908F-3602-5CA34510BFF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8E85EB5A-6BC9-2AB7-DE0C-D68CC826CD86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9C21C0F-FEBB-F5D5-ED55-B4E1D3AD2223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DA547E40-E7DB-548D-61A6-ECE04E11FEA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39ADC431-C08E-1105-4287-1AE1EBAA9F7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80736CF4-201A-3527-CB25-D281A53E1384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A6698282-DAD2-EEF8-3D29-428AEA75AA1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734F1DB4-B018-4DFF-5DB1-B7BC445271E1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42861C7-FBEA-3158-8277-790269D4F74D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17AE5D14-1C4F-E36E-BBE3-67F9B810D31C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699350" y="1961557"/>
            <a:ext cx="611860" cy="309129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30DDC879-D9F9-4294-74A2-21CAF9D1509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6D78BB0A-901E-4059-61EE-6BE91997B8D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B593F939-D323-4B5A-F55B-6FA81BC8D68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CF269C4A-129C-699B-7D41-713C60376F94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5E1D7A48-2E4B-BB28-ADA2-443C29ABDBE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70A4495B-FBBD-82EB-F032-1DD8D4FF5B4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C8CC7A9-7B7B-FA44-27E3-926ADDED31A8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E56071C8-B049-A1B0-E39E-2F9D5F198195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E0167406-5D48-3608-CF0A-30C55CC0A8BE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E86AEFAF-3C9E-3B40-C3D4-1300F85FC85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1E10D6DA-B8B7-33B5-607A-52587606BF1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688FC603-8462-4712-0954-043608B10242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" name="Google Shape;129;p15">
            <a:extLst>
              <a:ext uri="{FF2B5EF4-FFF2-40B4-BE49-F238E27FC236}">
                <a16:creationId xmlns:a16="http://schemas.microsoft.com/office/drawing/2014/main" id="{8C6B905C-30BD-F6E9-3D98-78C9BF9D9A00}"/>
              </a:ext>
            </a:extLst>
          </p:cNvPr>
          <p:cNvCxnSpPr>
            <a:cxnSpLocks/>
            <a:stCxn id="4" idx="1"/>
            <a:endCxn id="19" idx="1"/>
          </p:cNvCxnSpPr>
          <p:nvPr/>
        </p:nvCxnSpPr>
        <p:spPr>
          <a:xfrm flipH="1">
            <a:off x="2311210" y="4156911"/>
            <a:ext cx="535800" cy="8959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FB20C9E9-1A22-C781-B891-ED8467A1F3A5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BBCED25F-3207-A8E1-1594-EC6FED1F869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C6762D2D-8EE6-B8C8-EE85-341DE98A805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2061019A-EA0C-B322-BD9A-65731EF8F655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EC36ADD1-E934-4E4D-FA11-6B7740D4128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8CB0C546-6884-C313-6D56-5572AED5FDD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C7FD982A-FBD8-E586-8C70-90842078C696}"/>
              </a:ext>
            </a:extLst>
          </p:cNvPr>
          <p:cNvCxnSpPr>
            <a:cxnSpLocks/>
            <a:stCxn id="17" idx="1"/>
            <a:endCxn id="27" idx="3"/>
          </p:cNvCxnSpPr>
          <p:nvPr/>
        </p:nvCxnSpPr>
        <p:spPr>
          <a:xfrm flipH="1" flipV="1">
            <a:off x="1534979" y="4502289"/>
            <a:ext cx="776231" cy="150797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2804C37A-DD63-9B24-3A66-72799895C26C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1534979" y="4502289"/>
            <a:ext cx="2300572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95180A8-D8D3-9814-9266-84B99AEDAC2A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31" name="Google Shape;129;p15">
            <a:extLst>
              <a:ext uri="{FF2B5EF4-FFF2-40B4-BE49-F238E27FC236}">
                <a16:creationId xmlns:a16="http://schemas.microsoft.com/office/drawing/2014/main" id="{3AB445ED-1D9D-03F4-0C48-6B74BE9905A2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1534979" y="5052850"/>
            <a:ext cx="776231" cy="72038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317B1C9-04E3-666F-51CD-CCDE64602DAA}"/>
              </a:ext>
            </a:extLst>
          </p:cNvPr>
          <p:cNvSpPr txBox="1"/>
          <p:nvPr/>
        </p:nvSpPr>
        <p:spPr>
          <a:xfrm>
            <a:off x="1717850" y="4785618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156</a:t>
            </a:r>
            <a:endParaRPr lang="ko-KR" altLang="en-US" dirty="0"/>
          </a:p>
        </p:txBody>
      </p:sp>
      <p:cxnSp>
        <p:nvCxnSpPr>
          <p:cNvPr id="8" name="Google Shape;129;p15">
            <a:extLst>
              <a:ext uri="{FF2B5EF4-FFF2-40B4-BE49-F238E27FC236}">
                <a16:creationId xmlns:a16="http://schemas.microsoft.com/office/drawing/2014/main" id="{78F0CECD-14A7-1620-542D-07132582CFE4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2976260" y="2195531"/>
            <a:ext cx="5968114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1" name="Google Shape;111;p15">
            <a:extLst>
              <a:ext uri="{FF2B5EF4-FFF2-40B4-BE49-F238E27FC236}">
                <a16:creationId xmlns:a16="http://schemas.microsoft.com/office/drawing/2014/main" id="{01FB5616-C4A8-0129-C3EE-8C97D556C4A0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22" name="Google Shape;112;p15">
              <a:extLst>
                <a:ext uri="{FF2B5EF4-FFF2-40B4-BE49-F238E27FC236}">
                  <a16:creationId xmlns:a16="http://schemas.microsoft.com/office/drawing/2014/main" id="{8581FA58-E787-C636-BF9B-A59C812A477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13;p15">
              <a:extLst>
                <a:ext uri="{FF2B5EF4-FFF2-40B4-BE49-F238E27FC236}">
                  <a16:creationId xmlns:a16="http://schemas.microsoft.com/office/drawing/2014/main" id="{ACACA6BD-5740-E221-B8F3-8827260D219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248720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3315-1E6D-03C5-A1C0-39FC74B26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CF66EAA4-E05E-EFFD-2133-A69A9920603C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4D37BE01-2384-C3F5-3980-0B6532AAC6A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E73FBF3E-5C98-4601-128D-6E900A1B0DF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7EC12E7E-DACE-B1F4-5393-AB4786689C4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FD75373A-8322-CB34-B259-0F510C76E91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B2BAB850-84F8-98E5-4CF3-2930F8D4AA4D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60EFDD86-29EA-309E-E0CD-B6B7BFA7992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4305E629-D5DE-47CA-7D83-49ABC6317B3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42FC265D-6AD4-D8F9-A520-B4C8C7B264B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573B8549-DE62-D979-7E9E-C98918DD047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6B1AC28F-0C22-65D4-11E8-BDE43A98A67E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AD35102F-882B-5305-96B3-53DEE2CEF6D0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2EC2D78C-ECFA-B4DC-CCF7-3E7A1860AE2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3109FCDE-AE31-DFB7-828A-E6711016A9C6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388EEA99-4D76-BCB6-1954-134ABC6A460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5EA0934B-05CE-2A26-32EF-686F24F4F48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104CE106-DE8D-78F1-4CBE-48F7375F1725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92D780C4-EBEE-25ED-DE4A-79D89357EB1C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E5FB9B62-98CA-7863-7914-081A7A76C5BB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B4F5008A-E8C3-E475-5B54-03523AEA8F9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C7DE2D82-08AC-15F9-EF70-C06F6310B00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8B322534-CB6B-AB82-2255-863E3609D6F6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E5C58413-B039-D457-0BAD-1D52E00A8343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0C2D0DB-9ECF-BB8F-2339-C4A066B605A4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32C41126-17B1-465C-1CB7-B94A7EB2135A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DAE82FAE-F9D1-02D7-6F37-376C29D93EB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9659D00F-064E-A7CD-707C-C7C6A8FF719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49643DBF-A529-0183-A10B-3F6BA5E12ED3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BB6BB78D-1DC9-1D29-6878-9171FDA8754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90CC7615-463C-E5E9-8FDF-38F656CC01E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9B10438-5B01-CB49-5344-7682098430E4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BBCABFFE-E359-ECB4-9B6A-3907E28C38CA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9FB431DE-8351-D6F3-EA57-A493DC81F632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76FB8211-2B36-EC94-17F8-7FE912C69F3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2BABCC80-C184-5313-922E-23F291EDAE8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A151BA53-F3E5-8EC2-EBA8-85C5354BE37F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9A1A8D6A-C929-3AAB-E6F8-923483B4E5EC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1074E8C6-3948-467E-A446-177220C75D3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C167B87B-C848-F84D-EB72-E55955882B8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42555870-DA6F-54A3-B02D-0198B818214E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0E0673B3-061A-B6A9-F973-FF7B90990C1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49086ADB-79BA-2C46-91B7-8779945693F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C9479972-870C-3D1E-AC15-321F97810259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1534979" y="4502289"/>
            <a:ext cx="2300572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45ED36-CD7F-52A0-F828-BF590DCFDA79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B1F5EC-109D-9A4A-7F1F-2F1C5A56BF26}"/>
              </a:ext>
            </a:extLst>
          </p:cNvPr>
          <p:cNvSpPr txBox="1"/>
          <p:nvPr/>
        </p:nvSpPr>
        <p:spPr>
          <a:xfrm>
            <a:off x="1632982" y="5299177"/>
            <a:ext cx="1947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157 delete </a:t>
            </a:r>
            <a:r>
              <a:rPr lang="en-US" altLang="ko-KR" dirty="0" err="1"/>
              <a:t>pDel</a:t>
            </a:r>
            <a:endParaRPr lang="ko-KR" altLang="en-US" dirty="0"/>
          </a:p>
        </p:txBody>
      </p:sp>
      <p:cxnSp>
        <p:nvCxnSpPr>
          <p:cNvPr id="7" name="Google Shape;129;p15">
            <a:extLst>
              <a:ext uri="{FF2B5EF4-FFF2-40B4-BE49-F238E27FC236}">
                <a16:creationId xmlns:a16="http://schemas.microsoft.com/office/drawing/2014/main" id="{DC6C2A82-64E0-4F35-6132-3567EACEAEFD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2976260" y="2195531"/>
            <a:ext cx="5968114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8" name="Google Shape;111;p15">
            <a:extLst>
              <a:ext uri="{FF2B5EF4-FFF2-40B4-BE49-F238E27FC236}">
                <a16:creationId xmlns:a16="http://schemas.microsoft.com/office/drawing/2014/main" id="{4AEBE2A8-1936-23F6-72EA-A07816347569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10" name="Google Shape;112;p15">
              <a:extLst>
                <a:ext uri="{FF2B5EF4-FFF2-40B4-BE49-F238E27FC236}">
                  <a16:creationId xmlns:a16="http://schemas.microsoft.com/office/drawing/2014/main" id="{167EDB3D-536C-1890-7A0A-651EB1BDBC3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13;p15">
              <a:extLst>
                <a:ext uri="{FF2B5EF4-FFF2-40B4-BE49-F238E27FC236}">
                  <a16:creationId xmlns:a16="http://schemas.microsoft.com/office/drawing/2014/main" id="{B1B7EBC4-B353-7E58-234D-86F861EFB45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292522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D3229-D1DD-B7E7-2E7D-54D4CF5DC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2D0485AE-0EFB-F795-454C-3FF0A8CAA2FC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C7A03A16-9A67-71E1-939B-38DB76E9BBC9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36CCE86F-A275-2C09-E939-989D951BBC0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11B6FC2A-AF94-3227-93D1-DF6B892C67D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80A38866-93B5-8157-D73A-3D307918E862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DC3949DB-E62A-8FB7-791E-1FF505783B28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2308F0BF-FC0D-C0A7-3CB4-DE66B60866C5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5E3E6C45-8811-AF7F-AF03-BB2AFA442D8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90B3DEC7-6792-1751-9D74-B01F4446D93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23FFAFD1-FC02-FB69-F99C-7E20CEC18399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CF4BDB07-9509-752C-CFEB-99EB45532A23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94A91EB3-457D-01D1-27EF-54B8474A1708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9682E155-67FB-D9EE-590D-FA83CC52B5C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0DD41B0C-D215-74B4-7499-87CDF55FD001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E4F4C1EB-A40E-93C6-8EF7-3A87E434FB23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33292979-4D20-DDAB-C8A6-A801E8FFA27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EE4F22E3-CEDD-210D-16EE-F4C82099AD26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AFC4842F-6663-B7EA-053C-4B956AF5C38D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079866DC-5848-032F-2D25-155694E4C0D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47B87B21-454D-EAF4-8748-C4B460DBECE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D44BAF14-B4FD-AEDA-0582-18BDE28FC62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3E7BC0A2-2540-0731-8B5D-4D0C9A2BEAA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15CDE257-794A-BEAF-BFD1-3696913818B7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4225307-4F1C-42A6-3B4A-A98FC344E877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62EA5B1D-783C-1757-57F4-675307937240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4A307028-EB78-F974-4DD9-2FF25556DA6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59BB5BC3-0EE9-7E28-7156-10CC2910BAF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0349CFDC-A1C4-57EF-9F1F-BF02433A04CC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61C9C7ED-2DBF-8A07-6789-7B6A31115F9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34A16900-8C9C-1EFB-B95E-3F1319F3473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30B994A5-2BFD-2AED-C524-77433A5EF889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DEC44082-A209-65BF-D6EE-DFBBD800A598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2490D911-BDA4-655D-108D-228310A1257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484FB6DB-315B-9C7A-F2F4-89079973AD9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4DA50938-D6A4-9B02-3864-80EEC6F3A7B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47977686-B250-E472-8783-408E59CED8BE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8DE393BF-9E7B-3D69-A3F9-971608491176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4E53D7E6-03F6-53CA-E04B-F39345F32AF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8648521D-35C7-BEA8-3E0C-A517B38A88A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9D0F0FC0-F015-0AA8-A172-E93B9CBD549A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55EDC0D2-2005-51A1-1231-A7F075EBBCB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C32AEE77-4E7A-D496-E1C4-59E1F67C333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46046B68-F1CC-D1EB-9956-2C833D8468B3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1534979" y="4502289"/>
            <a:ext cx="2300572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46D8B1F-53B9-AAE5-1CD4-68BAA2CFC809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" name="Google Shape;324;p23">
            <a:extLst>
              <a:ext uri="{FF2B5EF4-FFF2-40B4-BE49-F238E27FC236}">
                <a16:creationId xmlns:a16="http://schemas.microsoft.com/office/drawing/2014/main" id="{BA5DB6BA-BA4D-3D6D-EA0C-FBCE11EA1709}"/>
              </a:ext>
            </a:extLst>
          </p:cNvPr>
          <p:cNvCxnSpPr>
            <a:cxnSpLocks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6FA1CE0-60C5-E775-3527-BD77330319F4}"/>
              </a:ext>
            </a:extLst>
          </p:cNvPr>
          <p:cNvSpPr txBox="1"/>
          <p:nvPr/>
        </p:nvSpPr>
        <p:spPr>
          <a:xfrm>
            <a:off x="994639" y="4752553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155</a:t>
            </a:r>
            <a:endParaRPr lang="ko-KR" altLang="en-US" dirty="0"/>
          </a:p>
        </p:txBody>
      </p: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ED551DF6-F41E-F6FC-765D-2F74652AB6A4}"/>
              </a:ext>
            </a:extLst>
          </p:cNvPr>
          <p:cNvCxnSpPr>
            <a:cxnSpLocks/>
            <a:stCxn id="18" idx="3"/>
            <a:endCxn id="25" idx="1"/>
          </p:cNvCxnSpPr>
          <p:nvPr/>
        </p:nvCxnSpPr>
        <p:spPr>
          <a:xfrm flipV="1">
            <a:off x="1534979" y="5052850"/>
            <a:ext cx="2300572" cy="72038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" name="Google Shape;129;p15">
            <a:extLst>
              <a:ext uri="{FF2B5EF4-FFF2-40B4-BE49-F238E27FC236}">
                <a16:creationId xmlns:a16="http://schemas.microsoft.com/office/drawing/2014/main" id="{B2393C46-9C9F-A81A-B57B-EB25FCCAC48D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2976260" y="2195531"/>
            <a:ext cx="5968114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7" name="Google Shape;111;p15">
            <a:extLst>
              <a:ext uri="{FF2B5EF4-FFF2-40B4-BE49-F238E27FC236}">
                <a16:creationId xmlns:a16="http://schemas.microsoft.com/office/drawing/2014/main" id="{99AEF896-2891-6484-5F7D-A9BD59F6B966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19" name="Google Shape;112;p15">
              <a:extLst>
                <a:ext uri="{FF2B5EF4-FFF2-40B4-BE49-F238E27FC236}">
                  <a16:creationId xmlns:a16="http://schemas.microsoft.com/office/drawing/2014/main" id="{145C0E84-DC3A-C07E-2B94-E798C40637C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113;p15">
              <a:extLst>
                <a:ext uri="{FF2B5EF4-FFF2-40B4-BE49-F238E27FC236}">
                  <a16:creationId xmlns:a16="http://schemas.microsoft.com/office/drawing/2014/main" id="{C5C12357-F0D9-7E30-F86D-393C2681B2B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961654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3B3AF-3B73-30D7-9A12-2B1D3DC50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14;p15">
            <a:extLst>
              <a:ext uri="{FF2B5EF4-FFF2-40B4-BE49-F238E27FC236}">
                <a16:creationId xmlns:a16="http://schemas.microsoft.com/office/drawing/2014/main" id="{2FF3364A-B5A7-5A05-62FC-128D1E8F56C2}"/>
              </a:ext>
            </a:extLst>
          </p:cNvPr>
          <p:cNvGrpSpPr/>
          <p:nvPr/>
        </p:nvGrpSpPr>
        <p:grpSpPr>
          <a:xfrm>
            <a:off x="3835551" y="4813496"/>
            <a:ext cx="1071600" cy="1436120"/>
            <a:chOff x="6538675" y="262075"/>
            <a:chExt cx="803700" cy="838800"/>
          </a:xfrm>
        </p:grpSpPr>
        <p:grpSp>
          <p:nvGrpSpPr>
            <p:cNvPr id="11" name="Google Shape;115;p15">
              <a:extLst>
                <a:ext uri="{FF2B5EF4-FFF2-40B4-BE49-F238E27FC236}">
                  <a16:creationId xmlns:a16="http://schemas.microsoft.com/office/drawing/2014/main" id="{9B8A3B59-9123-3622-D74B-BC7AE20217B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25" name="Google Shape;116;p15">
                <a:extLst>
                  <a:ext uri="{FF2B5EF4-FFF2-40B4-BE49-F238E27FC236}">
                    <a16:creationId xmlns:a16="http://schemas.microsoft.com/office/drawing/2014/main" id="{24614966-ABDD-2C41-5062-6394F3DE8ED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0x09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17;p15">
                <a:extLst>
                  <a:ext uri="{FF2B5EF4-FFF2-40B4-BE49-F238E27FC236}">
                    <a16:creationId xmlns:a16="http://schemas.microsoft.com/office/drawing/2014/main" id="{947CC4DA-093E-9DA2-1CE5-CBD0F012014E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" name="Google Shape;118;p15">
              <a:extLst>
                <a:ext uri="{FF2B5EF4-FFF2-40B4-BE49-F238E27FC236}">
                  <a16:creationId xmlns:a16="http://schemas.microsoft.com/office/drawing/2014/main" id="{4CD1D0DD-8196-FE79-FD43-A04127F3791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58571C0C-5DBD-97E4-B96B-0683260D787B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5CC181A6-12F7-078D-A91B-28A9D25DD25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5401B8AB-832E-76C4-31E9-A40CFCEDFE6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17B8B04E-DC88-EAA6-7B43-7C65DD47DB6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F0F0A61E-CE9F-EAC2-CE18-BFA31598A8E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" name="Google Shape;129;p15">
            <a:extLst>
              <a:ext uri="{FF2B5EF4-FFF2-40B4-BE49-F238E27FC236}">
                <a16:creationId xmlns:a16="http://schemas.microsoft.com/office/drawing/2014/main" id="{3350930F-31A8-F991-9182-D9D6337FF1AB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 flipV="1">
            <a:off x="4907151" y="5015064"/>
            <a:ext cx="452741" cy="99519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469B821B-5EA1-3E43-DF54-0CD4A8E3916C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7421568C-EB92-CAAD-4CC6-214DC4E0DC5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B4AAF185-4208-BD73-5453-46F370977DEC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6BE2BE1E-E349-B0EF-FF1F-4E3AF61BD83A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1FF35CFE-F0B8-F341-2ECA-3B2EC6223E1E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5C391210-8D68-5402-8DDE-DC01F39F6682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B014FC4C-1BC0-11D3-D1BD-CA4829DE6C6B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F7AFE648-3586-F1CF-C997-D4F56DCBEC5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73D30C38-BF46-ADFE-4764-7593F827898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9C9E0D4F-5D97-37FF-3E0A-4D983CD38F3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35575D1A-F401-E3DC-05B1-C4663C84C0F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DBB60CE0-B3C6-EA6F-C6AF-AAD43EF5113C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D60A15C-6D88-7900-8790-506383311FC2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C901AA96-BDCF-19ED-C9D4-B6DB8A2F13DD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501C8440-462E-BF71-7ABF-5F32DBC29E1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42CD5C1C-EDAE-EA49-A07F-2C48E52D93C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5345B36F-D2B1-E69A-A9F0-B10C203F2A63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D9874F96-68CC-1F85-7A1A-5470696D94B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00E1BA8D-3FA5-62C9-C7A9-49EE74DF4A3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FC93F7F-47DB-7674-7AA7-A0055419FBC0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94B638AE-E860-6963-50EA-3E6900D94014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F8B0DADB-68AF-F601-616B-0BEE11171F8E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C44670DA-FF6E-2A5F-F48D-D772DDC677A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D106489F-E755-404F-1FA5-F7C4BBC7C0D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08B87BE3-0679-CC2E-2FFC-F53EF08316AC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AC023EAD-0370-FF60-9374-5D7C959D1B04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C522FDF6-63CE-EC41-CC1B-BC7DA39DDAA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FE707013-6C8D-E0A6-B1F1-E421D6ADBC9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0x09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90C00A12-3932-C01D-710E-E5928DC1B58D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1B24F7A4-B35B-3676-EE5C-867F97135E8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06697482-3671-9F21-DF53-80D9D320740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93D529D3-5733-CF34-F4BC-F38BD30DBDEE}"/>
              </a:ext>
            </a:extLst>
          </p:cNvPr>
          <p:cNvCxnSpPr>
            <a:cxnSpLocks/>
            <a:stCxn id="27" idx="3"/>
            <a:endCxn id="42" idx="1"/>
          </p:cNvCxnSpPr>
          <p:nvPr/>
        </p:nvCxnSpPr>
        <p:spPr>
          <a:xfrm>
            <a:off x="1534979" y="4502289"/>
            <a:ext cx="3824913" cy="51277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FED0D82-A74E-77B7-DED4-14E30078B144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" name="Google Shape;324;p23">
            <a:extLst>
              <a:ext uri="{FF2B5EF4-FFF2-40B4-BE49-F238E27FC236}">
                <a16:creationId xmlns:a16="http://schemas.microsoft.com/office/drawing/2014/main" id="{8CB42CDD-A773-CE1F-8970-6E499604C75B}"/>
              </a:ext>
            </a:extLst>
          </p:cNvPr>
          <p:cNvCxnSpPr>
            <a:cxnSpLocks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2226F5-B038-9EB2-B10B-5E02831B0896}"/>
              </a:ext>
            </a:extLst>
          </p:cNvPr>
          <p:cNvSpPr txBox="1"/>
          <p:nvPr/>
        </p:nvSpPr>
        <p:spPr>
          <a:xfrm>
            <a:off x="2835575" y="5654830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156</a:t>
            </a:r>
            <a:endParaRPr lang="ko-KR" altLang="en-US" dirty="0"/>
          </a:p>
        </p:txBody>
      </p: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10AEE31D-62C5-845C-3C4F-8293DACD08BF}"/>
              </a:ext>
            </a:extLst>
          </p:cNvPr>
          <p:cNvCxnSpPr>
            <a:cxnSpLocks/>
            <a:stCxn id="18" idx="3"/>
            <a:endCxn id="25" idx="1"/>
          </p:cNvCxnSpPr>
          <p:nvPr/>
        </p:nvCxnSpPr>
        <p:spPr>
          <a:xfrm flipV="1">
            <a:off x="1534979" y="5052850"/>
            <a:ext cx="2300572" cy="72038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" name="Google Shape;324;p23">
            <a:extLst>
              <a:ext uri="{FF2B5EF4-FFF2-40B4-BE49-F238E27FC236}">
                <a16:creationId xmlns:a16="http://schemas.microsoft.com/office/drawing/2014/main" id="{5EEEE3BE-C440-EC6D-DDEC-5B3F0CC98461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1534979" y="4618495"/>
            <a:ext cx="2300572" cy="139176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7" name="Google Shape;129;p15">
            <a:extLst>
              <a:ext uri="{FF2B5EF4-FFF2-40B4-BE49-F238E27FC236}">
                <a16:creationId xmlns:a16="http://schemas.microsoft.com/office/drawing/2014/main" id="{BC63E5F6-F5A7-1B15-E488-82A20B4210FD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2976260" y="2195531"/>
            <a:ext cx="5968114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9" name="Google Shape;111;p15">
            <a:extLst>
              <a:ext uri="{FF2B5EF4-FFF2-40B4-BE49-F238E27FC236}">
                <a16:creationId xmlns:a16="http://schemas.microsoft.com/office/drawing/2014/main" id="{F54F4EF0-6333-2B2E-60AB-417D51C4479B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20" name="Google Shape;112;p15">
              <a:extLst>
                <a:ext uri="{FF2B5EF4-FFF2-40B4-BE49-F238E27FC236}">
                  <a16:creationId xmlns:a16="http://schemas.microsoft.com/office/drawing/2014/main" id="{12342DDC-6E05-E9D8-6BA5-A32FEFBD40E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13;p15">
              <a:extLst>
                <a:ext uri="{FF2B5EF4-FFF2-40B4-BE49-F238E27FC236}">
                  <a16:creationId xmlns:a16="http://schemas.microsoft.com/office/drawing/2014/main" id="{6F544F6C-1527-9D71-806F-5CE8885D27E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514578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D7823-9855-B5D5-0723-7DB6863A3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55B3686E-0DFA-1CCF-3987-3EB38DF4E0FB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9C6ADBDD-E84F-24C4-62E8-AF687660F76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A979800F-A406-29F8-B481-A3B49265873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4CCCA869-2357-8095-1029-95B397D9D599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9892F4B4-45E9-F9BD-4D3B-70958E811C2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9168260B-9642-2029-0DFB-72C2AA405771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FD2BBF1E-F2E2-E35E-784C-710ADAE89B0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B2A43552-CD4F-8B30-5B6A-A9E63467089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A342F989-979C-09F0-290D-14FF1822A9B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F17FABDE-9FCA-0DB3-1B80-23CE1FB2471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4BFC04DA-FA47-64F6-E1D1-29F0B13910D4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C82FE5EF-AD74-5DBC-3D44-D2B7D11BDA24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3EB30AD5-0DA6-0E33-332C-9C61534145C4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41038702-D148-4D82-246A-FBD0E467A580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C0630590-DC44-E4E3-405D-1FCE8CC5F878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1BB0FC38-9DAA-7BFB-CB7B-28FA3F52D54A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AE0CE171-3528-4953-805B-36A88CFE936F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A847D7E-09C8-DE3C-20EF-812E3A4FA642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3A3890A8-6226-BFEB-5844-499CC2A7CE72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E8A5EFF5-61FB-B583-9967-C5B4A25F0A6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6F9947DB-5D1C-7337-A19B-A0E616A9D62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314B5A8B-04DD-D68C-442E-8BE776F1BCFD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DC05587D-A4BC-86AA-60C0-57AEBF8AC02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F162FA4B-4437-BF15-0831-97F1C2DAFEB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AA5F057-05F5-E8DC-1B06-B35A3980DC85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4F265F12-0022-CE62-D014-29644ED74D8D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8FB09B86-50B8-4AAD-6ECC-713C4AFCC269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249BD8E0-9815-CCC2-8AA1-9201E9D9339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839906AC-74DF-0B7C-B997-17D5A7D4626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2CC7FB15-A2D7-6EA6-89FD-2812E0C1CF67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613AB271-A064-37E1-94DA-57014EB6925D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073D6940-57A9-9693-9035-9ADE3B62A31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54C0B19C-78F6-A85F-1B9A-2655EF3CBF5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34866E70-F5FF-0B7B-3BAE-CCB354ADFD24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6E74F6A8-80CD-B3A1-656A-18314284063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90F9BF8A-1A4E-687A-8D54-E106F10B312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BB4350AE-A364-2B05-28F7-CD5E8A0C5B45}"/>
              </a:ext>
            </a:extLst>
          </p:cNvPr>
          <p:cNvCxnSpPr>
            <a:cxnSpLocks/>
            <a:stCxn id="27" idx="3"/>
            <a:endCxn id="42" idx="1"/>
          </p:cNvCxnSpPr>
          <p:nvPr/>
        </p:nvCxnSpPr>
        <p:spPr>
          <a:xfrm>
            <a:off x="1534979" y="4502289"/>
            <a:ext cx="3824913" cy="51277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90C232A-A683-CBC0-F5E6-446BD62A4975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E194F6-5AA9-FE50-34DB-859A7A596717}"/>
              </a:ext>
            </a:extLst>
          </p:cNvPr>
          <p:cNvSpPr txBox="1"/>
          <p:nvPr/>
        </p:nvSpPr>
        <p:spPr>
          <a:xfrm>
            <a:off x="1632982" y="5299177"/>
            <a:ext cx="1947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157 delete </a:t>
            </a:r>
            <a:r>
              <a:rPr lang="en-US" altLang="ko-KR" dirty="0" err="1"/>
              <a:t>pDel</a:t>
            </a:r>
            <a:endParaRPr lang="ko-KR" altLang="en-US" dirty="0"/>
          </a:p>
        </p:txBody>
      </p:sp>
      <p:cxnSp>
        <p:nvCxnSpPr>
          <p:cNvPr id="7" name="Google Shape;129;p15">
            <a:extLst>
              <a:ext uri="{FF2B5EF4-FFF2-40B4-BE49-F238E27FC236}">
                <a16:creationId xmlns:a16="http://schemas.microsoft.com/office/drawing/2014/main" id="{68C32876-05CA-A0C9-8B16-8BBC11D03C27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976260" y="2195531"/>
            <a:ext cx="5968114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8" name="Google Shape;111;p15">
            <a:extLst>
              <a:ext uri="{FF2B5EF4-FFF2-40B4-BE49-F238E27FC236}">
                <a16:creationId xmlns:a16="http://schemas.microsoft.com/office/drawing/2014/main" id="{88BD4E2C-9661-5A3A-A7E0-82C783DC33A6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9" name="Google Shape;112;p15">
              <a:extLst>
                <a:ext uri="{FF2B5EF4-FFF2-40B4-BE49-F238E27FC236}">
                  <a16:creationId xmlns:a16="http://schemas.microsoft.com/office/drawing/2014/main" id="{C95B2E7F-208A-8D43-B460-5991D41E37F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13;p15">
              <a:extLst>
                <a:ext uri="{FF2B5EF4-FFF2-40B4-BE49-F238E27FC236}">
                  <a16:creationId xmlns:a16="http://schemas.microsoft.com/office/drawing/2014/main" id="{6C89EBD5-2111-4966-3D00-7D32698B2D4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342639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D24D0-095E-013B-A8DE-07B7F43E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0BAB18B1-719E-67E8-39EC-698C6536469B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67F22CA1-C5B3-E95E-9076-9619D9CFDEF3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ADDAF0FB-150C-53BF-F9AE-076B67C619CA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45F1A73D-57EA-90E6-C48D-17BFC1EF10A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52429A86-726A-4434-D828-B0663643A09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19B8C17D-093B-D46F-4530-527B255E939C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7B630D66-E6A0-2F19-B37A-F33B140DF2C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D58D8CBE-504A-5E0E-FA2A-A8D3FD7EA7E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A3B01A52-3D7A-4BF7-0CEC-B92FAD910C1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19807701-38F0-CE13-CCB6-841B2A4001D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FAC0527D-94EA-807C-A9B0-B7AD93FC8B22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BF249565-BDF1-ED00-DD7E-EEA594BB735C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7511CF03-CA8E-4B57-4C01-1907F4D55F9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46F307F9-3740-FC78-42CE-8E143BDB1FF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FD0F3AAA-5677-FD18-801F-37E7F7C98A62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F7377595-8592-CF4D-DA51-ECB0F8D1E29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1CB7BD43-51C5-9622-D086-AF2576F3A7B2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25A7B50-DA76-E998-5D2D-63371E546F46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703BFCC5-97BD-EA15-0B21-0D5702807E12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67CBCBD4-B69F-BDC8-7C9A-D1A308C01D7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2234761B-14BA-DE25-D6FD-CC4080DA58C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CC745469-5A36-943C-9D17-2B8BBC4C2774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DBDD5D6A-E55E-9F66-04CA-E1D6553E829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646634DC-4738-D7EF-F26D-3A980019790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B26FFBA-F3F3-60FF-C29B-3FDC0F310687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CA087279-7080-9C50-1DB3-D0EA896F3888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432D0FE6-2568-03FE-D0A4-EEC2B94C33D1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4F427896-C28A-998A-07E0-0902DB8F65E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11424050-517A-E991-3EC3-867AF2B24B9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E82D19A5-02DE-3F8A-1B7E-20A2239BC35B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F05CE532-7161-0A7D-D5A6-668E6D4ACC51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3544BA8D-25ED-68F5-A3F3-B04F32AE453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539D97FF-899B-E8AB-56AF-687879840AE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05CE68AE-5EEE-EF42-34F2-FC124534E36F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DDB88F09-2F81-1A53-1874-BEAB63D1AE9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11102E5D-1098-0F05-3C61-CC13337228C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EB6EF9D6-5749-1792-E2E4-12735A3B4C45}"/>
              </a:ext>
            </a:extLst>
          </p:cNvPr>
          <p:cNvCxnSpPr>
            <a:cxnSpLocks/>
            <a:stCxn id="27" idx="3"/>
            <a:endCxn id="42" idx="1"/>
          </p:cNvCxnSpPr>
          <p:nvPr/>
        </p:nvCxnSpPr>
        <p:spPr>
          <a:xfrm>
            <a:off x="1534979" y="4502289"/>
            <a:ext cx="3824913" cy="51277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75E1BF4-4F52-8E59-2514-2741610349EB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" name="Google Shape;324;p23">
            <a:extLst>
              <a:ext uri="{FF2B5EF4-FFF2-40B4-BE49-F238E27FC236}">
                <a16:creationId xmlns:a16="http://schemas.microsoft.com/office/drawing/2014/main" id="{9306734E-90B3-5799-75A6-9D3330CC16F1}"/>
              </a:ext>
            </a:extLst>
          </p:cNvPr>
          <p:cNvCxnSpPr>
            <a:cxnSpLocks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CE88F8F-777F-38EB-B21D-CC06B01F8FDE}"/>
              </a:ext>
            </a:extLst>
          </p:cNvPr>
          <p:cNvSpPr txBox="1"/>
          <p:nvPr/>
        </p:nvSpPr>
        <p:spPr>
          <a:xfrm>
            <a:off x="994639" y="4752553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155</a:t>
            </a:r>
            <a:endParaRPr lang="ko-KR" altLang="en-US" dirty="0"/>
          </a:p>
        </p:txBody>
      </p:sp>
      <p:cxnSp>
        <p:nvCxnSpPr>
          <p:cNvPr id="9" name="Google Shape;129;p15">
            <a:extLst>
              <a:ext uri="{FF2B5EF4-FFF2-40B4-BE49-F238E27FC236}">
                <a16:creationId xmlns:a16="http://schemas.microsoft.com/office/drawing/2014/main" id="{868D1BCC-48F8-8364-0979-D08017777BCE}"/>
              </a:ext>
            </a:extLst>
          </p:cNvPr>
          <p:cNvCxnSpPr>
            <a:cxnSpLocks/>
            <a:stCxn id="18" idx="3"/>
            <a:endCxn id="42" idx="1"/>
          </p:cNvCxnSpPr>
          <p:nvPr/>
        </p:nvCxnSpPr>
        <p:spPr>
          <a:xfrm flipV="1">
            <a:off x="1534979" y="5015064"/>
            <a:ext cx="3824913" cy="75817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922E3FEB-F9F4-83DD-E1B2-9F1F38D75CEC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2976260" y="2195531"/>
            <a:ext cx="5968114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1" name="Google Shape;111;p15">
            <a:extLst>
              <a:ext uri="{FF2B5EF4-FFF2-40B4-BE49-F238E27FC236}">
                <a16:creationId xmlns:a16="http://schemas.microsoft.com/office/drawing/2014/main" id="{9C218D6A-BE0F-2E15-D6A3-863AA3A2A7B4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12" name="Google Shape;112;p15">
              <a:extLst>
                <a:ext uri="{FF2B5EF4-FFF2-40B4-BE49-F238E27FC236}">
                  <a16:creationId xmlns:a16="http://schemas.microsoft.com/office/drawing/2014/main" id="{2D65F7BD-9F4A-762B-2DD4-F7882BF180B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13;p15">
              <a:extLst>
                <a:ext uri="{FF2B5EF4-FFF2-40B4-BE49-F238E27FC236}">
                  <a16:creationId xmlns:a16="http://schemas.microsoft.com/office/drawing/2014/main" id="{9283C332-714C-8127-C84D-1D75C68BBC5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794068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0DC2-8889-09A3-9308-C74D6C5B3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114;p15">
            <a:extLst>
              <a:ext uri="{FF2B5EF4-FFF2-40B4-BE49-F238E27FC236}">
                <a16:creationId xmlns:a16="http://schemas.microsoft.com/office/drawing/2014/main" id="{51C13887-4A09-478A-1B5F-4136EDD2BFEC}"/>
              </a:ext>
            </a:extLst>
          </p:cNvPr>
          <p:cNvGrpSpPr/>
          <p:nvPr/>
        </p:nvGrpSpPr>
        <p:grpSpPr>
          <a:xfrm>
            <a:off x="5359892" y="4775710"/>
            <a:ext cx="1071600" cy="1436120"/>
            <a:chOff x="6538675" y="262075"/>
            <a:chExt cx="803700" cy="838800"/>
          </a:xfrm>
        </p:grpSpPr>
        <p:grpSp>
          <p:nvGrpSpPr>
            <p:cNvPr id="38" name="Google Shape;115;p15">
              <a:extLst>
                <a:ext uri="{FF2B5EF4-FFF2-40B4-BE49-F238E27FC236}">
                  <a16:creationId xmlns:a16="http://schemas.microsoft.com/office/drawing/2014/main" id="{287BF37A-B4E4-38BC-B7EF-0C712AD5066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42" name="Google Shape;116;p15">
                <a:extLst>
                  <a:ext uri="{FF2B5EF4-FFF2-40B4-BE49-F238E27FC236}">
                    <a16:creationId xmlns:a16="http://schemas.microsoft.com/office/drawing/2014/main" id="{B1DCD825-0A12-727D-7A2B-D83B9D9F8C6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0x17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17;p15">
                <a:extLst>
                  <a:ext uri="{FF2B5EF4-FFF2-40B4-BE49-F238E27FC236}">
                    <a16:creationId xmlns:a16="http://schemas.microsoft.com/office/drawing/2014/main" id="{63B5BD8D-25BB-875F-0A69-69B44C5BFEC1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118;p15">
              <a:extLst>
                <a:ext uri="{FF2B5EF4-FFF2-40B4-BE49-F238E27FC236}">
                  <a16:creationId xmlns:a16="http://schemas.microsoft.com/office/drawing/2014/main" id="{0C57EA8A-F391-389E-4428-EB224EA04031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211548FD-4793-C421-DE71-0E1986282AD3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80D23EFE-F024-B46B-47CB-5F3407346681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5A69D8FC-DE0C-E8F2-A0B1-B87830A6ACDF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E3AB8D4D-1978-77BE-5895-4BF2442D41B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6500B812-5FA5-4CCA-7F90-A7B822C12D35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129;p15">
            <a:extLst>
              <a:ext uri="{FF2B5EF4-FFF2-40B4-BE49-F238E27FC236}">
                <a16:creationId xmlns:a16="http://schemas.microsoft.com/office/drawing/2014/main" id="{A1E240F4-97B3-2EFD-0508-380F191A5AEC}"/>
              </a:ext>
            </a:extLst>
          </p:cNvPr>
          <p:cNvCxnSpPr>
            <a:cxnSpLocks/>
            <a:stCxn id="41" idx="3"/>
            <a:endCxn id="36" idx="1"/>
          </p:cNvCxnSpPr>
          <p:nvPr/>
        </p:nvCxnSpPr>
        <p:spPr>
          <a:xfrm flipV="1">
            <a:off x="6431492" y="5052850"/>
            <a:ext cx="452741" cy="91962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124776F7-29B1-27B5-7A6A-9D741564DFDE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5A6B2E7B-1503-6383-D92B-D2EC12AF54BA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6C60E3D7-F54F-B425-572B-7F24A09EC1F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A031065C-818B-136E-9592-50740DFCF725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A8DB5AB2-F2D5-B5FE-554A-071CEC7391B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F80016F8-911C-10AF-44C7-E0E546696032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EE0EA04-6CBD-A00C-8792-67083AD094F6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176A3685-5655-081E-9D79-9AD99457D4D7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53AF5AE3-5D3D-BAF3-FD2F-FA0E7348B00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EB54AB40-7746-0F0E-C5BC-6082FF05841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823BC1A6-BC6A-8D6D-93E1-D59E0C5022B4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B49B6B20-CA55-BEE0-434D-5A010E66398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B10D7E54-4BCA-99E0-F377-4544FC2BB11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1202F3C-F668-6D06-9EEB-92034DD81EA1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FFCB8F34-6ED2-9A26-776B-6D27A4D77EFF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76F29E89-2617-1175-030C-C67581C32783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CF71266A-0A4C-D71C-AFBD-07AF239709D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51FCB6B1-3600-B12F-E411-9FEB7F11FBD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3B270167-7C0E-639D-FCB0-5610ACE81417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B422EAF8-468C-B2B8-01E3-75F1C58C3A04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1EE38DEC-79FF-C39F-A23E-48E6EBCC6CE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2E3405FC-A77D-D3BC-B7BD-294E2294B92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0x17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9C4CAA41-2FFC-0854-5FBB-C71546B0D845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89106016-EE71-4A3D-7367-61B09F23812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473CB277-A656-F83E-5B8B-C56FE6F0BF2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228C73D4-C4B9-159D-EE86-FF6F39FD114C}"/>
              </a:ext>
            </a:extLst>
          </p:cNvPr>
          <p:cNvCxnSpPr>
            <a:cxnSpLocks/>
            <a:stCxn id="27" idx="3"/>
            <a:endCxn id="36" idx="1"/>
          </p:cNvCxnSpPr>
          <p:nvPr/>
        </p:nvCxnSpPr>
        <p:spPr>
          <a:xfrm>
            <a:off x="1534979" y="4502289"/>
            <a:ext cx="5349254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F1358AA-D162-A861-3A5E-E1FFF159E6FA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" name="Google Shape;324;p23">
            <a:extLst>
              <a:ext uri="{FF2B5EF4-FFF2-40B4-BE49-F238E27FC236}">
                <a16:creationId xmlns:a16="http://schemas.microsoft.com/office/drawing/2014/main" id="{BFFFB68C-8F8B-E894-2DF8-93F7178A5C40}"/>
              </a:ext>
            </a:extLst>
          </p:cNvPr>
          <p:cNvCxnSpPr>
            <a:cxnSpLocks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FB21A83-2D73-5FE4-37DE-C4CD39B71EFB}"/>
              </a:ext>
            </a:extLst>
          </p:cNvPr>
          <p:cNvSpPr txBox="1"/>
          <p:nvPr/>
        </p:nvSpPr>
        <p:spPr>
          <a:xfrm>
            <a:off x="3824116" y="5603457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156</a:t>
            </a:r>
            <a:endParaRPr lang="ko-KR" altLang="en-US" dirty="0"/>
          </a:p>
        </p:txBody>
      </p:sp>
      <p:cxnSp>
        <p:nvCxnSpPr>
          <p:cNvPr id="9" name="Google Shape;129;p15">
            <a:extLst>
              <a:ext uri="{FF2B5EF4-FFF2-40B4-BE49-F238E27FC236}">
                <a16:creationId xmlns:a16="http://schemas.microsoft.com/office/drawing/2014/main" id="{1639D51C-CE5A-757C-4508-3AC9FDD40625}"/>
              </a:ext>
            </a:extLst>
          </p:cNvPr>
          <p:cNvCxnSpPr>
            <a:cxnSpLocks/>
            <a:stCxn id="18" idx="3"/>
            <a:endCxn id="42" idx="1"/>
          </p:cNvCxnSpPr>
          <p:nvPr/>
        </p:nvCxnSpPr>
        <p:spPr>
          <a:xfrm flipV="1">
            <a:off x="1534979" y="5015064"/>
            <a:ext cx="3824913" cy="75817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" name="Google Shape;324;p23">
            <a:extLst>
              <a:ext uri="{FF2B5EF4-FFF2-40B4-BE49-F238E27FC236}">
                <a16:creationId xmlns:a16="http://schemas.microsoft.com/office/drawing/2014/main" id="{A5518CC9-6126-AC69-73DD-596AA4414974}"/>
              </a:ext>
            </a:extLst>
          </p:cNvPr>
          <p:cNvCxnSpPr>
            <a:cxnSpLocks/>
            <a:stCxn id="41" idx="1"/>
            <a:endCxn id="27" idx="3"/>
          </p:cNvCxnSpPr>
          <p:nvPr/>
        </p:nvCxnSpPr>
        <p:spPr>
          <a:xfrm flipH="1" flipV="1">
            <a:off x="1534979" y="4502289"/>
            <a:ext cx="3824913" cy="14701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1" name="Google Shape;129;p15">
            <a:extLst>
              <a:ext uri="{FF2B5EF4-FFF2-40B4-BE49-F238E27FC236}">
                <a16:creationId xmlns:a16="http://schemas.microsoft.com/office/drawing/2014/main" id="{D884488B-614A-C0E7-2524-503A3D2EA56B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976260" y="2195531"/>
            <a:ext cx="5968114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2" name="Google Shape;111;p15">
            <a:extLst>
              <a:ext uri="{FF2B5EF4-FFF2-40B4-BE49-F238E27FC236}">
                <a16:creationId xmlns:a16="http://schemas.microsoft.com/office/drawing/2014/main" id="{5C0271E4-7BCE-8B23-537F-E94D1A5F4690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16" name="Google Shape;112;p15">
              <a:extLst>
                <a:ext uri="{FF2B5EF4-FFF2-40B4-BE49-F238E27FC236}">
                  <a16:creationId xmlns:a16="http://schemas.microsoft.com/office/drawing/2014/main" id="{E4BAA778-288E-BB6D-659C-E67BCEF20DF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13;p15">
              <a:extLst>
                <a:ext uri="{FF2B5EF4-FFF2-40B4-BE49-F238E27FC236}">
                  <a16:creationId xmlns:a16="http://schemas.microsoft.com/office/drawing/2014/main" id="{F1DF2047-0399-5C2F-83D9-9048D4C498F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299948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E294E-82F2-F019-B32F-1EAE4D88F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865F5EBD-0AEF-D403-49C5-51037A5BB9D4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B4F28D7B-9C72-9D08-B554-A19E538B7DD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8A9F517D-3F70-CFB5-C6B8-807C6CC8428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7B109907-EEF7-A183-0846-FF49A1EAE2E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50E7B9B3-711E-69D4-E8AB-69CD4123F3CC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11145CF7-5A70-6505-1306-BD4DEF02D36A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D7A407B4-DFD4-9335-9E13-76DC860F078E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12D14773-30DD-E9E3-0861-9A5466DDDBF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218E5FCA-0411-2DCE-9AD9-59A577C6DD27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3DDBA7A8-293F-4F8B-A636-FFCE41DB43C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8BFF21D5-D6BB-0628-B52B-C04F3608F56B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F11456F-91A1-517E-1271-6D9ED768374F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C85E1A7B-9022-0232-2583-D5B55B852F9D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20A2FD04-4766-C83C-97A0-320FD43AAA5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67FD5DAC-3501-0D97-ACB8-142F7EC34A7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4BA0B08D-C002-9D24-6E75-A37A2930EE39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9CFD937A-785A-D9BB-E844-4837C3D68A0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BA0CB8FF-6FB0-9B9E-11A8-2FC33A86184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1999052-5FA7-4A39-695C-DAC08D2F9B73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D2171814-3E44-0961-11D9-DB339DB96E99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8EE063A1-B79F-F22F-99E2-989A303062BE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030C9746-05C4-037C-C129-6146D7B0660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680102C2-E2B6-2396-F995-4F7A372EA7C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8CA83AEE-766C-3405-9F76-B9D64ABF4880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34240BC9-0853-1A65-3FFB-B0F956A63C60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692E3191-90AA-E6D1-563B-C47EDC597E1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A0C1B6C0-4C7E-94DE-4558-2DD562A6B6C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57345572-2BF5-9016-5AC7-2E94C0CB4889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9D512E0C-4751-1013-53B8-ACB3858FD8F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0DB68A23-ACBB-B9D2-3BFD-934C9FB9A09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B36651CE-94AA-5B25-7841-68D052CA8810}"/>
              </a:ext>
            </a:extLst>
          </p:cNvPr>
          <p:cNvCxnSpPr>
            <a:cxnSpLocks/>
            <a:stCxn id="27" idx="3"/>
            <a:endCxn id="36" idx="1"/>
          </p:cNvCxnSpPr>
          <p:nvPr/>
        </p:nvCxnSpPr>
        <p:spPr>
          <a:xfrm>
            <a:off x="1534979" y="4502289"/>
            <a:ext cx="5349254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B5E59F6-5745-9B3A-19C4-65EF048DA1ED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437A00-5798-D563-ED8D-FAD818E10711}"/>
              </a:ext>
            </a:extLst>
          </p:cNvPr>
          <p:cNvSpPr txBox="1"/>
          <p:nvPr/>
        </p:nvSpPr>
        <p:spPr>
          <a:xfrm>
            <a:off x="1632982" y="5299177"/>
            <a:ext cx="1947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157 delete </a:t>
            </a:r>
            <a:r>
              <a:rPr lang="en-US" altLang="ko-KR" dirty="0" err="1"/>
              <a:t>pDel</a:t>
            </a:r>
            <a:endParaRPr lang="ko-KR" altLang="en-US" dirty="0"/>
          </a:p>
        </p:txBody>
      </p:sp>
      <p:cxnSp>
        <p:nvCxnSpPr>
          <p:cNvPr id="7" name="Google Shape;129;p15">
            <a:extLst>
              <a:ext uri="{FF2B5EF4-FFF2-40B4-BE49-F238E27FC236}">
                <a16:creationId xmlns:a16="http://schemas.microsoft.com/office/drawing/2014/main" id="{E5FE570C-0846-F1BC-0316-DC5CE463952D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976260" y="2195531"/>
            <a:ext cx="5968114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8" name="Google Shape;111;p15">
            <a:extLst>
              <a:ext uri="{FF2B5EF4-FFF2-40B4-BE49-F238E27FC236}">
                <a16:creationId xmlns:a16="http://schemas.microsoft.com/office/drawing/2014/main" id="{B46CBBCE-CC13-BA72-07C7-71023CFFCB99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9" name="Google Shape;112;p15">
              <a:extLst>
                <a:ext uri="{FF2B5EF4-FFF2-40B4-BE49-F238E27FC236}">
                  <a16:creationId xmlns:a16="http://schemas.microsoft.com/office/drawing/2014/main" id="{45D357E8-8FF8-031A-C878-7F2DE060EE3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13;p15">
              <a:extLst>
                <a:ext uri="{FF2B5EF4-FFF2-40B4-BE49-F238E27FC236}">
                  <a16:creationId xmlns:a16="http://schemas.microsoft.com/office/drawing/2014/main" id="{33AD2788-E200-83AD-02F9-6C781448425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496087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691B-4847-A938-C5C6-A5EB91D2B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71E49A6E-8481-7B2E-EBC9-66925DE4666C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5B9BC9D0-9F88-B9E6-8344-A638DBBC2B4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63A6C3A4-CE26-172B-843C-2649340BFE7E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74E70DF2-4368-2FD1-4E6C-168ABB38144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B3796862-960A-2D25-508A-22B4809D9860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6C4C4CAE-DEA1-6B73-72A3-A2E9E1C89ACE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05636C46-BEFB-6CBA-C8CD-3FC2FCC93337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03105E86-200D-8925-D3F3-5618D2A1E52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449A04F9-30A7-A796-291E-EAF34B631A0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595E985B-CE78-898E-2BFB-B426A5F54393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3F3D8698-B1FB-8A31-C9E4-78BF84FA4071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ED75706-EAD9-CFAF-BB18-CE623BBF67A0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43AD9BF9-24ED-848B-B74E-A24D974B578C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A8ADFC70-92F9-0EDD-D0FE-3C11BA32994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121F345B-4771-50EB-4F4C-48EA7E58D6A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63B26024-E46B-B7C9-83E4-9DC3B140F52F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E6489C4B-B8EA-0E75-1B74-CF1D294E8B6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1B025703-A64B-FC56-A01A-C8D0EAF85F1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46D7ABD-D258-3498-C77F-71D1B4C311F5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B85FD7C4-A426-00FD-CBA2-BB52AB1838A5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CF0FDB98-222B-DF76-59A4-C32D34AE2E8A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C8F0B2E3-AA33-3054-939E-1F71E359D9B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A3AF723E-E531-C15D-09ED-8D7AAE5F895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A9E259D9-0BC3-3C16-4F28-E9F5E7872D5A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99F87009-6F11-80CF-39BA-BE40A34B4CF9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0F383BF5-08BB-56A3-0B45-EC056A7A9A6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98A91415-B66F-2DD8-D763-F6960986CA2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8C46E62B-9994-D299-803A-E5A636E53716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31F1A8E7-FB91-8264-6F48-987EEB08E0D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65D7372B-5A5E-2D2E-C346-23BF69D5FC4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AB040C0F-DE77-8EEB-829D-EF1539AA4118}"/>
              </a:ext>
            </a:extLst>
          </p:cNvPr>
          <p:cNvCxnSpPr>
            <a:cxnSpLocks/>
            <a:stCxn id="27" idx="3"/>
            <a:endCxn id="36" idx="1"/>
          </p:cNvCxnSpPr>
          <p:nvPr/>
        </p:nvCxnSpPr>
        <p:spPr>
          <a:xfrm>
            <a:off x="1534979" y="4502289"/>
            <a:ext cx="5349254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823AF7F-820E-7786-F174-698B2907A85C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" name="Google Shape;324;p23">
            <a:extLst>
              <a:ext uri="{FF2B5EF4-FFF2-40B4-BE49-F238E27FC236}">
                <a16:creationId xmlns:a16="http://schemas.microsoft.com/office/drawing/2014/main" id="{E2F5F360-94DA-F6F6-C9FD-520B57B04A59}"/>
              </a:ext>
            </a:extLst>
          </p:cNvPr>
          <p:cNvCxnSpPr>
            <a:cxnSpLocks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A90CB69-0FF5-BC02-6CDE-92189B56F786}"/>
              </a:ext>
            </a:extLst>
          </p:cNvPr>
          <p:cNvSpPr txBox="1"/>
          <p:nvPr/>
        </p:nvSpPr>
        <p:spPr>
          <a:xfrm>
            <a:off x="994639" y="4752553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155</a:t>
            </a:r>
            <a:endParaRPr lang="ko-KR" altLang="en-US" dirty="0"/>
          </a:p>
        </p:txBody>
      </p:sp>
      <p:cxnSp>
        <p:nvCxnSpPr>
          <p:cNvPr id="9" name="Google Shape;129;p15">
            <a:extLst>
              <a:ext uri="{FF2B5EF4-FFF2-40B4-BE49-F238E27FC236}">
                <a16:creationId xmlns:a16="http://schemas.microsoft.com/office/drawing/2014/main" id="{9EE40C54-37C4-0739-D4BA-43398C0C7203}"/>
              </a:ext>
            </a:extLst>
          </p:cNvPr>
          <p:cNvCxnSpPr>
            <a:cxnSpLocks/>
            <a:stCxn id="18" idx="3"/>
            <a:endCxn id="36" idx="1"/>
          </p:cNvCxnSpPr>
          <p:nvPr/>
        </p:nvCxnSpPr>
        <p:spPr>
          <a:xfrm flipV="1">
            <a:off x="1534979" y="5052850"/>
            <a:ext cx="5349254" cy="72038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761E9335-483D-CF2E-FF88-9BEC6CF49051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2976260" y="2195531"/>
            <a:ext cx="5968114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1" name="Google Shape;111;p15">
            <a:extLst>
              <a:ext uri="{FF2B5EF4-FFF2-40B4-BE49-F238E27FC236}">
                <a16:creationId xmlns:a16="http://schemas.microsoft.com/office/drawing/2014/main" id="{B7327B4B-75F6-9388-CFCC-035FC0A9E68D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12" name="Google Shape;112;p15">
              <a:extLst>
                <a:ext uri="{FF2B5EF4-FFF2-40B4-BE49-F238E27FC236}">
                  <a16:creationId xmlns:a16="http://schemas.microsoft.com/office/drawing/2014/main" id="{66152C17-75A4-9C45-6A2F-5E01BDC3671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13;p15">
              <a:extLst>
                <a:ext uri="{FF2B5EF4-FFF2-40B4-BE49-F238E27FC236}">
                  <a16:creationId xmlns:a16="http://schemas.microsoft.com/office/drawing/2014/main" id="{A0C17F3C-3296-CCC9-AD65-E4EBBC086EB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940490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C1F5E-5292-4B44-C886-1F8BD96B4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114;p15">
            <a:extLst>
              <a:ext uri="{FF2B5EF4-FFF2-40B4-BE49-F238E27FC236}">
                <a16:creationId xmlns:a16="http://schemas.microsoft.com/office/drawing/2014/main" id="{D1C5C695-C6A6-2048-74E1-E605D51D1706}"/>
              </a:ext>
            </a:extLst>
          </p:cNvPr>
          <p:cNvGrpSpPr/>
          <p:nvPr/>
        </p:nvGrpSpPr>
        <p:grpSpPr>
          <a:xfrm>
            <a:off x="6884233" y="4813496"/>
            <a:ext cx="1071600" cy="1436120"/>
            <a:chOff x="6538675" y="262075"/>
            <a:chExt cx="803700" cy="838800"/>
          </a:xfrm>
        </p:grpSpPr>
        <p:grpSp>
          <p:nvGrpSpPr>
            <p:cNvPr id="29" name="Google Shape;115;p15">
              <a:extLst>
                <a:ext uri="{FF2B5EF4-FFF2-40B4-BE49-F238E27FC236}">
                  <a16:creationId xmlns:a16="http://schemas.microsoft.com/office/drawing/2014/main" id="{09569243-074B-94FE-54EA-CFAE85FA71BD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36" name="Google Shape;116;p15">
                <a:extLst>
                  <a:ext uri="{FF2B5EF4-FFF2-40B4-BE49-F238E27FC236}">
                    <a16:creationId xmlns:a16="http://schemas.microsoft.com/office/drawing/2014/main" id="{67261136-0277-6C1D-8BA5-B3E8897EE8E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0x25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17;p15">
                <a:extLst>
                  <a:ext uri="{FF2B5EF4-FFF2-40B4-BE49-F238E27FC236}">
                    <a16:creationId xmlns:a16="http://schemas.microsoft.com/office/drawing/2014/main" id="{59E28F29-234B-DACF-12F9-9ED00546B28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118;p15">
              <a:extLst>
                <a:ext uri="{FF2B5EF4-FFF2-40B4-BE49-F238E27FC236}">
                  <a16:creationId xmlns:a16="http://schemas.microsoft.com/office/drawing/2014/main" id="{BAFFCF68-CA7A-7E31-9832-C8640C09B308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6B974984-E5AC-0748-5357-E7018838D6A6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184B9A38-B60C-BF18-2535-1697CACA1BA0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1C1F4B1D-FDE7-29AB-64C8-8ADBC721CA12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8BD98061-B472-8C16-ABBD-6DFCFD521666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47CD51D9-1030-FCA3-D375-B4DA65D5134F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129;p15">
            <a:extLst>
              <a:ext uri="{FF2B5EF4-FFF2-40B4-BE49-F238E27FC236}">
                <a16:creationId xmlns:a16="http://schemas.microsoft.com/office/drawing/2014/main" id="{D4D54623-DA2D-A02C-1BFC-54840A7B7ED8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 flipV="1">
            <a:off x="7955833" y="5052850"/>
            <a:ext cx="452741" cy="95741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6711C82-78C3-F10E-9FEA-2D7CE1A3DC6B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7887D023-D6BF-AC83-0BDA-ADBC501A7EE7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8979D8B0-2187-AE9D-6640-7D9DD63ABF5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3E4070B7-0609-9EE1-7E17-95355F7C77D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D825A12A-27B5-4704-2267-617CCB515DC0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C37776EC-82AD-F265-6F57-605EDDC3A1C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EF073C86-4953-A26C-12F4-FBB3A715691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2CF4F8B-E3E1-E574-1472-A342275D607E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E098E3D7-11E8-D12D-3953-6E2C0EA360FD}"/>
              </a:ext>
            </a:extLst>
          </p:cNvPr>
          <p:cNvCxnSpPr>
            <a:cxnSpLocks/>
            <a:stCxn id="78" idx="2"/>
            <a:endCxn id="36" idx="1"/>
          </p:cNvCxnSpPr>
          <p:nvPr/>
        </p:nvCxnSpPr>
        <p:spPr>
          <a:xfrm>
            <a:off x="4907151" y="2193168"/>
            <a:ext cx="1977082" cy="285968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92C81716-1147-BA62-F617-51C43C2A91BD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38324DF7-137B-CA8F-C666-8318A8C5AA8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926819F4-A2CB-4E0B-0047-368A58E18FB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F5A60E8E-41F6-4AD7-8FA1-3D01A4489BCF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BF92AF87-58D2-AF91-0E8A-CF4A1951B585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801D5C35-2DED-4692-73F2-FB49D9FFEA1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D02752EC-C671-F4E7-5CD6-5A6606E2D1F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0x25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C75262EE-B745-5F94-9B9E-F9197D8753AE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43FD340B-9EB0-D84A-FCF3-C566759B1D4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57F50A41-0241-B729-CF74-BD5AFA603E5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3B1D48B7-C128-AC3F-0BC0-E280D138D831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>
            <a:off x="1534979" y="4502289"/>
            <a:ext cx="6873595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787E7B5-10A6-72B2-C06E-8D31A3A3C073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" name="Google Shape;324;p23">
            <a:extLst>
              <a:ext uri="{FF2B5EF4-FFF2-40B4-BE49-F238E27FC236}">
                <a16:creationId xmlns:a16="http://schemas.microsoft.com/office/drawing/2014/main" id="{79344573-CF64-696F-FD3C-D7AB3FBE8455}"/>
              </a:ext>
            </a:extLst>
          </p:cNvPr>
          <p:cNvCxnSpPr>
            <a:cxnSpLocks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B273DD8-BA6E-5010-C1F1-5FFA9C6E4EB5}"/>
              </a:ext>
            </a:extLst>
          </p:cNvPr>
          <p:cNvSpPr txBox="1"/>
          <p:nvPr/>
        </p:nvSpPr>
        <p:spPr>
          <a:xfrm>
            <a:off x="5442951" y="5793909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156</a:t>
            </a:r>
            <a:endParaRPr lang="ko-KR" altLang="en-US" dirty="0"/>
          </a:p>
        </p:txBody>
      </p:sp>
      <p:cxnSp>
        <p:nvCxnSpPr>
          <p:cNvPr id="9" name="Google Shape;129;p15">
            <a:extLst>
              <a:ext uri="{FF2B5EF4-FFF2-40B4-BE49-F238E27FC236}">
                <a16:creationId xmlns:a16="http://schemas.microsoft.com/office/drawing/2014/main" id="{77372DBE-C1C3-8994-FA6C-64D7FA172ED3}"/>
              </a:ext>
            </a:extLst>
          </p:cNvPr>
          <p:cNvCxnSpPr>
            <a:cxnSpLocks/>
            <a:stCxn id="18" idx="3"/>
            <a:endCxn id="36" idx="1"/>
          </p:cNvCxnSpPr>
          <p:nvPr/>
        </p:nvCxnSpPr>
        <p:spPr>
          <a:xfrm flipV="1">
            <a:off x="1534979" y="5052850"/>
            <a:ext cx="5349254" cy="72038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" name="Google Shape;324;p23">
            <a:extLst>
              <a:ext uri="{FF2B5EF4-FFF2-40B4-BE49-F238E27FC236}">
                <a16:creationId xmlns:a16="http://schemas.microsoft.com/office/drawing/2014/main" id="{6945EB5A-EDAE-BFF3-252E-439B533FF01A}"/>
              </a:ext>
            </a:extLst>
          </p:cNvPr>
          <p:cNvCxnSpPr>
            <a:cxnSpLocks/>
            <a:stCxn id="34" idx="1"/>
            <a:endCxn id="27" idx="3"/>
          </p:cNvCxnSpPr>
          <p:nvPr/>
        </p:nvCxnSpPr>
        <p:spPr>
          <a:xfrm flipH="1" flipV="1">
            <a:off x="1534979" y="4502289"/>
            <a:ext cx="5349254" cy="150797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1" name="Google Shape;129;p15">
            <a:extLst>
              <a:ext uri="{FF2B5EF4-FFF2-40B4-BE49-F238E27FC236}">
                <a16:creationId xmlns:a16="http://schemas.microsoft.com/office/drawing/2014/main" id="{4959C97C-B23F-A2F8-848A-5593B4DB855D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976260" y="2195531"/>
            <a:ext cx="5968114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2" name="Google Shape;111;p15">
            <a:extLst>
              <a:ext uri="{FF2B5EF4-FFF2-40B4-BE49-F238E27FC236}">
                <a16:creationId xmlns:a16="http://schemas.microsoft.com/office/drawing/2014/main" id="{8D2392CB-6C0C-44C7-4A0F-ED7639B58193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16" name="Google Shape;112;p15">
              <a:extLst>
                <a:ext uri="{FF2B5EF4-FFF2-40B4-BE49-F238E27FC236}">
                  <a16:creationId xmlns:a16="http://schemas.microsoft.com/office/drawing/2014/main" id="{817CEE54-A146-A0A6-1050-15D86A3C00E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13;p15">
              <a:extLst>
                <a:ext uri="{FF2B5EF4-FFF2-40B4-BE49-F238E27FC236}">
                  <a16:creationId xmlns:a16="http://schemas.microsoft.com/office/drawing/2014/main" id="{31B14C64-877B-1DCD-CCFC-18D88691877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925945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62D3D-CE42-38C5-31E7-1071738BE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63949253-E160-0CCA-085D-451B4240E525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6CD27DF4-851B-35C3-E6F6-319782EBE76F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58A795AA-88AE-AB0C-0FFD-6D37528771E5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9B0D1737-2BC2-535A-7A2F-3B47771EF41F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27BE014F-BAE2-12D1-88D4-50058941A35D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52424334-2573-4339-9778-20EA0DC138DD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A1F08A06-7962-42A8-56D5-56A8D7D3EDC9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F85EDBE0-08B3-AF54-61F9-F81C487C0F3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167301A6-AFEE-EC55-ADB0-433D3272937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69CB7C39-70BE-4F02-6223-1F1C25507E8C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BD231367-2973-8A3A-2AC8-9E075E9EDBE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1157A4CF-15AB-88BB-9946-1F67346309C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A5B2DE9-D0D8-05B2-FDD4-CD188B35358B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73D08AFD-93D7-B7ED-3CCB-43E6C4C44C25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FF083B78-BAF5-20A8-7D74-32D8A2FF8E9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37DCD0FF-9473-CB8B-407D-29CFF9003B3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91AD0516-8EF5-2668-B6B8-22092090DC31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83A2DC40-993F-46D9-9DF0-4709351A803F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21C32EF3-5BED-45CE-EDE8-554B162E6FF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20F736CB-7C97-39F8-4F60-B99E2798121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316EB905-E6D7-36CF-FA65-93A6571A6820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BD93999D-5192-0B4C-5309-38D93C335D7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0E26F3B5-38BD-2039-4FCE-83922153106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2F1C5767-50AF-4424-BE3A-91E75C4FDF8F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>
            <a:off x="1534979" y="4502289"/>
            <a:ext cx="6873595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151552A-9BB1-5AFB-87E6-294C88331A30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4E2195-5827-4A94-071E-E752F1594EE9}"/>
              </a:ext>
            </a:extLst>
          </p:cNvPr>
          <p:cNvSpPr txBox="1"/>
          <p:nvPr/>
        </p:nvSpPr>
        <p:spPr>
          <a:xfrm>
            <a:off x="1632982" y="5299177"/>
            <a:ext cx="1947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157 delete </a:t>
            </a:r>
            <a:r>
              <a:rPr lang="en-US" altLang="ko-KR" dirty="0" err="1"/>
              <a:t>pDel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CAFF7FCF-3953-B6CA-0808-5D79E06E9720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2976260" y="2195531"/>
            <a:ext cx="5968114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" name="Google Shape;111;p15">
            <a:extLst>
              <a:ext uri="{FF2B5EF4-FFF2-40B4-BE49-F238E27FC236}">
                <a16:creationId xmlns:a16="http://schemas.microsoft.com/office/drawing/2014/main" id="{D16792EE-1A36-7990-46F0-7131C5159993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8" name="Google Shape;112;p15">
              <a:extLst>
                <a:ext uri="{FF2B5EF4-FFF2-40B4-BE49-F238E27FC236}">
                  <a16:creationId xmlns:a16="http://schemas.microsoft.com/office/drawing/2014/main" id="{F423697A-26B2-EEEA-51E1-CE101F82498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13;p15">
              <a:extLst>
                <a:ext uri="{FF2B5EF4-FFF2-40B4-BE49-F238E27FC236}">
                  <a16:creationId xmlns:a16="http://schemas.microsoft.com/office/drawing/2014/main" id="{C45A0836-CA21-EDA1-CCAF-0571C9E5D23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514088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4C74-7BD3-E29E-D9F9-87C8762F1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9C66ADC5-C506-C7E0-BC32-92A7419398DD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E8803072-8F1D-ACA2-726A-DBD683B0843C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87112243-27D0-01DB-6780-5E085F2A5BA9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65FE906A-5F6B-958E-E570-E8CDBF95E280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85675A38-CE01-3B07-E857-71CA90CDAAF7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231CB134-2318-FDAA-E593-FF47F77C9980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77D81FDE-FCB8-B5B3-086E-896CCB22E7CA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45AC00CA-BBA3-0785-21F3-6E4DD604C5C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8574A4AA-63FD-AE56-7D06-64186903DFD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BBC76932-9AAF-A57C-736A-F158F5E1269B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487759D5-CF15-D456-6E35-DD7C75B6231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DB0745A9-DD1E-A0B0-3AE7-225D2801BFE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8384484-E94D-7BBF-5189-4D0BB6EFCF9B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DB8F12FF-7C42-7650-CA71-375BC1C7ED9B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3D19974C-F916-287B-EEBD-B21DA830F8E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D8D3B1E2-E154-F0EB-4038-5F037A9489B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8C0F7CB3-3238-4D6E-E77F-9FCB5CCAF4F2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C0D2070A-3945-943A-D24F-AC0393426922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7C457738-38C3-F8DD-BD8C-D5954CD0AB3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9E827ABC-BF80-1F21-374B-13A65BB1142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29AF7657-A2DE-775C-4F1A-EC382A7DBE1B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D62B4428-F4CB-C351-4CB9-F43C546911A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7F86FC97-0024-54D6-3C91-07190742AB0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129;p15">
            <a:extLst>
              <a:ext uri="{FF2B5EF4-FFF2-40B4-BE49-F238E27FC236}">
                <a16:creationId xmlns:a16="http://schemas.microsoft.com/office/drawing/2014/main" id="{1393E1DF-D87E-9C75-41CD-C8E573FCA86E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>
            <a:off x="1534979" y="4502289"/>
            <a:ext cx="6873595" cy="5505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88489AB-B86F-40E3-36F9-37D863167024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324;p23">
            <a:extLst>
              <a:ext uri="{FF2B5EF4-FFF2-40B4-BE49-F238E27FC236}">
                <a16:creationId xmlns:a16="http://schemas.microsoft.com/office/drawing/2014/main" id="{F2E8F764-049E-7233-D47A-3D845DC12404}"/>
              </a:ext>
            </a:extLst>
          </p:cNvPr>
          <p:cNvCxnSpPr>
            <a:cxnSpLocks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1DE30D-0405-DBE3-133A-811F7FF18F80}"/>
              </a:ext>
            </a:extLst>
          </p:cNvPr>
          <p:cNvSpPr txBox="1"/>
          <p:nvPr/>
        </p:nvSpPr>
        <p:spPr>
          <a:xfrm>
            <a:off x="994639" y="4752553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155</a:t>
            </a:r>
            <a:endParaRPr lang="ko-KR" altLang="en-US" dirty="0"/>
          </a:p>
        </p:txBody>
      </p:sp>
      <p:cxnSp>
        <p:nvCxnSpPr>
          <p:cNvPr id="8" name="Google Shape;129;p15">
            <a:extLst>
              <a:ext uri="{FF2B5EF4-FFF2-40B4-BE49-F238E27FC236}">
                <a16:creationId xmlns:a16="http://schemas.microsoft.com/office/drawing/2014/main" id="{6BB57994-3B2C-93A2-CF03-3552B08BEF30}"/>
              </a:ext>
            </a:extLst>
          </p:cNvPr>
          <p:cNvCxnSpPr>
            <a:cxnSpLocks/>
            <a:stCxn id="18" idx="3"/>
            <a:endCxn id="50" idx="1"/>
          </p:cNvCxnSpPr>
          <p:nvPr/>
        </p:nvCxnSpPr>
        <p:spPr>
          <a:xfrm flipV="1">
            <a:off x="1534979" y="5052850"/>
            <a:ext cx="6873595" cy="72038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" name="Google Shape;129;p15">
            <a:extLst>
              <a:ext uri="{FF2B5EF4-FFF2-40B4-BE49-F238E27FC236}">
                <a16:creationId xmlns:a16="http://schemas.microsoft.com/office/drawing/2014/main" id="{BBD2FB68-147A-C6D2-8EF0-50FF7EE67838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2976260" y="2195531"/>
            <a:ext cx="5968114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0" name="Google Shape;111;p15">
            <a:extLst>
              <a:ext uri="{FF2B5EF4-FFF2-40B4-BE49-F238E27FC236}">
                <a16:creationId xmlns:a16="http://schemas.microsoft.com/office/drawing/2014/main" id="{0278ACE6-4634-45D8-B21D-75DA93AD1737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11" name="Google Shape;112;p15">
              <a:extLst>
                <a:ext uri="{FF2B5EF4-FFF2-40B4-BE49-F238E27FC236}">
                  <a16:creationId xmlns:a16="http://schemas.microsoft.com/office/drawing/2014/main" id="{77AEF300-6699-7C3D-EED2-699EE607C4E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13;p15">
              <a:extLst>
                <a:ext uri="{FF2B5EF4-FFF2-40B4-BE49-F238E27FC236}">
                  <a16:creationId xmlns:a16="http://schemas.microsoft.com/office/drawing/2014/main" id="{7FF396EE-AC09-AA64-BA62-40F32D311E0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641553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C6947-2DDB-664B-14C6-40D483E6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114;p15">
            <a:extLst>
              <a:ext uri="{FF2B5EF4-FFF2-40B4-BE49-F238E27FC236}">
                <a16:creationId xmlns:a16="http://schemas.microsoft.com/office/drawing/2014/main" id="{762A0713-82E2-0EFE-331F-EDEBD94BB795}"/>
              </a:ext>
            </a:extLst>
          </p:cNvPr>
          <p:cNvGrpSpPr/>
          <p:nvPr/>
        </p:nvGrpSpPr>
        <p:grpSpPr>
          <a:xfrm>
            <a:off x="8408574" y="4813496"/>
            <a:ext cx="1071600" cy="1436120"/>
            <a:chOff x="6538675" y="262075"/>
            <a:chExt cx="803700" cy="838800"/>
          </a:xfrm>
        </p:grpSpPr>
        <p:grpSp>
          <p:nvGrpSpPr>
            <p:cNvPr id="48" name="Google Shape;115;p15">
              <a:extLst>
                <a:ext uri="{FF2B5EF4-FFF2-40B4-BE49-F238E27FC236}">
                  <a16:creationId xmlns:a16="http://schemas.microsoft.com/office/drawing/2014/main" id="{8D937407-FDA4-BD4D-5352-3E4BD71CDE26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0" name="Google Shape;116;p15">
                <a:extLst>
                  <a:ext uri="{FF2B5EF4-FFF2-40B4-BE49-F238E27FC236}">
                    <a16:creationId xmlns:a16="http://schemas.microsoft.com/office/drawing/2014/main" id="{C8DAF70A-4FD5-E0CA-7B71-B0620F731D0D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0x33</a:t>
                </a:r>
                <a:endParaRPr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17;p15">
                <a:extLst>
                  <a:ext uri="{FF2B5EF4-FFF2-40B4-BE49-F238E27FC236}">
                    <a16:creationId xmlns:a16="http://schemas.microsoft.com/office/drawing/2014/main" id="{A9B0865D-50CD-8D20-89C3-697C57C5B55C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-US" sz="1867" dirty="0"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18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118;p15">
              <a:extLst>
                <a:ext uri="{FF2B5EF4-FFF2-40B4-BE49-F238E27FC236}">
                  <a16:creationId xmlns:a16="http://schemas.microsoft.com/office/drawing/2014/main" id="{C7A2A73C-4A0A-D0BB-3333-BFFB993201A4}"/>
                </a:ext>
              </a:extLst>
            </p:cNvPr>
            <p:cNvSpPr/>
            <p:nvPr/>
          </p:nvSpPr>
          <p:spPr>
            <a:xfrm>
              <a:off x="6538675" y="8212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6DE0C446-2EBA-E0AF-D12C-AE596B4984FC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263762E0-E7A3-95E7-5B90-91969319EFD7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B0529610-7A9A-AAAC-A5F6-9B81F3F4FE4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BB1E7800-8066-94D0-7364-62A72862E13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EAD014EB-CCDC-1251-732F-87CBF4609155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CAE666F9-ED84-0349-C5AB-FCC21C008B9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D9FFC810-52D1-D3DF-F749-767637D33EF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3C7F3A3F-1BD3-8702-FD27-66476C89012D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BE42CE51-9212-407D-E978-AFC0DEC6DE6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2C7C7A3D-9BCB-1FF7-F98F-B4792ABD583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42C5F249-87D1-ADF5-4229-AB01ADE447D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D7953883-295E-A1A8-0432-7C342A01B47B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E31BC66B-866B-16FE-B2F3-B46DBA1A23D6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BC37BBF6-891F-ECAC-8CA0-47C307F8E34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58681A5F-6C09-DF6C-595F-07DB574866C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E2B8B78C-5044-2763-B2A8-06104C727F6E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46D91AB6-7363-F512-10B8-06129AAC0F5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3A9D9445-548F-84CD-34CB-2DEE0F7D239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5474762-D677-CD33-2614-BC60A28918F3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Google Shape;324;p23">
            <a:extLst>
              <a:ext uri="{FF2B5EF4-FFF2-40B4-BE49-F238E27FC236}">
                <a16:creationId xmlns:a16="http://schemas.microsoft.com/office/drawing/2014/main" id="{3D9D3A11-A688-87BC-C6A8-9E158EAB96D1}"/>
              </a:ext>
            </a:extLst>
          </p:cNvPr>
          <p:cNvCxnSpPr>
            <a:cxnSpLocks/>
          </p:cNvCxnSpPr>
          <p:nvPr/>
        </p:nvCxnSpPr>
        <p:spPr>
          <a:xfrm>
            <a:off x="999179" y="4739317"/>
            <a:ext cx="0" cy="7968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33F7CC3-22C8-CF7E-7F16-3D8A56E8D7D6}"/>
              </a:ext>
            </a:extLst>
          </p:cNvPr>
          <p:cNvSpPr txBox="1"/>
          <p:nvPr/>
        </p:nvSpPr>
        <p:spPr>
          <a:xfrm>
            <a:off x="6496538" y="5748934"/>
            <a:ext cx="61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156</a:t>
            </a:r>
            <a:endParaRPr lang="ko-KR" altLang="en-US" dirty="0"/>
          </a:p>
        </p:txBody>
      </p:sp>
      <p:cxnSp>
        <p:nvCxnSpPr>
          <p:cNvPr id="8" name="Google Shape;129;p15">
            <a:extLst>
              <a:ext uri="{FF2B5EF4-FFF2-40B4-BE49-F238E27FC236}">
                <a16:creationId xmlns:a16="http://schemas.microsoft.com/office/drawing/2014/main" id="{0FC445BE-5B81-CF1F-80AE-B1DDACAEF094}"/>
              </a:ext>
            </a:extLst>
          </p:cNvPr>
          <p:cNvCxnSpPr>
            <a:cxnSpLocks/>
            <a:stCxn id="18" idx="3"/>
            <a:endCxn id="50" idx="1"/>
          </p:cNvCxnSpPr>
          <p:nvPr/>
        </p:nvCxnSpPr>
        <p:spPr>
          <a:xfrm flipV="1">
            <a:off x="1534979" y="5052850"/>
            <a:ext cx="6873595" cy="72038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" name="Google Shape;324;p23">
            <a:extLst>
              <a:ext uri="{FF2B5EF4-FFF2-40B4-BE49-F238E27FC236}">
                <a16:creationId xmlns:a16="http://schemas.microsoft.com/office/drawing/2014/main" id="{5F0F28F2-CDAF-8E4A-4688-1B83CD2C4B91}"/>
              </a:ext>
            </a:extLst>
          </p:cNvPr>
          <p:cNvCxnSpPr>
            <a:cxnSpLocks/>
            <a:stCxn id="49" idx="1"/>
            <a:endCxn id="27" idx="3"/>
          </p:cNvCxnSpPr>
          <p:nvPr/>
        </p:nvCxnSpPr>
        <p:spPr>
          <a:xfrm flipH="1" flipV="1">
            <a:off x="1534979" y="4502289"/>
            <a:ext cx="6873595" cy="150797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D5A7AEB6-910F-612E-56D3-563210D36A93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2976260" y="2195531"/>
            <a:ext cx="5968114" cy="261796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1" name="Google Shape;111;p15">
            <a:extLst>
              <a:ext uri="{FF2B5EF4-FFF2-40B4-BE49-F238E27FC236}">
                <a16:creationId xmlns:a16="http://schemas.microsoft.com/office/drawing/2014/main" id="{421C3E93-5E29-13E1-E73A-E0582FE05F86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12" name="Google Shape;112;p15">
              <a:extLst>
                <a:ext uri="{FF2B5EF4-FFF2-40B4-BE49-F238E27FC236}">
                  <a16:creationId xmlns:a16="http://schemas.microsoft.com/office/drawing/2014/main" id="{91210D18-9378-09EC-A24C-9B2BAF27C2C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13;p15">
              <a:extLst>
                <a:ext uri="{FF2B5EF4-FFF2-40B4-BE49-F238E27FC236}">
                  <a16:creationId xmlns:a16="http://schemas.microsoft.com/office/drawing/2014/main" id="{B68EA20F-9C41-32EE-78F7-1A59DB1B2BE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0x33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516398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FC2F6-0F1D-5A7B-F1EE-070C25E32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5AE282BA-E500-CF1C-5067-D4DAE722EB3F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1AF03712-D423-D926-873F-603AE4E6B6A8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80D950A9-5218-9305-0172-D2E005CFB59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598CBAAA-EA6F-9562-6070-306459FE110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6FC44B8B-8587-95B5-035F-0DA2408E6CA8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B7189D59-BE59-C60A-6940-C454439A2A7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7053653E-791D-A62F-4571-B52A5C02DA8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0D8C968C-526A-3FDE-D796-E3D23CF4E303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757391CB-C515-A070-262D-F61B08D15D4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EB3192C4-DFEB-E952-1C3C-BFA06FBF88B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919FFE4-AE7E-86EF-6480-A8B378644E61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" name="Google Shape;119;p15">
            <a:extLst>
              <a:ext uri="{FF2B5EF4-FFF2-40B4-BE49-F238E27FC236}">
                <a16:creationId xmlns:a16="http://schemas.microsoft.com/office/drawing/2014/main" id="{FC902AA4-ABE5-E8A5-741C-11F09FE4375F}"/>
              </a:ext>
            </a:extLst>
          </p:cNvPr>
          <p:cNvGrpSpPr/>
          <p:nvPr/>
        </p:nvGrpSpPr>
        <p:grpSpPr>
          <a:xfrm>
            <a:off x="2847010" y="3445825"/>
            <a:ext cx="1071600" cy="948114"/>
            <a:chOff x="725125" y="742575"/>
            <a:chExt cx="803700" cy="559200"/>
          </a:xfrm>
        </p:grpSpPr>
        <p:sp>
          <p:nvSpPr>
            <p:cNvPr id="3" name="Google Shape;120;p15">
              <a:extLst>
                <a:ext uri="{FF2B5EF4-FFF2-40B4-BE49-F238E27FC236}">
                  <a16:creationId xmlns:a16="http://schemas.microsoft.com/office/drawing/2014/main" id="{D8205C92-E020-5827-F6EA-508C4D511E4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pStart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1;p15">
              <a:extLst>
                <a:ext uri="{FF2B5EF4-FFF2-40B4-BE49-F238E27FC236}">
                  <a16:creationId xmlns:a16="http://schemas.microsoft.com/office/drawing/2014/main" id="{54025DEE-A23E-7CF8-3DFF-D988F8A1BD7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324;p23">
            <a:extLst>
              <a:ext uri="{FF2B5EF4-FFF2-40B4-BE49-F238E27FC236}">
                <a16:creationId xmlns:a16="http://schemas.microsoft.com/office/drawing/2014/main" id="{62087786-BFDE-291C-4C1A-34F86D9DF490}"/>
              </a:ext>
            </a:extLst>
          </p:cNvPr>
          <p:cNvCxnSpPr>
            <a:cxnSpLocks/>
          </p:cNvCxnSpPr>
          <p:nvPr/>
        </p:nvCxnSpPr>
        <p:spPr>
          <a:xfrm>
            <a:off x="1163550" y="2195531"/>
            <a:ext cx="2219260" cy="17243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" name="Google Shape;111;p15">
            <a:extLst>
              <a:ext uri="{FF2B5EF4-FFF2-40B4-BE49-F238E27FC236}">
                <a16:creationId xmlns:a16="http://schemas.microsoft.com/office/drawing/2014/main" id="{3B3FF77E-F931-C834-0238-284F1B46A2EA}"/>
              </a:ext>
            </a:extLst>
          </p:cNvPr>
          <p:cNvGrpSpPr/>
          <p:nvPr/>
        </p:nvGrpSpPr>
        <p:grpSpPr>
          <a:xfrm>
            <a:off x="463379" y="5062149"/>
            <a:ext cx="1071600" cy="948113"/>
            <a:chOff x="725125" y="742575"/>
            <a:chExt cx="803700" cy="559200"/>
          </a:xfrm>
        </p:grpSpPr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3453ACAF-B9F2-CB28-F455-5ED69A53DA3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pDel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3;p15">
              <a:extLst>
                <a:ext uri="{FF2B5EF4-FFF2-40B4-BE49-F238E27FC236}">
                  <a16:creationId xmlns:a16="http://schemas.microsoft.com/office/drawing/2014/main" id="{2BBDACC0-D929-6E98-B11D-56DFE6CFB97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111;p15">
            <a:extLst>
              <a:ext uri="{FF2B5EF4-FFF2-40B4-BE49-F238E27FC236}">
                <a16:creationId xmlns:a16="http://schemas.microsoft.com/office/drawing/2014/main" id="{BAA21B17-F49D-F6D4-D29B-4F0465AFEFF3}"/>
              </a:ext>
            </a:extLst>
          </p:cNvPr>
          <p:cNvGrpSpPr/>
          <p:nvPr/>
        </p:nvGrpSpPr>
        <p:grpSpPr>
          <a:xfrm>
            <a:off x="463379" y="3791203"/>
            <a:ext cx="1071600" cy="948113"/>
            <a:chOff x="725125" y="742575"/>
            <a:chExt cx="803700" cy="559200"/>
          </a:xfrm>
        </p:grpSpPr>
        <p:sp>
          <p:nvSpPr>
            <p:cNvPr id="24" name="Google Shape;112;p15">
              <a:extLst>
                <a:ext uri="{FF2B5EF4-FFF2-40B4-BE49-F238E27FC236}">
                  <a16:creationId xmlns:a16="http://schemas.microsoft.com/office/drawing/2014/main" id="{44811F9C-7A9F-2360-CDF8-AF277F60C45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13;p15">
              <a:extLst>
                <a:ext uri="{FF2B5EF4-FFF2-40B4-BE49-F238E27FC236}">
                  <a16:creationId xmlns:a16="http://schemas.microsoft.com/office/drawing/2014/main" id="{24AD5C3B-009B-235F-C247-BEF65C40072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10AE004-CB49-0AB8-B4BB-921E5BF08AD3}"/>
              </a:ext>
            </a:extLst>
          </p:cNvPr>
          <p:cNvSpPr txBox="1"/>
          <p:nvPr/>
        </p:nvSpPr>
        <p:spPr>
          <a:xfrm>
            <a:off x="465342" y="2896676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 while (</a:t>
            </a:r>
            <a:r>
              <a:rPr lang="en-US" altLang="ko-KR" dirty="0" err="1"/>
              <a:t>pNode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364BCE-06EA-6016-3107-58E4E7434F39}"/>
              </a:ext>
            </a:extLst>
          </p:cNvPr>
          <p:cNvSpPr txBox="1"/>
          <p:nvPr/>
        </p:nvSpPr>
        <p:spPr>
          <a:xfrm>
            <a:off x="1632982" y="5299177"/>
            <a:ext cx="1947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157 delete </a:t>
            </a:r>
            <a:r>
              <a:rPr lang="en-US" altLang="ko-KR" dirty="0" err="1"/>
              <a:t>pDel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736102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E05B6-C1B3-79F6-E1E2-34EF08946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AD99C770-CB86-4EC3-B2B7-0F99DC8D1F7C}"/>
              </a:ext>
            </a:extLst>
          </p:cNvPr>
          <p:cNvSpPr txBox="1"/>
          <p:nvPr/>
        </p:nvSpPr>
        <p:spPr>
          <a:xfrm>
            <a:off x="7619970" y="321276"/>
            <a:ext cx="441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140 data:10,20,30,40,50</a:t>
            </a:r>
          </a:p>
          <a:p>
            <a:pPr marL="342900" indent="-342900">
              <a:buAutoNum type="arabicPlain" startAt="56"/>
            </a:pPr>
            <a:r>
              <a:rPr lang="en-US" altLang="ko-KR" dirty="0"/>
              <a:t>  Find:40</a:t>
            </a:r>
          </a:p>
          <a:p>
            <a:r>
              <a:rPr lang="en-US" altLang="ko-KR" dirty="0"/>
              <a:t>140 data:10,20,30,60,40,50</a:t>
            </a:r>
          </a:p>
          <a:p>
            <a:r>
              <a:rPr lang="en-US" altLang="ko-KR" dirty="0"/>
              <a:t>140 data:10,20,30,40,50</a:t>
            </a:r>
            <a:endParaRPr lang="ko-KR" altLang="en-US" dirty="0"/>
          </a:p>
        </p:txBody>
      </p:sp>
      <p:grpSp>
        <p:nvGrpSpPr>
          <p:cNvPr id="56" name="Google Shape;111;p15">
            <a:extLst>
              <a:ext uri="{FF2B5EF4-FFF2-40B4-BE49-F238E27FC236}">
                <a16:creationId xmlns:a16="http://schemas.microsoft.com/office/drawing/2014/main" id="{01BB2EFD-A145-A96A-8FE9-FF5FA6F41B73}"/>
              </a:ext>
            </a:extLst>
          </p:cNvPr>
          <p:cNvGrpSpPr/>
          <p:nvPr/>
        </p:nvGrpSpPr>
        <p:grpSpPr>
          <a:xfrm>
            <a:off x="627750" y="1247417"/>
            <a:ext cx="1071600" cy="948113"/>
            <a:chOff x="725125" y="742575"/>
            <a:chExt cx="803700" cy="559200"/>
          </a:xfrm>
        </p:grpSpPr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486D8621-F6E7-079D-452B-4BDFF707633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pBegin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113;p15">
              <a:extLst>
                <a:ext uri="{FF2B5EF4-FFF2-40B4-BE49-F238E27FC236}">
                  <a16:creationId xmlns:a16="http://schemas.microsoft.com/office/drawing/2014/main" id="{DFC22FA6-C4FC-2FC7-78B2-1013810798D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111;p15">
            <a:extLst>
              <a:ext uri="{FF2B5EF4-FFF2-40B4-BE49-F238E27FC236}">
                <a16:creationId xmlns:a16="http://schemas.microsoft.com/office/drawing/2014/main" id="{1AFC82C1-32FF-20AE-1521-BBAA39EBBD10}"/>
              </a:ext>
            </a:extLst>
          </p:cNvPr>
          <p:cNvGrpSpPr/>
          <p:nvPr/>
        </p:nvGrpSpPr>
        <p:grpSpPr>
          <a:xfrm>
            <a:off x="2440460" y="1240481"/>
            <a:ext cx="1071600" cy="955050"/>
            <a:chOff x="725125" y="742575"/>
            <a:chExt cx="803700" cy="559200"/>
          </a:xfrm>
        </p:grpSpPr>
        <p:sp>
          <p:nvSpPr>
            <p:cNvPr id="74" name="Google Shape;112;p15">
              <a:extLst>
                <a:ext uri="{FF2B5EF4-FFF2-40B4-BE49-F238E27FC236}">
                  <a16:creationId xmlns:a16="http://schemas.microsoft.com/office/drawing/2014/main" id="{1D0C7C7E-F513-220B-75B2-3D957C9A33F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113;p15">
              <a:extLst>
                <a:ext uri="{FF2B5EF4-FFF2-40B4-BE49-F238E27FC236}">
                  <a16:creationId xmlns:a16="http://schemas.microsoft.com/office/drawing/2014/main" id="{0E51B64F-3F0E-5742-3AC0-0D678A96206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111;p15">
            <a:extLst>
              <a:ext uri="{FF2B5EF4-FFF2-40B4-BE49-F238E27FC236}">
                <a16:creationId xmlns:a16="http://schemas.microsoft.com/office/drawing/2014/main" id="{2CF275E0-A76C-0735-A6F6-8690A9BA4BCB}"/>
              </a:ext>
            </a:extLst>
          </p:cNvPr>
          <p:cNvGrpSpPr/>
          <p:nvPr/>
        </p:nvGrpSpPr>
        <p:grpSpPr>
          <a:xfrm>
            <a:off x="4371351" y="1238118"/>
            <a:ext cx="1071600" cy="955050"/>
            <a:chOff x="725125" y="742575"/>
            <a:chExt cx="803700" cy="559200"/>
          </a:xfrm>
        </p:grpSpPr>
        <p:sp>
          <p:nvSpPr>
            <p:cNvPr id="77" name="Google Shape;112;p15">
              <a:extLst>
                <a:ext uri="{FF2B5EF4-FFF2-40B4-BE49-F238E27FC236}">
                  <a16:creationId xmlns:a16="http://schemas.microsoft.com/office/drawing/2014/main" id="{17516C47-EEB4-3462-B1F1-F62EC0085D2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altLang="ko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pFind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113;p15">
              <a:extLst>
                <a:ext uri="{FF2B5EF4-FFF2-40B4-BE49-F238E27FC236}">
                  <a16:creationId xmlns:a16="http://schemas.microsoft.com/office/drawing/2014/main" id="{52D31438-6BBE-6FD8-DE63-D79F57E3D1B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D0DE40A-F201-6ADA-BD65-EA3DF78FC2E7}"/>
              </a:ext>
            </a:extLst>
          </p:cNvPr>
          <p:cNvSpPr txBox="1"/>
          <p:nvPr/>
        </p:nvSpPr>
        <p:spPr>
          <a:xfrm>
            <a:off x="463379" y="619175"/>
            <a:ext cx="543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DeleteLinkedList</a:t>
            </a:r>
            <a:r>
              <a:rPr lang="en-US" altLang="ko-KR" dirty="0"/>
              <a:t>(</a:t>
            </a:r>
            <a:r>
              <a:rPr lang="en-US" altLang="ko-KR" dirty="0" err="1"/>
              <a:t>pBegin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037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4036</Words>
  <Application>Microsoft Office PowerPoint</Application>
  <PresentationFormat>와이드스크린</PresentationFormat>
  <Paragraphs>2567</Paragraphs>
  <Slides>96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96</vt:i4>
      </vt:variant>
    </vt:vector>
  </HeadingPairs>
  <TitlesOfParts>
    <vt:vector size="99" baseType="lpstr">
      <vt:lpstr>맑은 고딕</vt:lpstr>
      <vt:lpstr>Arial</vt:lpstr>
      <vt:lpstr>Office 테마</vt:lpstr>
      <vt:lpstr>단일 연결리스트 그리기</vt:lpstr>
      <vt:lpstr>그림 설명</vt:lpstr>
      <vt:lpstr>프로그램에서 사용되는 그림 설명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지훈 최</dc:creator>
  <cp:lastModifiedBy>최 지훈</cp:lastModifiedBy>
  <cp:revision>56</cp:revision>
  <dcterms:created xsi:type="dcterms:W3CDTF">2026-07-21T11:06:13Z</dcterms:created>
  <dcterms:modified xsi:type="dcterms:W3CDTF">2026-07-22T05:26:55Z</dcterms:modified>
</cp:coreProperties>
</file>