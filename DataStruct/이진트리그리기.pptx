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4" r:id="rId37"/>
    <p:sldId id="291" r:id="rId38"/>
    <p:sldId id="292" r:id="rId39"/>
    <p:sldId id="293" r:id="rId40"/>
    <p:sldId id="295" r:id="rId41"/>
    <p:sldId id="296" r:id="rId42"/>
    <p:sldId id="297" r:id="rId4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6" autoAdjust="0"/>
    <p:restoredTop sz="94660"/>
  </p:normalViewPr>
  <p:slideViewPr>
    <p:cSldViewPr snapToGrid="0">
      <p:cViewPr varScale="1">
        <p:scale>
          <a:sx n="75" d="100"/>
          <a:sy n="75" d="100"/>
        </p:scale>
        <p:origin x="54" y="17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D4667A-B8A9-4D39-BE59-4271035463E4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8BA98D-AA00-4947-8990-6B042E9ED3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9812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B9CF25-FBB6-8557-BCEB-D3D7EDE396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2D3C971-45DB-AE97-9E75-0AD94982BD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55CBDA-4449-8CA6-43F7-E3833D7F7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42899-6D79-4888-9726-11CCCE9A4BD8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2BC0DA-A762-2F51-07C1-8A6E89DA1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EF048E-1ABF-F7C4-DCDC-3FE3D1ED3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4A6B2-2D66-4E1C-B840-9AE75B519A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625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30AAF5-5C98-66A2-392C-5E536CF95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4EF6AA6-D1C4-7F77-BCEF-0D97E20001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5A5FF8-3063-E75A-1236-A5A3ABA8B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42899-6D79-4888-9726-11CCCE9A4BD8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7B4464-2475-547B-834F-DD81334CB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C1F2D5-F60C-F225-804D-8D766DA8B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4A6B2-2D66-4E1C-B840-9AE75B519A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0324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CE9A23-E1D1-26FF-A46B-2A78D24FE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DA635FB-9B40-D79C-842E-5BD89C9B86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756493-6AD7-4340-1ED0-91EFE14E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42899-6D79-4888-9726-11CCCE9A4BD8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2A35DA8-3E02-1F43-9442-C5B2B1A5F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F7058C3-69D2-1B44-C983-953D821C4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4A6B2-2D66-4E1C-B840-9AE75B519A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3120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252FFE-818D-8F4D-8477-D09570675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4DB01D-043D-75CD-8782-B4C453680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0BBABE0-E26D-42A6-0260-DFE24FFA83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054EBA8-835D-A6BB-65A5-88F53F4F9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42899-6D79-4888-9726-11CCCE9A4BD8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20CBF6-A5DE-24DE-18E2-0D3673B6F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8E5BF98-F78C-BD05-84F8-BFF943A74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4A6B2-2D66-4E1C-B840-9AE75B519A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2289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B66B40-9D2C-B581-460E-F5AAF41ED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DD2104C-299F-24F3-E863-78CE375A92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046AE49-5CF5-0669-04B0-6E88884035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1D2B8DD-D9B7-78FC-847F-7BE530219F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39317BA-79FF-7C57-7E8D-E4A5C66791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22801D5-0CCF-847C-938F-4BDC2E46E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42899-6D79-4888-9726-11CCCE9A4BD8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37622AE-5D77-7368-C401-DBED16A67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6C1B5D0-1D33-755C-2409-E565994FD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4A6B2-2D66-4E1C-B840-9AE75B519A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2951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90F60C-5A2C-352D-CE09-A25E817B6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043AA66-474C-CE37-B4DC-DE7A1FF56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42899-6D79-4888-9726-11CCCE9A4BD8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A1E811E-3714-A568-33F3-7DD62516F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D2064E6-1CF7-2BDC-9386-47C835E59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4A6B2-2D66-4E1C-B840-9AE75B519A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3141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8163B87-CA5D-7472-2539-0F431C1A6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42899-6D79-4888-9726-11CCCE9A4BD8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F2488DC-CF87-F387-AB38-FF552B085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0C8E17-12C0-5975-639E-AAA5A8DA5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4A6B2-2D66-4E1C-B840-9AE75B519A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2706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F4AFB8-4432-7A94-41C7-57E8C947C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3C82FDD-34E9-FAAD-31C5-2DFE796910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8AA09C4-3E3F-2967-575D-53B4FC1866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0A250EA-D349-766F-4423-6D2A18D14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42899-6D79-4888-9726-11CCCE9A4BD8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A94ADA7-F83B-19C5-6D89-2409EFD14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D5A39C6-02AC-DCC0-802F-E9ACEC10C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4A6B2-2D66-4E1C-B840-9AE75B519A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6910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9773C3-B8BA-8EA9-9BDE-E297822AA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2963746-D52F-4363-429F-A150F26AB2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A52EBC2-F2DC-FFDF-8CA8-88A921EDE2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7E6E0D6-E2AD-0CEB-50E8-2CD168CB8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42899-6D79-4888-9726-11CCCE9A4BD8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8D6509D-02F7-837D-5C91-EABCA2A62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D1B1096-3D1E-13EC-FD8A-F47E329AF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4A6B2-2D66-4E1C-B840-9AE75B519A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2239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A8BC39-3EB1-5905-551A-6D43C9997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A5BC832-40F9-2067-9AFB-8B95EF3BE8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CBB642-E8BA-B42A-B08B-4FC25D694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42899-6D79-4888-9726-11CCCE9A4BD8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D18E01-AE3B-2EAE-74EC-A41F23830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A03394-BACC-24B4-AEA4-5199018C1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4A6B2-2D66-4E1C-B840-9AE75B519A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8686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B60B46B-F44B-7AE6-B7C4-779EEF4154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1BCEBEA-EF31-9EFB-CC3B-1F418A24F0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18E85F-4BAF-27AD-082A-825B3356E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42899-6D79-4888-9726-11CCCE9A4BD8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18F5EEE-47E2-2190-5461-766DF31B9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B80C399-EC9C-4E78-AD4A-C3089F81F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4A6B2-2D66-4E1C-B840-9AE75B519A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51406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/>
          </a:p>
        </p:txBody>
      </p:sp>
    </p:spTree>
    <p:extLst>
      <p:ext uri="{BB962C8B-B14F-4D97-AF65-F5344CB8AC3E}">
        <p14:creationId xmlns:p14="http://schemas.microsoft.com/office/powerpoint/2010/main" val="3962387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1078E99-2627-368A-623C-E533A4DA2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F7E7AE3-6771-4644-A9D7-9ED2C38CA6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5844DF-E9CB-81BE-39EA-7176122682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642899-6D79-4888-9726-11CCCE9A4BD8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CF6FA1-3C99-128C-CF34-84F76CEFD8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B8B776-5C21-59A9-478B-977F8E2439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24A6B2-2D66-4E1C-B840-9AE75B519A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0816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10F951-BA97-7096-63AB-BB77EE3048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err="1"/>
              <a:t>이진트리</a:t>
            </a:r>
            <a:r>
              <a:rPr lang="ko-KR" altLang="en-US" dirty="0"/>
              <a:t> 그리기</a:t>
            </a:r>
          </a:p>
        </p:txBody>
      </p:sp>
    </p:spTree>
    <p:extLst>
      <p:ext uri="{BB962C8B-B14F-4D97-AF65-F5344CB8AC3E}">
        <p14:creationId xmlns:p14="http://schemas.microsoft.com/office/powerpoint/2010/main" val="19509863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pPr algn="l">
              <a:buSzPct val="111111"/>
            </a:pPr>
            <a:r>
              <a:rPr lang="ko"/>
              <a:t>프로그램에서 사용되는 그림 설명</a:t>
            </a:r>
            <a:endParaRPr/>
          </a:p>
        </p:txBody>
      </p:sp>
      <p:grpSp>
        <p:nvGrpSpPr>
          <p:cNvPr id="62" name="Google Shape;62;p14"/>
          <p:cNvGrpSpPr/>
          <p:nvPr/>
        </p:nvGrpSpPr>
        <p:grpSpPr>
          <a:xfrm>
            <a:off x="689533" y="2921000"/>
            <a:ext cx="1071600" cy="745600"/>
            <a:chOff x="725125" y="742575"/>
            <a:chExt cx="803700" cy="559200"/>
          </a:xfrm>
        </p:grpSpPr>
        <p:sp>
          <p:nvSpPr>
            <p:cNvPr id="63" name="Google Shape;63;p14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ko" altLang="en-US" sz="1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지역변수</a:t>
              </a:r>
              <a:endPara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14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altLang="ko"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value</a:t>
              </a:r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" name="Google Shape;70;p14"/>
          <p:cNvGrpSpPr/>
          <p:nvPr/>
        </p:nvGrpSpPr>
        <p:grpSpPr>
          <a:xfrm>
            <a:off x="689533" y="1854200"/>
            <a:ext cx="1071600" cy="745600"/>
            <a:chOff x="725125" y="742575"/>
            <a:chExt cx="803700" cy="559200"/>
          </a:xfrm>
        </p:grpSpPr>
        <p:sp>
          <p:nvSpPr>
            <p:cNvPr id="71" name="Google Shape;71;p14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ko" alt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매개변수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14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altLang="ko"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value</a:t>
              </a:r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" name="Google Shape;73;p14"/>
          <p:cNvSpPr txBox="1"/>
          <p:nvPr/>
        </p:nvSpPr>
        <p:spPr>
          <a:xfrm>
            <a:off x="1854200" y="1816601"/>
            <a:ext cx="6400800" cy="820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ko" altLang="en-US" sz="1867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매개변수</a:t>
            </a:r>
            <a:br>
              <a:rPr lang="ko" altLang="en-US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ko" altLang="en-US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함수안에 다른함수의 값을 전달하는 용도로 사용됨</a:t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4"/>
          <p:cNvSpPr txBox="1"/>
          <p:nvPr/>
        </p:nvSpPr>
        <p:spPr>
          <a:xfrm>
            <a:off x="1892300" y="2883401"/>
            <a:ext cx="6400800" cy="820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ko" altLang="en-US" sz="1867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지역변수</a:t>
            </a:r>
            <a:br>
              <a:rPr lang="ko" altLang="en-US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ko" altLang="en-US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함수안에서 동적할당된 메모리에 접근하는 용도로 사용</a:t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4"/>
          <p:cNvSpPr txBox="1"/>
          <p:nvPr/>
        </p:nvSpPr>
        <p:spPr>
          <a:xfrm>
            <a:off x="1892300" y="3950201"/>
            <a:ext cx="8047437" cy="1108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ko" altLang="en-US" sz="1867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구조체 동적할당</a:t>
            </a:r>
            <a:br>
              <a:rPr lang="ko" altLang="en-US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ko" altLang="en-US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노드는 다음노드를 가르켜야하므로</a:t>
            </a:r>
            <a:r>
              <a:rPr lang="en-US" altLang="ko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" altLang="en-US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일반 변수로는 나타낼수 없다</a:t>
            </a:r>
            <a:r>
              <a:rPr lang="en-US" altLang="ko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rgbClr val="000000"/>
              </a:buClr>
              <a:buSzPts val="1400"/>
            </a:pPr>
            <a:r>
              <a:rPr lang="ko" altLang="en-US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트리구조를 감안하여 그림을 그리기 쉽게 한 줄에 두변수를 표기한다</a:t>
            </a:r>
            <a:r>
              <a:rPr lang="en-US" altLang="ko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4"/>
          <p:cNvSpPr txBox="1"/>
          <p:nvPr/>
        </p:nvSpPr>
        <p:spPr>
          <a:xfrm>
            <a:off x="1405132" y="5915533"/>
            <a:ext cx="11752000" cy="4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ko" altLang="en-US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참조</a:t>
            </a:r>
            <a:r>
              <a:rPr lang="en-US" altLang="ko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ko" altLang="en-US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해당메모리를 가르키고 접근할수있다</a:t>
            </a:r>
            <a:r>
              <a:rPr lang="en-US" altLang="ko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ko" altLang="en-US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동적할당된 노드를 동적할당된것을 참조한다</a:t>
            </a:r>
            <a:r>
              <a:rPr lang="en-US" altLang="ko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7" name="Google Shape;77;p14"/>
          <p:cNvGrpSpPr/>
          <p:nvPr/>
        </p:nvGrpSpPr>
        <p:grpSpPr>
          <a:xfrm>
            <a:off x="690100" y="5276433"/>
            <a:ext cx="10676368" cy="271200"/>
            <a:chOff x="4942250" y="1149375"/>
            <a:chExt cx="8007276" cy="203400"/>
          </a:xfrm>
        </p:grpSpPr>
        <p:cxnSp>
          <p:nvCxnSpPr>
            <p:cNvPr id="78" name="Google Shape;78;p14"/>
            <p:cNvCxnSpPr/>
            <p:nvPr/>
          </p:nvCxnSpPr>
          <p:spPr>
            <a:xfrm>
              <a:off x="4942250" y="1327275"/>
              <a:ext cx="542100" cy="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dash"/>
              <a:round/>
              <a:headEnd type="none" w="sm" len="sm"/>
              <a:tailEnd type="triangle" w="med" len="med"/>
            </a:ln>
          </p:spPr>
        </p:cxnSp>
        <p:sp>
          <p:nvSpPr>
            <p:cNvPr id="79" name="Google Shape;79;p14"/>
            <p:cNvSpPr txBox="1"/>
            <p:nvPr/>
          </p:nvSpPr>
          <p:spPr>
            <a:xfrm>
              <a:off x="5484326" y="1149375"/>
              <a:ext cx="7465200" cy="20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ko" altLang="en-US"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복사</a:t>
              </a:r>
              <a:r>
                <a:rPr lang="en-US" altLang="ko"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: </a:t>
              </a:r>
              <a:r>
                <a:rPr lang="ko" altLang="en-US"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다른 포인터가 참조값을 매개변수로  넘기거나</a:t>
              </a:r>
              <a:r>
                <a:rPr lang="en-US" altLang="ko"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, </a:t>
              </a:r>
              <a:r>
                <a:rPr lang="ko" altLang="en-US"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변수의 값을 복사하는데 사용된다</a:t>
              </a:r>
              <a:r>
                <a:rPr lang="en-US" altLang="ko" sz="18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80" name="Google Shape;80;p14"/>
          <p:cNvCxnSpPr/>
          <p:nvPr/>
        </p:nvCxnSpPr>
        <p:spPr>
          <a:xfrm>
            <a:off x="690100" y="6160951"/>
            <a:ext cx="7228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" name="그룹 1">
            <a:extLst>
              <a:ext uri="{FF2B5EF4-FFF2-40B4-BE49-F238E27FC236}">
                <a16:creationId xmlns:a16="http://schemas.microsoft.com/office/drawing/2014/main" id="{DBED8A40-7813-7C3E-4E13-7C7B260039DE}"/>
              </a:ext>
            </a:extLst>
          </p:cNvPr>
          <p:cNvGrpSpPr/>
          <p:nvPr/>
        </p:nvGrpSpPr>
        <p:grpSpPr>
          <a:xfrm>
            <a:off x="689533" y="3903800"/>
            <a:ext cx="1071600" cy="1118400"/>
            <a:chOff x="2576366" y="4663498"/>
            <a:chExt cx="1071600" cy="1118400"/>
          </a:xfrm>
        </p:grpSpPr>
        <p:grpSp>
          <p:nvGrpSpPr>
            <p:cNvPr id="3" name="Google Shape;65;p14">
              <a:extLst>
                <a:ext uri="{FF2B5EF4-FFF2-40B4-BE49-F238E27FC236}">
                  <a16:creationId xmlns:a16="http://schemas.microsoft.com/office/drawing/2014/main" id="{B14D91DB-8E67-060E-773C-09B45E12E710}"/>
                </a:ext>
              </a:extLst>
            </p:cNvPr>
            <p:cNvGrpSpPr/>
            <p:nvPr/>
          </p:nvGrpSpPr>
          <p:grpSpPr>
            <a:xfrm>
              <a:off x="2576366" y="4663498"/>
              <a:ext cx="1071600" cy="1118400"/>
              <a:chOff x="6538675" y="262075"/>
              <a:chExt cx="803700" cy="838800"/>
            </a:xfrm>
          </p:grpSpPr>
          <p:grpSp>
            <p:nvGrpSpPr>
              <p:cNvPr id="5" name="Google Shape;66;p14">
                <a:extLst>
                  <a:ext uri="{FF2B5EF4-FFF2-40B4-BE49-F238E27FC236}">
                    <a16:creationId xmlns:a16="http://schemas.microsoft.com/office/drawing/2014/main" id="{FDD0E640-F20F-3FC7-0240-445585A945E3}"/>
                  </a:ext>
                </a:extLst>
              </p:cNvPr>
              <p:cNvGrpSpPr/>
              <p:nvPr/>
            </p:nvGrpSpPr>
            <p:grpSpPr>
              <a:xfrm>
                <a:off x="6538675" y="262075"/>
                <a:ext cx="803700" cy="559200"/>
                <a:chOff x="725125" y="742575"/>
                <a:chExt cx="803700" cy="559200"/>
              </a:xfrm>
            </p:grpSpPr>
            <p:sp>
              <p:nvSpPr>
                <p:cNvPr id="7" name="Google Shape;67;p14">
                  <a:extLst>
                    <a:ext uri="{FF2B5EF4-FFF2-40B4-BE49-F238E27FC236}">
                      <a16:creationId xmlns:a16="http://schemas.microsoft.com/office/drawing/2014/main" id="{F2375843-8E3B-B3C4-B7E6-11E1BAF447BB}"/>
                    </a:ext>
                  </a:extLst>
                </p:cNvPr>
                <p:cNvSpPr/>
                <p:nvPr/>
              </p:nvSpPr>
              <p:spPr>
                <a:xfrm>
                  <a:off x="725125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ko" alt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동적할당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" name="Google Shape;68;p14">
                  <a:extLst>
                    <a:ext uri="{FF2B5EF4-FFF2-40B4-BE49-F238E27FC236}">
                      <a16:creationId xmlns:a16="http://schemas.microsoft.com/office/drawing/2014/main" id="{2383B0FD-A94E-494B-450B-A30F0CCDBFC2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altLang="ko" sz="1867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data</a:t>
                  </a:r>
                  <a:endParaRPr sz="1867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" name="Google Shape;69;p14">
                <a:extLst>
                  <a:ext uri="{FF2B5EF4-FFF2-40B4-BE49-F238E27FC236}">
                    <a16:creationId xmlns:a16="http://schemas.microsoft.com/office/drawing/2014/main" id="{11B2C9D1-CF26-D318-CB2A-FE280E068C5F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altLang="ko" sz="1067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pLeft</a:t>
                </a:r>
                <a:endParaRPr sz="106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" name="Google Shape;81;p14">
              <a:extLst>
                <a:ext uri="{FF2B5EF4-FFF2-40B4-BE49-F238E27FC236}">
                  <a16:creationId xmlns:a16="http://schemas.microsoft.com/office/drawing/2014/main" id="{D3FA53B6-B20E-03EF-F4DC-BA670B457513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altLang="ko" sz="1067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pRight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5D149E-D8BE-7891-8669-90639FB5D5BB}"/>
              </a:ext>
            </a:extLst>
          </p:cNvPr>
          <p:cNvSpPr txBox="1"/>
          <p:nvPr/>
        </p:nvSpPr>
        <p:spPr>
          <a:xfrm>
            <a:off x="266700" y="387866"/>
            <a:ext cx="447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이진트리</a:t>
            </a:r>
            <a:r>
              <a:rPr lang="ko-KR" altLang="en-US" dirty="0"/>
              <a:t> 생성</a:t>
            </a:r>
          </a:p>
        </p:txBody>
      </p:sp>
      <p:grpSp>
        <p:nvGrpSpPr>
          <p:cNvPr id="3" name="Google Shape;62;p14">
            <a:extLst>
              <a:ext uri="{FF2B5EF4-FFF2-40B4-BE49-F238E27FC236}">
                <a16:creationId xmlns:a16="http://schemas.microsoft.com/office/drawing/2014/main" id="{C45179E9-290F-71F7-27B7-2745D0EBEE96}"/>
              </a:ext>
            </a:extLst>
          </p:cNvPr>
          <p:cNvGrpSpPr/>
          <p:nvPr/>
        </p:nvGrpSpPr>
        <p:grpSpPr>
          <a:xfrm>
            <a:off x="753033" y="1219200"/>
            <a:ext cx="1071600" cy="745600"/>
            <a:chOff x="725125" y="742575"/>
            <a:chExt cx="803700" cy="559200"/>
          </a:xfrm>
        </p:grpSpPr>
        <p:sp>
          <p:nvSpPr>
            <p:cNvPr id="4" name="Google Shape;63;p14">
              <a:extLst>
                <a:ext uri="{FF2B5EF4-FFF2-40B4-BE49-F238E27FC236}">
                  <a16:creationId xmlns:a16="http://schemas.microsoft.com/office/drawing/2014/main" id="{7F215F09-2253-4FB9-1DCF-91C19269C5B0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pSeed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64;p14">
              <a:extLst>
                <a:ext uri="{FF2B5EF4-FFF2-40B4-BE49-F238E27FC236}">
                  <a16:creationId xmlns:a16="http://schemas.microsoft.com/office/drawing/2014/main" id="{F199C6A6-70F7-C808-16AB-2B1159FE98EE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altLang="ko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F8EAC694-3582-07F7-7E1C-0229E1C1F254}"/>
              </a:ext>
            </a:extLst>
          </p:cNvPr>
          <p:cNvSpPr txBox="1"/>
          <p:nvPr/>
        </p:nvSpPr>
        <p:spPr>
          <a:xfrm>
            <a:off x="266700" y="1219200"/>
            <a:ext cx="50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58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395792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85B78-0C3D-AA64-5687-E36F77E51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D7EB34-9FD3-1C40-A5D8-3FB17089C9E3}"/>
              </a:ext>
            </a:extLst>
          </p:cNvPr>
          <p:cNvSpPr txBox="1"/>
          <p:nvPr/>
        </p:nvSpPr>
        <p:spPr>
          <a:xfrm>
            <a:off x="266700" y="387866"/>
            <a:ext cx="447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이진트리</a:t>
            </a:r>
            <a:r>
              <a:rPr lang="ko-KR" altLang="en-US" dirty="0"/>
              <a:t> 생성</a:t>
            </a:r>
          </a:p>
        </p:txBody>
      </p:sp>
      <p:grpSp>
        <p:nvGrpSpPr>
          <p:cNvPr id="3" name="Google Shape;62;p14">
            <a:extLst>
              <a:ext uri="{FF2B5EF4-FFF2-40B4-BE49-F238E27FC236}">
                <a16:creationId xmlns:a16="http://schemas.microsoft.com/office/drawing/2014/main" id="{66521C63-EE74-470D-221F-C9714FA788FB}"/>
              </a:ext>
            </a:extLst>
          </p:cNvPr>
          <p:cNvGrpSpPr/>
          <p:nvPr/>
        </p:nvGrpSpPr>
        <p:grpSpPr>
          <a:xfrm>
            <a:off x="753033" y="1219200"/>
            <a:ext cx="1071600" cy="745600"/>
            <a:chOff x="725125" y="742575"/>
            <a:chExt cx="803700" cy="559200"/>
          </a:xfrm>
        </p:grpSpPr>
        <p:sp>
          <p:nvSpPr>
            <p:cNvPr id="4" name="Google Shape;63;p14">
              <a:extLst>
                <a:ext uri="{FF2B5EF4-FFF2-40B4-BE49-F238E27FC236}">
                  <a16:creationId xmlns:a16="http://schemas.microsoft.com/office/drawing/2014/main" id="{7049A803-5659-0486-E255-A0A1F0822EE1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pSeed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64;p14">
              <a:extLst>
                <a:ext uri="{FF2B5EF4-FFF2-40B4-BE49-F238E27FC236}">
                  <a16:creationId xmlns:a16="http://schemas.microsoft.com/office/drawing/2014/main" id="{E56027E2-7D26-62CA-FF70-020C53EB68C6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altLang="ko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7D624B48-B8A8-FCCA-9062-677BB7BFD089}"/>
              </a:ext>
            </a:extLst>
          </p:cNvPr>
          <p:cNvSpPr txBox="1"/>
          <p:nvPr/>
        </p:nvSpPr>
        <p:spPr>
          <a:xfrm>
            <a:off x="266700" y="1219200"/>
            <a:ext cx="50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58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BA0545-6880-C01C-6131-5540F3FB0907}"/>
              </a:ext>
            </a:extLst>
          </p:cNvPr>
          <p:cNvSpPr txBox="1"/>
          <p:nvPr/>
        </p:nvSpPr>
        <p:spPr>
          <a:xfrm>
            <a:off x="266700" y="2235200"/>
            <a:ext cx="406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60 Snode* </a:t>
            </a:r>
            <a:r>
              <a:rPr lang="en-US" altLang="ko-KR" dirty="0" err="1"/>
              <a:t>pParent</a:t>
            </a:r>
            <a:r>
              <a:rPr lang="en-US" altLang="ko-KR" dirty="0"/>
              <a:t> = </a:t>
            </a:r>
            <a:r>
              <a:rPr lang="en-US" altLang="ko-KR" dirty="0" err="1"/>
              <a:t>CreateNode</a:t>
            </a:r>
            <a:r>
              <a:rPr lang="en-US" altLang="ko-KR" dirty="0"/>
              <a:t>(10)</a:t>
            </a:r>
            <a:endParaRPr lang="ko-KR" altLang="en-US" dirty="0"/>
          </a:p>
        </p:txBody>
      </p:sp>
      <p:grpSp>
        <p:nvGrpSpPr>
          <p:cNvPr id="8" name="Google Shape;70;p14">
            <a:extLst>
              <a:ext uri="{FF2B5EF4-FFF2-40B4-BE49-F238E27FC236}">
                <a16:creationId xmlns:a16="http://schemas.microsoft.com/office/drawing/2014/main" id="{06A0D57F-DE0B-19EA-11DB-70752999F70F}"/>
              </a:ext>
            </a:extLst>
          </p:cNvPr>
          <p:cNvGrpSpPr/>
          <p:nvPr/>
        </p:nvGrpSpPr>
        <p:grpSpPr>
          <a:xfrm>
            <a:off x="2734233" y="3247732"/>
            <a:ext cx="1071600" cy="745600"/>
            <a:chOff x="725125" y="742575"/>
            <a:chExt cx="803700" cy="559200"/>
          </a:xfrm>
        </p:grpSpPr>
        <p:sp>
          <p:nvSpPr>
            <p:cNvPr id="9" name="Google Shape;71;p14">
              <a:extLst>
                <a:ext uri="{FF2B5EF4-FFF2-40B4-BE49-F238E27FC236}">
                  <a16:creationId xmlns:a16="http://schemas.microsoft.com/office/drawing/2014/main" id="{E45DE62F-F625-2112-8E49-590035C4E2D3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72;p14">
              <a:extLst>
                <a:ext uri="{FF2B5EF4-FFF2-40B4-BE49-F238E27FC236}">
                  <a16:creationId xmlns:a16="http://schemas.microsoft.com/office/drawing/2014/main" id="{05934EE0-6821-A992-788B-1E6E36C1B11F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1" name="Google Shape;324;p23">
            <a:extLst>
              <a:ext uri="{FF2B5EF4-FFF2-40B4-BE49-F238E27FC236}">
                <a16:creationId xmlns:a16="http://schemas.microsoft.com/office/drawing/2014/main" id="{25CF54D3-F619-C203-FE65-D781A10B2CEA}"/>
              </a:ext>
            </a:extLst>
          </p:cNvPr>
          <p:cNvCxnSpPr>
            <a:cxnSpLocks/>
          </p:cNvCxnSpPr>
          <p:nvPr/>
        </p:nvCxnSpPr>
        <p:spPr>
          <a:xfrm>
            <a:off x="6849760" y="544531"/>
            <a:ext cx="176084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13" name="Google Shape;129;p15">
            <a:extLst>
              <a:ext uri="{FF2B5EF4-FFF2-40B4-BE49-F238E27FC236}">
                <a16:creationId xmlns:a16="http://schemas.microsoft.com/office/drawing/2014/main" id="{65890462-2830-FC43-A6E3-5361D63BF276}"/>
              </a:ext>
            </a:extLst>
          </p:cNvPr>
          <p:cNvCxnSpPr>
            <a:cxnSpLocks/>
          </p:cNvCxnSpPr>
          <p:nvPr/>
        </p:nvCxnSpPr>
        <p:spPr>
          <a:xfrm>
            <a:off x="9046860" y="544531"/>
            <a:ext cx="176084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6" name="Google Shape;324;p23">
            <a:extLst>
              <a:ext uri="{FF2B5EF4-FFF2-40B4-BE49-F238E27FC236}">
                <a16:creationId xmlns:a16="http://schemas.microsoft.com/office/drawing/2014/main" id="{9D7B027F-09B5-14F9-95DD-1CC4D0450D8C}"/>
              </a:ext>
            </a:extLst>
          </p:cNvPr>
          <p:cNvCxnSpPr>
            <a:cxnSpLocks/>
            <a:endCxn id="10" idx="0"/>
          </p:cNvCxnSpPr>
          <p:nvPr/>
        </p:nvCxnSpPr>
        <p:spPr>
          <a:xfrm flipH="1">
            <a:off x="3270033" y="2604532"/>
            <a:ext cx="755867" cy="101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70426BE-9657-BACD-E70C-537309CA3968}"/>
              </a:ext>
            </a:extLst>
          </p:cNvPr>
          <p:cNvSpPr txBox="1"/>
          <p:nvPr/>
        </p:nvSpPr>
        <p:spPr>
          <a:xfrm>
            <a:off x="3915333" y="2789198"/>
            <a:ext cx="50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18</a:t>
            </a:r>
          </a:p>
        </p:txBody>
      </p:sp>
      <p:grpSp>
        <p:nvGrpSpPr>
          <p:cNvPr id="21" name="Google Shape;62;p14">
            <a:extLst>
              <a:ext uri="{FF2B5EF4-FFF2-40B4-BE49-F238E27FC236}">
                <a16:creationId xmlns:a16="http://schemas.microsoft.com/office/drawing/2014/main" id="{DDD196B2-993F-37B7-3184-4420DEAACE67}"/>
              </a:ext>
            </a:extLst>
          </p:cNvPr>
          <p:cNvGrpSpPr/>
          <p:nvPr/>
        </p:nvGrpSpPr>
        <p:grpSpPr>
          <a:xfrm>
            <a:off x="753033" y="4478832"/>
            <a:ext cx="1071600" cy="745600"/>
            <a:chOff x="725125" y="742575"/>
            <a:chExt cx="803700" cy="559200"/>
          </a:xfrm>
        </p:grpSpPr>
        <p:sp>
          <p:nvSpPr>
            <p:cNvPr id="22" name="Google Shape;63;p14">
              <a:extLst>
                <a:ext uri="{FF2B5EF4-FFF2-40B4-BE49-F238E27FC236}">
                  <a16:creationId xmlns:a16="http://schemas.microsoft.com/office/drawing/2014/main" id="{F1266DA7-A428-8A77-FCF9-B916A49353A3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pTemp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64;p14">
              <a:extLst>
                <a:ext uri="{FF2B5EF4-FFF2-40B4-BE49-F238E27FC236}">
                  <a16:creationId xmlns:a16="http://schemas.microsoft.com/office/drawing/2014/main" id="{6635D175-18AA-8362-DFE3-F817D3561836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1AFA86D4-6758-0659-E637-80CBEE3B7FD4}"/>
              </a:ext>
            </a:extLst>
          </p:cNvPr>
          <p:cNvSpPr txBox="1"/>
          <p:nvPr/>
        </p:nvSpPr>
        <p:spPr>
          <a:xfrm>
            <a:off x="1931117" y="4706832"/>
            <a:ext cx="50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20</a:t>
            </a: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A998AE2C-860F-0451-5C06-9298B12431FB}"/>
              </a:ext>
            </a:extLst>
          </p:cNvPr>
          <p:cNvGrpSpPr/>
          <p:nvPr/>
        </p:nvGrpSpPr>
        <p:grpSpPr>
          <a:xfrm>
            <a:off x="2573401" y="5038032"/>
            <a:ext cx="1071603" cy="1118400"/>
            <a:chOff x="2576366" y="4663498"/>
            <a:chExt cx="1071603" cy="1118400"/>
          </a:xfrm>
        </p:grpSpPr>
        <p:grpSp>
          <p:nvGrpSpPr>
            <p:cNvPr id="38" name="Google Shape;65;p14">
              <a:extLst>
                <a:ext uri="{FF2B5EF4-FFF2-40B4-BE49-F238E27FC236}">
                  <a16:creationId xmlns:a16="http://schemas.microsoft.com/office/drawing/2014/main" id="{748D5C77-3D3E-3251-D1F8-55F2B3A77058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39" name="Google Shape;66;p14">
                <a:extLst>
                  <a:ext uri="{FF2B5EF4-FFF2-40B4-BE49-F238E27FC236}">
                    <a16:creationId xmlns:a16="http://schemas.microsoft.com/office/drawing/2014/main" id="{14CF1478-5805-C781-C631-B1DDF8BC01E3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41" name="Google Shape;67;p14">
                  <a:extLst>
                    <a:ext uri="{FF2B5EF4-FFF2-40B4-BE49-F238E27FC236}">
                      <a16:creationId xmlns:a16="http://schemas.microsoft.com/office/drawing/2014/main" id="{A31D53F2-24B3-724B-587D-FCE3FA423D0A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0x01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" name="Google Shape;68;p14">
                  <a:extLst>
                    <a:ext uri="{FF2B5EF4-FFF2-40B4-BE49-F238E27FC236}">
                      <a16:creationId xmlns:a16="http://schemas.microsoft.com/office/drawing/2014/main" id="{C222A69D-6E0A-DB69-72B2-53A8A226DDAE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" name="Google Shape;69;p14">
                <a:extLst>
                  <a:ext uri="{FF2B5EF4-FFF2-40B4-BE49-F238E27FC236}">
                    <a16:creationId xmlns:a16="http://schemas.microsoft.com/office/drawing/2014/main" id="{AF144D11-7872-6F2E-027D-64D4D19C9D5A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4" name="Google Shape;81;p14">
              <a:extLst>
                <a:ext uri="{FF2B5EF4-FFF2-40B4-BE49-F238E27FC236}">
                  <a16:creationId xmlns:a16="http://schemas.microsoft.com/office/drawing/2014/main" id="{99B9FAA5-9DA6-3F57-0B2F-B3917A2C0DB2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6" name="Google Shape;324;p23">
            <a:extLst>
              <a:ext uri="{FF2B5EF4-FFF2-40B4-BE49-F238E27FC236}">
                <a16:creationId xmlns:a16="http://schemas.microsoft.com/office/drawing/2014/main" id="{3539BBB8-1536-CDA8-D18B-0B2AAC922F6E}"/>
              </a:ext>
            </a:extLst>
          </p:cNvPr>
          <p:cNvCxnSpPr>
            <a:cxnSpLocks/>
            <a:stCxn id="41" idx="1"/>
            <a:endCxn id="22" idx="2"/>
          </p:cNvCxnSpPr>
          <p:nvPr/>
        </p:nvCxnSpPr>
        <p:spPr>
          <a:xfrm flipH="1" flipV="1">
            <a:off x="1288833" y="4851632"/>
            <a:ext cx="1284568" cy="372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72" name="Google Shape;129;p15">
            <a:extLst>
              <a:ext uri="{FF2B5EF4-FFF2-40B4-BE49-F238E27FC236}">
                <a16:creationId xmlns:a16="http://schemas.microsoft.com/office/drawing/2014/main" id="{AF5C36A2-8DF2-F44A-FC31-2CA377E7958B}"/>
              </a:ext>
            </a:extLst>
          </p:cNvPr>
          <p:cNvCxnSpPr>
            <a:cxnSpLocks/>
            <a:stCxn id="23" idx="3"/>
            <a:endCxn id="41" idx="1"/>
          </p:cNvCxnSpPr>
          <p:nvPr/>
        </p:nvCxnSpPr>
        <p:spPr>
          <a:xfrm>
            <a:off x="1824633" y="5038032"/>
            <a:ext cx="748768" cy="1864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5" name="Google Shape;324;p23">
            <a:extLst>
              <a:ext uri="{FF2B5EF4-FFF2-40B4-BE49-F238E27FC236}">
                <a16:creationId xmlns:a16="http://schemas.microsoft.com/office/drawing/2014/main" id="{A68644C2-3237-F6B5-EA3D-7FE0BAF68F64}"/>
              </a:ext>
            </a:extLst>
          </p:cNvPr>
          <p:cNvCxnSpPr>
            <a:cxnSpLocks/>
            <a:stCxn id="10" idx="2"/>
            <a:endCxn id="42" idx="0"/>
          </p:cNvCxnSpPr>
          <p:nvPr/>
        </p:nvCxnSpPr>
        <p:spPr>
          <a:xfrm flipH="1">
            <a:off x="3109204" y="3993332"/>
            <a:ext cx="160829" cy="1417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DC1C5509-9864-9795-F57C-A3E90809F71F}"/>
              </a:ext>
            </a:extLst>
          </p:cNvPr>
          <p:cNvSpPr txBox="1"/>
          <p:nvPr/>
        </p:nvSpPr>
        <p:spPr>
          <a:xfrm>
            <a:off x="3228917" y="4374628"/>
            <a:ext cx="50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21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03A259B-8000-76AD-3B5C-C1FBD7C59A75}"/>
              </a:ext>
            </a:extLst>
          </p:cNvPr>
          <p:cNvSpPr txBox="1"/>
          <p:nvPr/>
        </p:nvSpPr>
        <p:spPr>
          <a:xfrm>
            <a:off x="3695266" y="5830228"/>
            <a:ext cx="864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22, 23</a:t>
            </a:r>
          </a:p>
        </p:txBody>
      </p:sp>
    </p:spTree>
    <p:extLst>
      <p:ext uri="{BB962C8B-B14F-4D97-AF65-F5344CB8AC3E}">
        <p14:creationId xmlns:p14="http://schemas.microsoft.com/office/powerpoint/2010/main" val="13155574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0534B-C2F3-99FE-204B-922B3B9B2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07551C-132B-56A3-3A8C-056B3D67C4D9}"/>
              </a:ext>
            </a:extLst>
          </p:cNvPr>
          <p:cNvSpPr txBox="1"/>
          <p:nvPr/>
        </p:nvSpPr>
        <p:spPr>
          <a:xfrm>
            <a:off x="266700" y="387866"/>
            <a:ext cx="447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이진트리</a:t>
            </a:r>
            <a:r>
              <a:rPr lang="ko-KR" altLang="en-US" dirty="0"/>
              <a:t> 생성</a:t>
            </a:r>
          </a:p>
        </p:txBody>
      </p:sp>
      <p:grpSp>
        <p:nvGrpSpPr>
          <p:cNvPr id="3" name="Google Shape;62;p14">
            <a:extLst>
              <a:ext uri="{FF2B5EF4-FFF2-40B4-BE49-F238E27FC236}">
                <a16:creationId xmlns:a16="http://schemas.microsoft.com/office/drawing/2014/main" id="{ED2A8DE7-81D2-0390-B614-B1F3ADE270B1}"/>
              </a:ext>
            </a:extLst>
          </p:cNvPr>
          <p:cNvGrpSpPr/>
          <p:nvPr/>
        </p:nvGrpSpPr>
        <p:grpSpPr>
          <a:xfrm>
            <a:off x="753033" y="1219200"/>
            <a:ext cx="1071600" cy="745600"/>
            <a:chOff x="725125" y="742575"/>
            <a:chExt cx="803700" cy="559200"/>
          </a:xfrm>
        </p:grpSpPr>
        <p:sp>
          <p:nvSpPr>
            <p:cNvPr id="4" name="Google Shape;63;p14">
              <a:extLst>
                <a:ext uri="{FF2B5EF4-FFF2-40B4-BE49-F238E27FC236}">
                  <a16:creationId xmlns:a16="http://schemas.microsoft.com/office/drawing/2014/main" id="{CDA01F63-FE62-A8E0-CF9D-2C77119C4F59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pSeed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64;p14">
              <a:extLst>
                <a:ext uri="{FF2B5EF4-FFF2-40B4-BE49-F238E27FC236}">
                  <a16:creationId xmlns:a16="http://schemas.microsoft.com/office/drawing/2014/main" id="{075707A8-70BF-B969-E7CA-DEB27F6693B2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altLang="ko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CE23E4D2-5F74-E88A-44F4-4B948C2309AA}"/>
              </a:ext>
            </a:extLst>
          </p:cNvPr>
          <p:cNvSpPr txBox="1"/>
          <p:nvPr/>
        </p:nvSpPr>
        <p:spPr>
          <a:xfrm>
            <a:off x="266700" y="1219200"/>
            <a:ext cx="50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58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00F8CC-2FCF-48B0-1388-7D1CD26C67B7}"/>
              </a:ext>
            </a:extLst>
          </p:cNvPr>
          <p:cNvSpPr txBox="1"/>
          <p:nvPr/>
        </p:nvSpPr>
        <p:spPr>
          <a:xfrm>
            <a:off x="266700" y="2235200"/>
            <a:ext cx="406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60 Snode* </a:t>
            </a:r>
            <a:r>
              <a:rPr lang="en-US" altLang="ko-KR" dirty="0" err="1"/>
              <a:t>pParent</a:t>
            </a:r>
            <a:r>
              <a:rPr lang="en-US" altLang="ko-KR" dirty="0"/>
              <a:t> = </a:t>
            </a:r>
            <a:r>
              <a:rPr lang="en-US" altLang="ko-KR" dirty="0" err="1"/>
              <a:t>CreateNode</a:t>
            </a:r>
            <a:r>
              <a:rPr lang="en-US" altLang="ko-KR" dirty="0"/>
              <a:t>(10)</a:t>
            </a:r>
            <a:endParaRPr lang="ko-KR" altLang="en-US" dirty="0"/>
          </a:p>
        </p:txBody>
      </p:sp>
      <p:grpSp>
        <p:nvGrpSpPr>
          <p:cNvPr id="8" name="Google Shape;70;p14">
            <a:extLst>
              <a:ext uri="{FF2B5EF4-FFF2-40B4-BE49-F238E27FC236}">
                <a16:creationId xmlns:a16="http://schemas.microsoft.com/office/drawing/2014/main" id="{3355AA4D-BABE-0E9F-1B2F-2DE26C5B4602}"/>
              </a:ext>
            </a:extLst>
          </p:cNvPr>
          <p:cNvGrpSpPr/>
          <p:nvPr/>
        </p:nvGrpSpPr>
        <p:grpSpPr>
          <a:xfrm>
            <a:off x="2734233" y="3247732"/>
            <a:ext cx="1071600" cy="745600"/>
            <a:chOff x="725125" y="742575"/>
            <a:chExt cx="803700" cy="559200"/>
          </a:xfrm>
        </p:grpSpPr>
        <p:sp>
          <p:nvSpPr>
            <p:cNvPr id="9" name="Google Shape;71;p14">
              <a:extLst>
                <a:ext uri="{FF2B5EF4-FFF2-40B4-BE49-F238E27FC236}">
                  <a16:creationId xmlns:a16="http://schemas.microsoft.com/office/drawing/2014/main" id="{DC7AD651-CF1F-9C6A-4CEA-0F0FB40F44DB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72;p14">
              <a:extLst>
                <a:ext uri="{FF2B5EF4-FFF2-40B4-BE49-F238E27FC236}">
                  <a16:creationId xmlns:a16="http://schemas.microsoft.com/office/drawing/2014/main" id="{91F2B994-9B0C-C57B-6D2A-67A2B20FD78F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1" name="Google Shape;324;p23">
            <a:extLst>
              <a:ext uri="{FF2B5EF4-FFF2-40B4-BE49-F238E27FC236}">
                <a16:creationId xmlns:a16="http://schemas.microsoft.com/office/drawing/2014/main" id="{41446375-A1F2-7614-8B0A-15501F110533}"/>
              </a:ext>
            </a:extLst>
          </p:cNvPr>
          <p:cNvCxnSpPr>
            <a:cxnSpLocks/>
          </p:cNvCxnSpPr>
          <p:nvPr/>
        </p:nvCxnSpPr>
        <p:spPr>
          <a:xfrm>
            <a:off x="6849760" y="544531"/>
            <a:ext cx="176084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13" name="Google Shape;129;p15">
            <a:extLst>
              <a:ext uri="{FF2B5EF4-FFF2-40B4-BE49-F238E27FC236}">
                <a16:creationId xmlns:a16="http://schemas.microsoft.com/office/drawing/2014/main" id="{57DC2B9B-6C9F-D324-4FD1-3DCE7518708C}"/>
              </a:ext>
            </a:extLst>
          </p:cNvPr>
          <p:cNvCxnSpPr>
            <a:cxnSpLocks/>
          </p:cNvCxnSpPr>
          <p:nvPr/>
        </p:nvCxnSpPr>
        <p:spPr>
          <a:xfrm>
            <a:off x="9046860" y="544531"/>
            <a:ext cx="176084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6" name="Google Shape;324;p23">
            <a:extLst>
              <a:ext uri="{FF2B5EF4-FFF2-40B4-BE49-F238E27FC236}">
                <a16:creationId xmlns:a16="http://schemas.microsoft.com/office/drawing/2014/main" id="{2E123BBA-1ED1-3E42-3FAD-98B204CF575B}"/>
              </a:ext>
            </a:extLst>
          </p:cNvPr>
          <p:cNvCxnSpPr>
            <a:cxnSpLocks/>
            <a:endCxn id="10" idx="0"/>
          </p:cNvCxnSpPr>
          <p:nvPr/>
        </p:nvCxnSpPr>
        <p:spPr>
          <a:xfrm flipH="1">
            <a:off x="3270033" y="2604532"/>
            <a:ext cx="755867" cy="101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grpSp>
        <p:nvGrpSpPr>
          <p:cNvPr id="21" name="Google Shape;62;p14">
            <a:extLst>
              <a:ext uri="{FF2B5EF4-FFF2-40B4-BE49-F238E27FC236}">
                <a16:creationId xmlns:a16="http://schemas.microsoft.com/office/drawing/2014/main" id="{4586E3E7-1524-9D1F-A1C9-B8A762533C1A}"/>
              </a:ext>
            </a:extLst>
          </p:cNvPr>
          <p:cNvGrpSpPr/>
          <p:nvPr/>
        </p:nvGrpSpPr>
        <p:grpSpPr>
          <a:xfrm>
            <a:off x="753033" y="4478832"/>
            <a:ext cx="1071600" cy="745600"/>
            <a:chOff x="725125" y="742575"/>
            <a:chExt cx="803700" cy="559200"/>
          </a:xfrm>
        </p:grpSpPr>
        <p:sp>
          <p:nvSpPr>
            <p:cNvPr id="22" name="Google Shape;63;p14">
              <a:extLst>
                <a:ext uri="{FF2B5EF4-FFF2-40B4-BE49-F238E27FC236}">
                  <a16:creationId xmlns:a16="http://schemas.microsoft.com/office/drawing/2014/main" id="{A1272606-2874-4C9F-7A00-5121D569A8B1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pTemp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64;p14">
              <a:extLst>
                <a:ext uri="{FF2B5EF4-FFF2-40B4-BE49-F238E27FC236}">
                  <a16:creationId xmlns:a16="http://schemas.microsoft.com/office/drawing/2014/main" id="{E64B77FB-4259-9B46-6986-F2DF49971744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AF44FE50-8500-4223-F1F3-ECC7EC9F1D9E}"/>
              </a:ext>
            </a:extLst>
          </p:cNvPr>
          <p:cNvGrpSpPr/>
          <p:nvPr/>
        </p:nvGrpSpPr>
        <p:grpSpPr>
          <a:xfrm>
            <a:off x="2573401" y="5038032"/>
            <a:ext cx="1071603" cy="1118400"/>
            <a:chOff x="2576366" y="4663498"/>
            <a:chExt cx="1071603" cy="1118400"/>
          </a:xfrm>
        </p:grpSpPr>
        <p:grpSp>
          <p:nvGrpSpPr>
            <p:cNvPr id="38" name="Google Shape;65;p14">
              <a:extLst>
                <a:ext uri="{FF2B5EF4-FFF2-40B4-BE49-F238E27FC236}">
                  <a16:creationId xmlns:a16="http://schemas.microsoft.com/office/drawing/2014/main" id="{869E78A8-B5C6-EDF3-6B1C-F39D225EFDD6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39" name="Google Shape;66;p14">
                <a:extLst>
                  <a:ext uri="{FF2B5EF4-FFF2-40B4-BE49-F238E27FC236}">
                    <a16:creationId xmlns:a16="http://schemas.microsoft.com/office/drawing/2014/main" id="{8A7F62AE-E754-5D1D-D21B-17D62233E2D7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41" name="Google Shape;67;p14">
                  <a:extLst>
                    <a:ext uri="{FF2B5EF4-FFF2-40B4-BE49-F238E27FC236}">
                      <a16:creationId xmlns:a16="http://schemas.microsoft.com/office/drawing/2014/main" id="{54CD0324-1361-92DB-89CE-4B841FCBD583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0x01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" name="Google Shape;68;p14">
                  <a:extLst>
                    <a:ext uri="{FF2B5EF4-FFF2-40B4-BE49-F238E27FC236}">
                      <a16:creationId xmlns:a16="http://schemas.microsoft.com/office/drawing/2014/main" id="{880E9374-C2B4-B1D6-6229-0673BD43EEFA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" name="Google Shape;69;p14">
                <a:extLst>
                  <a:ext uri="{FF2B5EF4-FFF2-40B4-BE49-F238E27FC236}">
                    <a16:creationId xmlns:a16="http://schemas.microsoft.com/office/drawing/2014/main" id="{1E5721D3-46DD-414D-B21A-96D868CCF6AD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4" name="Google Shape;81;p14">
              <a:extLst>
                <a:ext uri="{FF2B5EF4-FFF2-40B4-BE49-F238E27FC236}">
                  <a16:creationId xmlns:a16="http://schemas.microsoft.com/office/drawing/2014/main" id="{5170F8DC-8584-5ACF-A75B-05A72F50BECF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72" name="Google Shape;129;p15">
            <a:extLst>
              <a:ext uri="{FF2B5EF4-FFF2-40B4-BE49-F238E27FC236}">
                <a16:creationId xmlns:a16="http://schemas.microsoft.com/office/drawing/2014/main" id="{9F708941-6CDC-954B-4DB3-4A84F4AF8831}"/>
              </a:ext>
            </a:extLst>
          </p:cNvPr>
          <p:cNvCxnSpPr>
            <a:cxnSpLocks/>
            <a:stCxn id="23" idx="3"/>
            <a:endCxn id="41" idx="1"/>
          </p:cNvCxnSpPr>
          <p:nvPr/>
        </p:nvCxnSpPr>
        <p:spPr>
          <a:xfrm>
            <a:off x="1824633" y="5038032"/>
            <a:ext cx="748768" cy="1864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12" name="Google Shape;62;p14">
            <a:extLst>
              <a:ext uri="{FF2B5EF4-FFF2-40B4-BE49-F238E27FC236}">
                <a16:creationId xmlns:a16="http://schemas.microsoft.com/office/drawing/2014/main" id="{21B0A365-58D8-74FD-CAF3-F7C76D8EB63C}"/>
              </a:ext>
            </a:extLst>
          </p:cNvPr>
          <p:cNvGrpSpPr/>
          <p:nvPr/>
        </p:nvGrpSpPr>
        <p:grpSpPr>
          <a:xfrm>
            <a:off x="2734233" y="1219200"/>
            <a:ext cx="1071600" cy="745600"/>
            <a:chOff x="725125" y="742575"/>
            <a:chExt cx="803700" cy="559200"/>
          </a:xfrm>
        </p:grpSpPr>
        <p:sp>
          <p:nvSpPr>
            <p:cNvPr id="14" name="Google Shape;63;p14">
              <a:extLst>
                <a:ext uri="{FF2B5EF4-FFF2-40B4-BE49-F238E27FC236}">
                  <a16:creationId xmlns:a16="http://schemas.microsoft.com/office/drawing/2014/main" id="{F7B468D9-268F-5C14-48DB-8D3CD83F1108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pParent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64;p14">
              <a:extLst>
                <a:ext uri="{FF2B5EF4-FFF2-40B4-BE49-F238E27FC236}">
                  <a16:creationId xmlns:a16="http://schemas.microsoft.com/office/drawing/2014/main" id="{94C87B18-A09B-AD8D-7EDE-B859FE60DFAE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7" name="Google Shape;324;p23">
            <a:extLst>
              <a:ext uri="{FF2B5EF4-FFF2-40B4-BE49-F238E27FC236}">
                <a16:creationId xmlns:a16="http://schemas.microsoft.com/office/drawing/2014/main" id="{97602A39-57B6-801B-944C-4C929CC2FD24}"/>
              </a:ext>
            </a:extLst>
          </p:cNvPr>
          <p:cNvCxnSpPr>
            <a:cxnSpLocks/>
            <a:stCxn id="22" idx="2"/>
            <a:endCxn id="14" idx="2"/>
          </p:cNvCxnSpPr>
          <p:nvPr/>
        </p:nvCxnSpPr>
        <p:spPr>
          <a:xfrm flipV="1">
            <a:off x="1288833" y="1592000"/>
            <a:ext cx="1981200" cy="3259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24" name="Google Shape;129;p15">
            <a:extLst>
              <a:ext uri="{FF2B5EF4-FFF2-40B4-BE49-F238E27FC236}">
                <a16:creationId xmlns:a16="http://schemas.microsoft.com/office/drawing/2014/main" id="{79101966-35E8-73BB-6020-09A4D415DF34}"/>
              </a:ext>
            </a:extLst>
          </p:cNvPr>
          <p:cNvCxnSpPr>
            <a:cxnSpLocks/>
            <a:stCxn id="15" idx="2"/>
            <a:endCxn id="41" idx="1"/>
          </p:cNvCxnSpPr>
          <p:nvPr/>
        </p:nvCxnSpPr>
        <p:spPr>
          <a:xfrm flipH="1">
            <a:off x="2573401" y="1964800"/>
            <a:ext cx="696632" cy="325963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09C079CD-EB8F-0C62-8026-EFA7292D9C46}"/>
              </a:ext>
            </a:extLst>
          </p:cNvPr>
          <p:cNvSpPr txBox="1"/>
          <p:nvPr/>
        </p:nvSpPr>
        <p:spPr>
          <a:xfrm>
            <a:off x="1348068" y="3244334"/>
            <a:ext cx="920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24-60</a:t>
            </a:r>
          </a:p>
        </p:txBody>
      </p:sp>
    </p:spTree>
    <p:extLst>
      <p:ext uri="{BB962C8B-B14F-4D97-AF65-F5344CB8AC3E}">
        <p14:creationId xmlns:p14="http://schemas.microsoft.com/office/powerpoint/2010/main" val="3200876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6ADA9-7E68-37F4-DABC-6CA3FCB7F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DD3B17-CFAB-FA85-6331-B49BD3450E76}"/>
              </a:ext>
            </a:extLst>
          </p:cNvPr>
          <p:cNvSpPr txBox="1"/>
          <p:nvPr/>
        </p:nvSpPr>
        <p:spPr>
          <a:xfrm>
            <a:off x="266700" y="387866"/>
            <a:ext cx="447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이진트리</a:t>
            </a:r>
            <a:r>
              <a:rPr lang="ko-KR" altLang="en-US" dirty="0"/>
              <a:t> 생성</a:t>
            </a:r>
          </a:p>
        </p:txBody>
      </p:sp>
      <p:grpSp>
        <p:nvGrpSpPr>
          <p:cNvPr id="3" name="Google Shape;62;p14">
            <a:extLst>
              <a:ext uri="{FF2B5EF4-FFF2-40B4-BE49-F238E27FC236}">
                <a16:creationId xmlns:a16="http://schemas.microsoft.com/office/drawing/2014/main" id="{94C78DB6-0179-ED2B-1747-C7E56DD30C5D}"/>
              </a:ext>
            </a:extLst>
          </p:cNvPr>
          <p:cNvGrpSpPr/>
          <p:nvPr/>
        </p:nvGrpSpPr>
        <p:grpSpPr>
          <a:xfrm>
            <a:off x="753033" y="1219200"/>
            <a:ext cx="1071600" cy="745600"/>
            <a:chOff x="725125" y="742575"/>
            <a:chExt cx="803700" cy="559200"/>
          </a:xfrm>
        </p:grpSpPr>
        <p:sp>
          <p:nvSpPr>
            <p:cNvPr id="4" name="Google Shape;63;p14">
              <a:extLst>
                <a:ext uri="{FF2B5EF4-FFF2-40B4-BE49-F238E27FC236}">
                  <a16:creationId xmlns:a16="http://schemas.microsoft.com/office/drawing/2014/main" id="{B4E03489-05E3-422D-BD7D-BE82B4BAB98D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pSeed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64;p14">
              <a:extLst>
                <a:ext uri="{FF2B5EF4-FFF2-40B4-BE49-F238E27FC236}">
                  <a16:creationId xmlns:a16="http://schemas.microsoft.com/office/drawing/2014/main" id="{B08AEC8F-2A1B-CD1F-D26F-87F6DB5F113A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altLang="ko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28A7C7DD-AD1F-B42D-4632-A780AEF3E607}"/>
              </a:ext>
            </a:extLst>
          </p:cNvPr>
          <p:cNvSpPr txBox="1"/>
          <p:nvPr/>
        </p:nvSpPr>
        <p:spPr>
          <a:xfrm>
            <a:off x="266700" y="1219200"/>
            <a:ext cx="50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58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F9EE12-0066-3F34-07EE-5024562C6726}"/>
              </a:ext>
            </a:extLst>
          </p:cNvPr>
          <p:cNvSpPr txBox="1"/>
          <p:nvPr/>
        </p:nvSpPr>
        <p:spPr>
          <a:xfrm>
            <a:off x="266700" y="2235200"/>
            <a:ext cx="406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61 Snode* </a:t>
            </a:r>
            <a:r>
              <a:rPr lang="en-US" altLang="ko-KR" dirty="0" err="1"/>
              <a:t>pLeft</a:t>
            </a:r>
            <a:r>
              <a:rPr lang="en-US" altLang="ko-KR" dirty="0"/>
              <a:t> = </a:t>
            </a:r>
            <a:r>
              <a:rPr lang="en-US" altLang="ko-KR" dirty="0" err="1"/>
              <a:t>CreateNode</a:t>
            </a:r>
            <a:r>
              <a:rPr lang="en-US" altLang="ko-KR" dirty="0"/>
              <a:t>(20)</a:t>
            </a:r>
            <a:endParaRPr lang="ko-KR" altLang="en-US" dirty="0"/>
          </a:p>
        </p:txBody>
      </p:sp>
      <p:grpSp>
        <p:nvGrpSpPr>
          <p:cNvPr id="8" name="Google Shape;70;p14">
            <a:extLst>
              <a:ext uri="{FF2B5EF4-FFF2-40B4-BE49-F238E27FC236}">
                <a16:creationId xmlns:a16="http://schemas.microsoft.com/office/drawing/2014/main" id="{BA7DC53A-8443-CA32-3D00-6F4455C76E29}"/>
              </a:ext>
            </a:extLst>
          </p:cNvPr>
          <p:cNvGrpSpPr/>
          <p:nvPr/>
        </p:nvGrpSpPr>
        <p:grpSpPr>
          <a:xfrm>
            <a:off x="2734233" y="3247732"/>
            <a:ext cx="1071600" cy="745600"/>
            <a:chOff x="725125" y="742575"/>
            <a:chExt cx="803700" cy="559200"/>
          </a:xfrm>
        </p:grpSpPr>
        <p:sp>
          <p:nvSpPr>
            <p:cNvPr id="9" name="Google Shape;71;p14">
              <a:extLst>
                <a:ext uri="{FF2B5EF4-FFF2-40B4-BE49-F238E27FC236}">
                  <a16:creationId xmlns:a16="http://schemas.microsoft.com/office/drawing/2014/main" id="{99C4412E-0F86-89B7-AF7A-62EE79AF3BB1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72;p14">
              <a:extLst>
                <a:ext uri="{FF2B5EF4-FFF2-40B4-BE49-F238E27FC236}">
                  <a16:creationId xmlns:a16="http://schemas.microsoft.com/office/drawing/2014/main" id="{552D9894-AB79-FA39-FA2C-4E766595C155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20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1" name="Google Shape;324;p23">
            <a:extLst>
              <a:ext uri="{FF2B5EF4-FFF2-40B4-BE49-F238E27FC236}">
                <a16:creationId xmlns:a16="http://schemas.microsoft.com/office/drawing/2014/main" id="{CE6B75E0-601B-082F-2FA3-DFF78E04BE4D}"/>
              </a:ext>
            </a:extLst>
          </p:cNvPr>
          <p:cNvCxnSpPr>
            <a:cxnSpLocks/>
          </p:cNvCxnSpPr>
          <p:nvPr/>
        </p:nvCxnSpPr>
        <p:spPr>
          <a:xfrm>
            <a:off x="6849760" y="544531"/>
            <a:ext cx="176084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13" name="Google Shape;129;p15">
            <a:extLst>
              <a:ext uri="{FF2B5EF4-FFF2-40B4-BE49-F238E27FC236}">
                <a16:creationId xmlns:a16="http://schemas.microsoft.com/office/drawing/2014/main" id="{9BAB1686-DD57-74BF-CD81-CBBCF89669FF}"/>
              </a:ext>
            </a:extLst>
          </p:cNvPr>
          <p:cNvCxnSpPr>
            <a:cxnSpLocks/>
          </p:cNvCxnSpPr>
          <p:nvPr/>
        </p:nvCxnSpPr>
        <p:spPr>
          <a:xfrm>
            <a:off x="9046860" y="544531"/>
            <a:ext cx="176084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6" name="Google Shape;324;p23">
            <a:extLst>
              <a:ext uri="{FF2B5EF4-FFF2-40B4-BE49-F238E27FC236}">
                <a16:creationId xmlns:a16="http://schemas.microsoft.com/office/drawing/2014/main" id="{6E39E046-0DA2-F42A-016A-B30792DF5062}"/>
              </a:ext>
            </a:extLst>
          </p:cNvPr>
          <p:cNvCxnSpPr>
            <a:cxnSpLocks/>
            <a:endCxn id="10" idx="0"/>
          </p:cNvCxnSpPr>
          <p:nvPr/>
        </p:nvCxnSpPr>
        <p:spPr>
          <a:xfrm flipH="1">
            <a:off x="3270033" y="2604532"/>
            <a:ext cx="535800" cy="101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8BE535B-03D0-182F-32A3-254A012A54FB}"/>
              </a:ext>
            </a:extLst>
          </p:cNvPr>
          <p:cNvSpPr txBox="1"/>
          <p:nvPr/>
        </p:nvSpPr>
        <p:spPr>
          <a:xfrm>
            <a:off x="3915333" y="2789198"/>
            <a:ext cx="50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18</a:t>
            </a:r>
          </a:p>
        </p:txBody>
      </p:sp>
      <p:grpSp>
        <p:nvGrpSpPr>
          <p:cNvPr id="21" name="Google Shape;62;p14">
            <a:extLst>
              <a:ext uri="{FF2B5EF4-FFF2-40B4-BE49-F238E27FC236}">
                <a16:creationId xmlns:a16="http://schemas.microsoft.com/office/drawing/2014/main" id="{CCBB2303-DA48-1C79-6744-F67B728889FB}"/>
              </a:ext>
            </a:extLst>
          </p:cNvPr>
          <p:cNvGrpSpPr/>
          <p:nvPr/>
        </p:nvGrpSpPr>
        <p:grpSpPr>
          <a:xfrm>
            <a:off x="5737566" y="3247732"/>
            <a:ext cx="1071600" cy="745600"/>
            <a:chOff x="725125" y="742575"/>
            <a:chExt cx="803700" cy="559200"/>
          </a:xfrm>
        </p:grpSpPr>
        <p:sp>
          <p:nvSpPr>
            <p:cNvPr id="22" name="Google Shape;63;p14">
              <a:extLst>
                <a:ext uri="{FF2B5EF4-FFF2-40B4-BE49-F238E27FC236}">
                  <a16:creationId xmlns:a16="http://schemas.microsoft.com/office/drawing/2014/main" id="{FEC0BB7C-1B01-3675-90C8-FD2413683275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pTemp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64;p14">
              <a:extLst>
                <a:ext uri="{FF2B5EF4-FFF2-40B4-BE49-F238E27FC236}">
                  <a16:creationId xmlns:a16="http://schemas.microsoft.com/office/drawing/2014/main" id="{29D352DC-79ED-4762-6E1D-2195A95817D8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0x02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ED429944-5B77-7C8A-E660-57E7E2C93218}"/>
              </a:ext>
            </a:extLst>
          </p:cNvPr>
          <p:cNvSpPr txBox="1"/>
          <p:nvPr/>
        </p:nvSpPr>
        <p:spPr>
          <a:xfrm>
            <a:off x="5172238" y="4076862"/>
            <a:ext cx="50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20</a:t>
            </a: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E208EBFB-66C9-DBB4-C977-C3B1159CFE33}"/>
              </a:ext>
            </a:extLst>
          </p:cNvPr>
          <p:cNvGrpSpPr/>
          <p:nvPr/>
        </p:nvGrpSpPr>
        <p:grpSpPr>
          <a:xfrm>
            <a:off x="2573401" y="5038032"/>
            <a:ext cx="1071603" cy="1118400"/>
            <a:chOff x="2576366" y="4663498"/>
            <a:chExt cx="1071603" cy="1118400"/>
          </a:xfrm>
        </p:grpSpPr>
        <p:grpSp>
          <p:nvGrpSpPr>
            <p:cNvPr id="38" name="Google Shape;65;p14">
              <a:extLst>
                <a:ext uri="{FF2B5EF4-FFF2-40B4-BE49-F238E27FC236}">
                  <a16:creationId xmlns:a16="http://schemas.microsoft.com/office/drawing/2014/main" id="{D3F316E1-DFA2-E442-01EC-20B884CDE99C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39" name="Google Shape;66;p14">
                <a:extLst>
                  <a:ext uri="{FF2B5EF4-FFF2-40B4-BE49-F238E27FC236}">
                    <a16:creationId xmlns:a16="http://schemas.microsoft.com/office/drawing/2014/main" id="{049ABA12-D34F-103F-F223-F753C0E4B7A6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41" name="Google Shape;67;p14">
                  <a:extLst>
                    <a:ext uri="{FF2B5EF4-FFF2-40B4-BE49-F238E27FC236}">
                      <a16:creationId xmlns:a16="http://schemas.microsoft.com/office/drawing/2014/main" id="{4E2C6852-805B-F0EC-B4AF-59C5E59907B8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0x01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" name="Google Shape;68;p14">
                  <a:extLst>
                    <a:ext uri="{FF2B5EF4-FFF2-40B4-BE49-F238E27FC236}">
                      <a16:creationId xmlns:a16="http://schemas.microsoft.com/office/drawing/2014/main" id="{293625C8-0139-C259-E38F-4ED706CF79AB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" name="Google Shape;69;p14">
                <a:extLst>
                  <a:ext uri="{FF2B5EF4-FFF2-40B4-BE49-F238E27FC236}">
                    <a16:creationId xmlns:a16="http://schemas.microsoft.com/office/drawing/2014/main" id="{1EE6A4C1-FAFF-38E2-A154-A2AF1E4AA8EB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4" name="Google Shape;81;p14">
              <a:extLst>
                <a:ext uri="{FF2B5EF4-FFF2-40B4-BE49-F238E27FC236}">
                  <a16:creationId xmlns:a16="http://schemas.microsoft.com/office/drawing/2014/main" id="{7828402C-E2E0-F037-1276-BFC6B8F71305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6" name="Google Shape;324;p23">
            <a:extLst>
              <a:ext uri="{FF2B5EF4-FFF2-40B4-BE49-F238E27FC236}">
                <a16:creationId xmlns:a16="http://schemas.microsoft.com/office/drawing/2014/main" id="{908D771A-BCE0-AF70-ACBD-001D71A20C0F}"/>
              </a:ext>
            </a:extLst>
          </p:cNvPr>
          <p:cNvCxnSpPr>
            <a:cxnSpLocks/>
            <a:stCxn id="27" idx="0"/>
            <a:endCxn id="22" idx="2"/>
          </p:cNvCxnSpPr>
          <p:nvPr/>
        </p:nvCxnSpPr>
        <p:spPr>
          <a:xfrm flipV="1">
            <a:off x="5040931" y="3620532"/>
            <a:ext cx="1232435" cy="141229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C01812A1-1F92-1EA7-13C4-B4794114AD0F}"/>
              </a:ext>
            </a:extLst>
          </p:cNvPr>
          <p:cNvSpPr txBox="1"/>
          <p:nvPr/>
        </p:nvSpPr>
        <p:spPr>
          <a:xfrm>
            <a:off x="3762317" y="4082534"/>
            <a:ext cx="50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21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440A2AD-438C-D116-5A37-F22CDF4008BA}"/>
              </a:ext>
            </a:extLst>
          </p:cNvPr>
          <p:cNvSpPr txBox="1"/>
          <p:nvPr/>
        </p:nvSpPr>
        <p:spPr>
          <a:xfrm>
            <a:off x="5592754" y="5776696"/>
            <a:ext cx="844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22, 23</a:t>
            </a:r>
          </a:p>
        </p:txBody>
      </p:sp>
      <p:grpSp>
        <p:nvGrpSpPr>
          <p:cNvPr id="12" name="Google Shape;62;p14">
            <a:extLst>
              <a:ext uri="{FF2B5EF4-FFF2-40B4-BE49-F238E27FC236}">
                <a16:creationId xmlns:a16="http://schemas.microsoft.com/office/drawing/2014/main" id="{86A106FC-4020-2113-895F-C4283B6FDFD8}"/>
              </a:ext>
            </a:extLst>
          </p:cNvPr>
          <p:cNvGrpSpPr/>
          <p:nvPr/>
        </p:nvGrpSpPr>
        <p:grpSpPr>
          <a:xfrm>
            <a:off x="2734233" y="1219200"/>
            <a:ext cx="1071600" cy="745600"/>
            <a:chOff x="725125" y="742575"/>
            <a:chExt cx="803700" cy="559200"/>
          </a:xfrm>
        </p:grpSpPr>
        <p:sp>
          <p:nvSpPr>
            <p:cNvPr id="14" name="Google Shape;63;p14">
              <a:extLst>
                <a:ext uri="{FF2B5EF4-FFF2-40B4-BE49-F238E27FC236}">
                  <a16:creationId xmlns:a16="http://schemas.microsoft.com/office/drawing/2014/main" id="{7AE37231-A88C-1E88-7CD5-BA8B528F7A63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pParent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64;p14">
              <a:extLst>
                <a:ext uri="{FF2B5EF4-FFF2-40B4-BE49-F238E27FC236}">
                  <a16:creationId xmlns:a16="http://schemas.microsoft.com/office/drawing/2014/main" id="{4B4F0156-7A33-B49B-52E6-EECB192A8D7A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A6A675C2-B590-A2FD-0F2B-5253728E5D95}"/>
              </a:ext>
            </a:extLst>
          </p:cNvPr>
          <p:cNvGrpSpPr/>
          <p:nvPr/>
        </p:nvGrpSpPr>
        <p:grpSpPr>
          <a:xfrm>
            <a:off x="4505131" y="5032830"/>
            <a:ext cx="1071603" cy="1118400"/>
            <a:chOff x="2576366" y="4663498"/>
            <a:chExt cx="1071603" cy="1118400"/>
          </a:xfrm>
        </p:grpSpPr>
        <p:grpSp>
          <p:nvGrpSpPr>
            <p:cNvPr id="18" name="Google Shape;65;p14">
              <a:extLst>
                <a:ext uri="{FF2B5EF4-FFF2-40B4-BE49-F238E27FC236}">
                  <a16:creationId xmlns:a16="http://schemas.microsoft.com/office/drawing/2014/main" id="{B0800958-6E4D-8062-1E4A-9F03EE864BED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24" name="Google Shape;66;p14">
                <a:extLst>
                  <a:ext uri="{FF2B5EF4-FFF2-40B4-BE49-F238E27FC236}">
                    <a16:creationId xmlns:a16="http://schemas.microsoft.com/office/drawing/2014/main" id="{EC981A84-F555-3A1D-6B03-A67186BECA96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27" name="Google Shape;67;p14">
                  <a:extLst>
                    <a:ext uri="{FF2B5EF4-FFF2-40B4-BE49-F238E27FC236}">
                      <a16:creationId xmlns:a16="http://schemas.microsoft.com/office/drawing/2014/main" id="{B6B74DDA-7C6B-3451-7511-9EEFC6B66692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0x02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" name="Google Shape;68;p14">
                  <a:extLst>
                    <a:ext uri="{FF2B5EF4-FFF2-40B4-BE49-F238E27FC236}">
                      <a16:creationId xmlns:a16="http://schemas.microsoft.com/office/drawing/2014/main" id="{89DA8A23-93BD-60DA-A612-D6A299A32DAB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20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6" name="Google Shape;69;p14">
                <a:extLst>
                  <a:ext uri="{FF2B5EF4-FFF2-40B4-BE49-F238E27FC236}">
                    <a16:creationId xmlns:a16="http://schemas.microsoft.com/office/drawing/2014/main" id="{AD5247A6-681C-7404-9AD6-EBB76F8F267B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" name="Google Shape;81;p14">
              <a:extLst>
                <a:ext uri="{FF2B5EF4-FFF2-40B4-BE49-F238E27FC236}">
                  <a16:creationId xmlns:a16="http://schemas.microsoft.com/office/drawing/2014/main" id="{3BF512C7-FA3A-D8BC-7BD1-BBFFE0E1F9DE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72" name="Google Shape;129;p15">
            <a:extLst>
              <a:ext uri="{FF2B5EF4-FFF2-40B4-BE49-F238E27FC236}">
                <a16:creationId xmlns:a16="http://schemas.microsoft.com/office/drawing/2014/main" id="{89BA8186-8E8C-8CEE-F3E4-5FE92B9FBC02}"/>
              </a:ext>
            </a:extLst>
          </p:cNvPr>
          <p:cNvCxnSpPr>
            <a:cxnSpLocks/>
            <a:stCxn id="23" idx="2"/>
            <a:endCxn id="27" idx="3"/>
          </p:cNvCxnSpPr>
          <p:nvPr/>
        </p:nvCxnSpPr>
        <p:spPr>
          <a:xfrm flipH="1">
            <a:off x="5576731" y="3993332"/>
            <a:ext cx="696635" cy="1225898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2" name="Google Shape;129;p15">
            <a:extLst>
              <a:ext uri="{FF2B5EF4-FFF2-40B4-BE49-F238E27FC236}">
                <a16:creationId xmlns:a16="http://schemas.microsoft.com/office/drawing/2014/main" id="{0CA59733-145F-934C-3007-F0AC5FC6B9D1}"/>
              </a:ext>
            </a:extLst>
          </p:cNvPr>
          <p:cNvCxnSpPr>
            <a:cxnSpLocks/>
          </p:cNvCxnSpPr>
          <p:nvPr/>
        </p:nvCxnSpPr>
        <p:spPr>
          <a:xfrm flipH="1">
            <a:off x="2573401" y="1964800"/>
            <a:ext cx="696632" cy="325963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5" name="Google Shape;324;p23">
            <a:extLst>
              <a:ext uri="{FF2B5EF4-FFF2-40B4-BE49-F238E27FC236}">
                <a16:creationId xmlns:a16="http://schemas.microsoft.com/office/drawing/2014/main" id="{7E0EB785-30AB-A357-E05A-6856653C5211}"/>
              </a:ext>
            </a:extLst>
          </p:cNvPr>
          <p:cNvCxnSpPr>
            <a:cxnSpLocks/>
            <a:stCxn id="10" idx="2"/>
            <a:endCxn id="28" idx="1"/>
          </p:cNvCxnSpPr>
          <p:nvPr/>
        </p:nvCxnSpPr>
        <p:spPr>
          <a:xfrm>
            <a:off x="3270033" y="3993332"/>
            <a:ext cx="1235101" cy="159869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26980623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B31C1-A900-635B-DF6F-E65798177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444195E-65CD-AB5B-C138-40819DA34FF5}"/>
              </a:ext>
            </a:extLst>
          </p:cNvPr>
          <p:cNvSpPr txBox="1"/>
          <p:nvPr/>
        </p:nvSpPr>
        <p:spPr>
          <a:xfrm>
            <a:off x="266700" y="387866"/>
            <a:ext cx="447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이진트리</a:t>
            </a:r>
            <a:r>
              <a:rPr lang="ko-KR" altLang="en-US" dirty="0"/>
              <a:t> 생성</a:t>
            </a:r>
          </a:p>
        </p:txBody>
      </p:sp>
      <p:grpSp>
        <p:nvGrpSpPr>
          <p:cNvPr id="3" name="Google Shape;62;p14">
            <a:extLst>
              <a:ext uri="{FF2B5EF4-FFF2-40B4-BE49-F238E27FC236}">
                <a16:creationId xmlns:a16="http://schemas.microsoft.com/office/drawing/2014/main" id="{D0589872-9658-0DBC-EF55-6474EB2036CE}"/>
              </a:ext>
            </a:extLst>
          </p:cNvPr>
          <p:cNvGrpSpPr/>
          <p:nvPr/>
        </p:nvGrpSpPr>
        <p:grpSpPr>
          <a:xfrm>
            <a:off x="753033" y="1219200"/>
            <a:ext cx="1071600" cy="745600"/>
            <a:chOff x="725125" y="742575"/>
            <a:chExt cx="803700" cy="559200"/>
          </a:xfrm>
        </p:grpSpPr>
        <p:sp>
          <p:nvSpPr>
            <p:cNvPr id="4" name="Google Shape;63;p14">
              <a:extLst>
                <a:ext uri="{FF2B5EF4-FFF2-40B4-BE49-F238E27FC236}">
                  <a16:creationId xmlns:a16="http://schemas.microsoft.com/office/drawing/2014/main" id="{B76D6A05-9513-F521-C6A9-933963547538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pSeed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64;p14">
              <a:extLst>
                <a:ext uri="{FF2B5EF4-FFF2-40B4-BE49-F238E27FC236}">
                  <a16:creationId xmlns:a16="http://schemas.microsoft.com/office/drawing/2014/main" id="{4889C413-1CB7-DFD8-2730-6520A6ED80BB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altLang="ko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041F3827-6C17-67FE-E163-0568EAF9D0DE}"/>
              </a:ext>
            </a:extLst>
          </p:cNvPr>
          <p:cNvSpPr txBox="1"/>
          <p:nvPr/>
        </p:nvSpPr>
        <p:spPr>
          <a:xfrm>
            <a:off x="266700" y="1219200"/>
            <a:ext cx="50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58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5B4833-7402-3F93-266B-FC38087F55BD}"/>
              </a:ext>
            </a:extLst>
          </p:cNvPr>
          <p:cNvSpPr txBox="1"/>
          <p:nvPr/>
        </p:nvSpPr>
        <p:spPr>
          <a:xfrm>
            <a:off x="266700" y="2235200"/>
            <a:ext cx="406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61 Snode* </a:t>
            </a:r>
            <a:r>
              <a:rPr lang="en-US" altLang="ko-KR" dirty="0" err="1"/>
              <a:t>pLeft</a:t>
            </a:r>
            <a:r>
              <a:rPr lang="en-US" altLang="ko-KR" dirty="0"/>
              <a:t> = </a:t>
            </a:r>
            <a:r>
              <a:rPr lang="en-US" altLang="ko-KR" dirty="0" err="1"/>
              <a:t>CreateNode</a:t>
            </a:r>
            <a:r>
              <a:rPr lang="en-US" altLang="ko-KR" dirty="0"/>
              <a:t>(20)</a:t>
            </a:r>
            <a:endParaRPr lang="ko-KR" altLang="en-US" dirty="0"/>
          </a:p>
        </p:txBody>
      </p:sp>
      <p:grpSp>
        <p:nvGrpSpPr>
          <p:cNvPr id="8" name="Google Shape;70;p14">
            <a:extLst>
              <a:ext uri="{FF2B5EF4-FFF2-40B4-BE49-F238E27FC236}">
                <a16:creationId xmlns:a16="http://schemas.microsoft.com/office/drawing/2014/main" id="{788C8CFA-CD9E-28A1-7CCA-8D076A617C6F}"/>
              </a:ext>
            </a:extLst>
          </p:cNvPr>
          <p:cNvGrpSpPr/>
          <p:nvPr/>
        </p:nvGrpSpPr>
        <p:grpSpPr>
          <a:xfrm>
            <a:off x="2734233" y="3247732"/>
            <a:ext cx="1071600" cy="745600"/>
            <a:chOff x="725125" y="742575"/>
            <a:chExt cx="803700" cy="559200"/>
          </a:xfrm>
        </p:grpSpPr>
        <p:sp>
          <p:nvSpPr>
            <p:cNvPr id="9" name="Google Shape;71;p14">
              <a:extLst>
                <a:ext uri="{FF2B5EF4-FFF2-40B4-BE49-F238E27FC236}">
                  <a16:creationId xmlns:a16="http://schemas.microsoft.com/office/drawing/2014/main" id="{A4EC371B-BB8F-FFEB-B338-A6337268DFD4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72;p14">
              <a:extLst>
                <a:ext uri="{FF2B5EF4-FFF2-40B4-BE49-F238E27FC236}">
                  <a16:creationId xmlns:a16="http://schemas.microsoft.com/office/drawing/2014/main" id="{25E19989-AC05-C4E6-4EBF-19A6C067CBF5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20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1" name="Google Shape;324;p23">
            <a:extLst>
              <a:ext uri="{FF2B5EF4-FFF2-40B4-BE49-F238E27FC236}">
                <a16:creationId xmlns:a16="http://schemas.microsoft.com/office/drawing/2014/main" id="{61A381E0-EEA6-9251-82FF-94932DA63E89}"/>
              </a:ext>
            </a:extLst>
          </p:cNvPr>
          <p:cNvCxnSpPr>
            <a:cxnSpLocks/>
          </p:cNvCxnSpPr>
          <p:nvPr/>
        </p:nvCxnSpPr>
        <p:spPr>
          <a:xfrm>
            <a:off x="6849760" y="544531"/>
            <a:ext cx="176084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13" name="Google Shape;129;p15">
            <a:extLst>
              <a:ext uri="{FF2B5EF4-FFF2-40B4-BE49-F238E27FC236}">
                <a16:creationId xmlns:a16="http://schemas.microsoft.com/office/drawing/2014/main" id="{D887AB00-0270-D87B-D15B-EC6D20728465}"/>
              </a:ext>
            </a:extLst>
          </p:cNvPr>
          <p:cNvCxnSpPr>
            <a:cxnSpLocks/>
          </p:cNvCxnSpPr>
          <p:nvPr/>
        </p:nvCxnSpPr>
        <p:spPr>
          <a:xfrm>
            <a:off x="9046860" y="544531"/>
            <a:ext cx="176084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6" name="Google Shape;324;p23">
            <a:extLst>
              <a:ext uri="{FF2B5EF4-FFF2-40B4-BE49-F238E27FC236}">
                <a16:creationId xmlns:a16="http://schemas.microsoft.com/office/drawing/2014/main" id="{82D5547C-8AA9-13EF-53A3-585048E1E4CF}"/>
              </a:ext>
            </a:extLst>
          </p:cNvPr>
          <p:cNvCxnSpPr>
            <a:cxnSpLocks/>
            <a:endCxn id="10" idx="0"/>
          </p:cNvCxnSpPr>
          <p:nvPr/>
        </p:nvCxnSpPr>
        <p:spPr>
          <a:xfrm flipH="1">
            <a:off x="3270033" y="2604532"/>
            <a:ext cx="499966" cy="101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8947AD0-4E82-8B69-746A-CE52557CF49C}"/>
              </a:ext>
            </a:extLst>
          </p:cNvPr>
          <p:cNvSpPr txBox="1"/>
          <p:nvPr/>
        </p:nvSpPr>
        <p:spPr>
          <a:xfrm>
            <a:off x="5387200" y="2600534"/>
            <a:ext cx="8621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24-61</a:t>
            </a:r>
          </a:p>
        </p:txBody>
      </p:sp>
      <p:grpSp>
        <p:nvGrpSpPr>
          <p:cNvPr id="21" name="Google Shape;62;p14">
            <a:extLst>
              <a:ext uri="{FF2B5EF4-FFF2-40B4-BE49-F238E27FC236}">
                <a16:creationId xmlns:a16="http://schemas.microsoft.com/office/drawing/2014/main" id="{77FE238E-86C5-3F73-45FD-0911107C867E}"/>
              </a:ext>
            </a:extLst>
          </p:cNvPr>
          <p:cNvGrpSpPr/>
          <p:nvPr/>
        </p:nvGrpSpPr>
        <p:grpSpPr>
          <a:xfrm>
            <a:off x="5737566" y="3247732"/>
            <a:ext cx="1071600" cy="745600"/>
            <a:chOff x="725125" y="742575"/>
            <a:chExt cx="803700" cy="559200"/>
          </a:xfrm>
        </p:grpSpPr>
        <p:sp>
          <p:nvSpPr>
            <p:cNvPr id="22" name="Google Shape;63;p14">
              <a:extLst>
                <a:ext uri="{FF2B5EF4-FFF2-40B4-BE49-F238E27FC236}">
                  <a16:creationId xmlns:a16="http://schemas.microsoft.com/office/drawing/2014/main" id="{BC480F91-0D66-9DE9-17FE-DE2F76E098CA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pTemp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64;p14">
              <a:extLst>
                <a:ext uri="{FF2B5EF4-FFF2-40B4-BE49-F238E27FC236}">
                  <a16:creationId xmlns:a16="http://schemas.microsoft.com/office/drawing/2014/main" id="{05B5AB12-0DC2-A9AB-46AE-A37204B3C2F2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0x02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5C70822F-FD70-5AD4-BCF1-93AF4F3EED9C}"/>
              </a:ext>
            </a:extLst>
          </p:cNvPr>
          <p:cNvGrpSpPr/>
          <p:nvPr/>
        </p:nvGrpSpPr>
        <p:grpSpPr>
          <a:xfrm>
            <a:off x="2573401" y="5038032"/>
            <a:ext cx="1071603" cy="1118400"/>
            <a:chOff x="2576366" y="4663498"/>
            <a:chExt cx="1071603" cy="1118400"/>
          </a:xfrm>
        </p:grpSpPr>
        <p:grpSp>
          <p:nvGrpSpPr>
            <p:cNvPr id="38" name="Google Shape;65;p14">
              <a:extLst>
                <a:ext uri="{FF2B5EF4-FFF2-40B4-BE49-F238E27FC236}">
                  <a16:creationId xmlns:a16="http://schemas.microsoft.com/office/drawing/2014/main" id="{63DF15E4-D292-133E-A868-7F2F968BB88B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39" name="Google Shape;66;p14">
                <a:extLst>
                  <a:ext uri="{FF2B5EF4-FFF2-40B4-BE49-F238E27FC236}">
                    <a16:creationId xmlns:a16="http://schemas.microsoft.com/office/drawing/2014/main" id="{575822A5-DEA0-6D06-0697-B3AB766738B4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41" name="Google Shape;67;p14">
                  <a:extLst>
                    <a:ext uri="{FF2B5EF4-FFF2-40B4-BE49-F238E27FC236}">
                      <a16:creationId xmlns:a16="http://schemas.microsoft.com/office/drawing/2014/main" id="{23191370-0FD6-6074-BC71-D8A3CF8A00D9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0x01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" name="Google Shape;68;p14">
                  <a:extLst>
                    <a:ext uri="{FF2B5EF4-FFF2-40B4-BE49-F238E27FC236}">
                      <a16:creationId xmlns:a16="http://schemas.microsoft.com/office/drawing/2014/main" id="{2E5B614C-60AC-FAC6-3A2D-42B684553608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" name="Google Shape;69;p14">
                <a:extLst>
                  <a:ext uri="{FF2B5EF4-FFF2-40B4-BE49-F238E27FC236}">
                    <a16:creationId xmlns:a16="http://schemas.microsoft.com/office/drawing/2014/main" id="{3AAC491F-3D62-478C-6DE2-A0CA94CA0647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4" name="Google Shape;81;p14">
              <a:extLst>
                <a:ext uri="{FF2B5EF4-FFF2-40B4-BE49-F238E27FC236}">
                  <a16:creationId xmlns:a16="http://schemas.microsoft.com/office/drawing/2014/main" id="{A2229A28-1E10-8DD2-1B8E-C98848DA45E7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" name="Google Shape;62;p14">
            <a:extLst>
              <a:ext uri="{FF2B5EF4-FFF2-40B4-BE49-F238E27FC236}">
                <a16:creationId xmlns:a16="http://schemas.microsoft.com/office/drawing/2014/main" id="{1FA6EFE8-4D36-A68E-64F5-5A384DD6FDBD}"/>
              </a:ext>
            </a:extLst>
          </p:cNvPr>
          <p:cNvGrpSpPr/>
          <p:nvPr/>
        </p:nvGrpSpPr>
        <p:grpSpPr>
          <a:xfrm>
            <a:off x="2734233" y="1219200"/>
            <a:ext cx="1071600" cy="745600"/>
            <a:chOff x="725125" y="742575"/>
            <a:chExt cx="803700" cy="559200"/>
          </a:xfrm>
        </p:grpSpPr>
        <p:sp>
          <p:nvSpPr>
            <p:cNvPr id="14" name="Google Shape;63;p14">
              <a:extLst>
                <a:ext uri="{FF2B5EF4-FFF2-40B4-BE49-F238E27FC236}">
                  <a16:creationId xmlns:a16="http://schemas.microsoft.com/office/drawing/2014/main" id="{70F7C403-3D75-07ED-02CD-296756E9DFED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pParent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64;p14">
              <a:extLst>
                <a:ext uri="{FF2B5EF4-FFF2-40B4-BE49-F238E27FC236}">
                  <a16:creationId xmlns:a16="http://schemas.microsoft.com/office/drawing/2014/main" id="{FE498AF4-B536-388E-049E-2BD99A75ABB7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3BE531DF-E5BF-3364-7B1B-667F7C121229}"/>
              </a:ext>
            </a:extLst>
          </p:cNvPr>
          <p:cNvGrpSpPr/>
          <p:nvPr/>
        </p:nvGrpSpPr>
        <p:grpSpPr>
          <a:xfrm>
            <a:off x="4505131" y="5032830"/>
            <a:ext cx="1071603" cy="1118400"/>
            <a:chOff x="2576366" y="4663498"/>
            <a:chExt cx="1071603" cy="1118400"/>
          </a:xfrm>
        </p:grpSpPr>
        <p:grpSp>
          <p:nvGrpSpPr>
            <p:cNvPr id="18" name="Google Shape;65;p14">
              <a:extLst>
                <a:ext uri="{FF2B5EF4-FFF2-40B4-BE49-F238E27FC236}">
                  <a16:creationId xmlns:a16="http://schemas.microsoft.com/office/drawing/2014/main" id="{9C2FD52F-7561-A42E-7066-0BFE094BC212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24" name="Google Shape;66;p14">
                <a:extLst>
                  <a:ext uri="{FF2B5EF4-FFF2-40B4-BE49-F238E27FC236}">
                    <a16:creationId xmlns:a16="http://schemas.microsoft.com/office/drawing/2014/main" id="{F7BBF67E-B6A6-C107-B1CB-021459068359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27" name="Google Shape;67;p14">
                  <a:extLst>
                    <a:ext uri="{FF2B5EF4-FFF2-40B4-BE49-F238E27FC236}">
                      <a16:creationId xmlns:a16="http://schemas.microsoft.com/office/drawing/2014/main" id="{911237A3-4B87-5089-0F13-A7968D31A5A8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0x02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" name="Google Shape;68;p14">
                  <a:extLst>
                    <a:ext uri="{FF2B5EF4-FFF2-40B4-BE49-F238E27FC236}">
                      <a16:creationId xmlns:a16="http://schemas.microsoft.com/office/drawing/2014/main" id="{66DF77AC-14BF-D4A9-4B81-C520B9D4D7DC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20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6" name="Google Shape;69;p14">
                <a:extLst>
                  <a:ext uri="{FF2B5EF4-FFF2-40B4-BE49-F238E27FC236}">
                    <a16:creationId xmlns:a16="http://schemas.microsoft.com/office/drawing/2014/main" id="{12254DE1-FDAE-BBB9-3A52-99E5CB2329FD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" name="Google Shape;81;p14">
              <a:extLst>
                <a:ext uri="{FF2B5EF4-FFF2-40B4-BE49-F238E27FC236}">
                  <a16:creationId xmlns:a16="http://schemas.microsoft.com/office/drawing/2014/main" id="{B026B1E3-271F-7051-5E54-5E51E762DA73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72" name="Google Shape;129;p15">
            <a:extLst>
              <a:ext uri="{FF2B5EF4-FFF2-40B4-BE49-F238E27FC236}">
                <a16:creationId xmlns:a16="http://schemas.microsoft.com/office/drawing/2014/main" id="{03363495-3238-EF3F-B5DA-20A863A6CFA9}"/>
              </a:ext>
            </a:extLst>
          </p:cNvPr>
          <p:cNvCxnSpPr>
            <a:cxnSpLocks/>
            <a:stCxn id="23" idx="2"/>
            <a:endCxn id="27" idx="3"/>
          </p:cNvCxnSpPr>
          <p:nvPr/>
        </p:nvCxnSpPr>
        <p:spPr>
          <a:xfrm flipH="1">
            <a:off x="5576731" y="3993332"/>
            <a:ext cx="696635" cy="1225898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2" name="Google Shape;129;p15">
            <a:extLst>
              <a:ext uri="{FF2B5EF4-FFF2-40B4-BE49-F238E27FC236}">
                <a16:creationId xmlns:a16="http://schemas.microsoft.com/office/drawing/2014/main" id="{B4880EBA-3B49-9D22-B7FD-9B88A9B53E6B}"/>
              </a:ext>
            </a:extLst>
          </p:cNvPr>
          <p:cNvCxnSpPr>
            <a:cxnSpLocks/>
          </p:cNvCxnSpPr>
          <p:nvPr/>
        </p:nvCxnSpPr>
        <p:spPr>
          <a:xfrm flipH="1">
            <a:off x="2573401" y="1964800"/>
            <a:ext cx="696632" cy="325963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9" name="Google Shape;62;p14">
            <a:extLst>
              <a:ext uri="{FF2B5EF4-FFF2-40B4-BE49-F238E27FC236}">
                <a16:creationId xmlns:a16="http://schemas.microsoft.com/office/drawing/2014/main" id="{24309D0A-B45F-6AB8-6679-FEAB3A3568D6}"/>
              </a:ext>
            </a:extLst>
          </p:cNvPr>
          <p:cNvGrpSpPr/>
          <p:nvPr/>
        </p:nvGrpSpPr>
        <p:grpSpPr>
          <a:xfrm>
            <a:off x="4326533" y="1219200"/>
            <a:ext cx="1071600" cy="745600"/>
            <a:chOff x="725125" y="742575"/>
            <a:chExt cx="803700" cy="559200"/>
          </a:xfrm>
        </p:grpSpPr>
        <p:sp>
          <p:nvSpPr>
            <p:cNvPr id="30" name="Google Shape;63;p14">
              <a:extLst>
                <a:ext uri="{FF2B5EF4-FFF2-40B4-BE49-F238E27FC236}">
                  <a16:creationId xmlns:a16="http://schemas.microsoft.com/office/drawing/2014/main" id="{0D151B3D-E3A8-D89B-B2B0-55D616B4F87F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pLeft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64;p14">
              <a:extLst>
                <a:ext uri="{FF2B5EF4-FFF2-40B4-BE49-F238E27FC236}">
                  <a16:creationId xmlns:a16="http://schemas.microsoft.com/office/drawing/2014/main" id="{5991F772-DE93-442D-B417-1A248E4C371A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0x02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3" name="Google Shape;324;p23">
            <a:extLst>
              <a:ext uri="{FF2B5EF4-FFF2-40B4-BE49-F238E27FC236}">
                <a16:creationId xmlns:a16="http://schemas.microsoft.com/office/drawing/2014/main" id="{263E94A3-A7E3-AB1C-8634-7CA53C87AD05}"/>
              </a:ext>
            </a:extLst>
          </p:cNvPr>
          <p:cNvCxnSpPr>
            <a:cxnSpLocks/>
            <a:stCxn id="23" idx="1"/>
            <a:endCxn id="31" idx="0"/>
          </p:cNvCxnSpPr>
          <p:nvPr/>
        </p:nvCxnSpPr>
        <p:spPr>
          <a:xfrm flipH="1" flipV="1">
            <a:off x="4862333" y="1592000"/>
            <a:ext cx="875233" cy="22149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36" name="Google Shape;129;p15">
            <a:extLst>
              <a:ext uri="{FF2B5EF4-FFF2-40B4-BE49-F238E27FC236}">
                <a16:creationId xmlns:a16="http://schemas.microsoft.com/office/drawing/2014/main" id="{88AF3C46-9E8D-057A-E77D-976428A01CA2}"/>
              </a:ext>
            </a:extLst>
          </p:cNvPr>
          <p:cNvCxnSpPr>
            <a:cxnSpLocks/>
            <a:stCxn id="31" idx="1"/>
            <a:endCxn id="27" idx="1"/>
          </p:cNvCxnSpPr>
          <p:nvPr/>
        </p:nvCxnSpPr>
        <p:spPr>
          <a:xfrm>
            <a:off x="4326533" y="1778400"/>
            <a:ext cx="178598" cy="344083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37357831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AE4EC-4A82-7AB9-71F7-3646D71A5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DD7ECC-CAD1-E665-31BF-6C3B623F53A7}"/>
              </a:ext>
            </a:extLst>
          </p:cNvPr>
          <p:cNvSpPr txBox="1"/>
          <p:nvPr/>
        </p:nvSpPr>
        <p:spPr>
          <a:xfrm>
            <a:off x="266700" y="387866"/>
            <a:ext cx="447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이진트리</a:t>
            </a:r>
            <a:r>
              <a:rPr lang="ko-KR" altLang="en-US" dirty="0"/>
              <a:t> 생성</a:t>
            </a:r>
          </a:p>
        </p:txBody>
      </p:sp>
      <p:grpSp>
        <p:nvGrpSpPr>
          <p:cNvPr id="3" name="Google Shape;62;p14">
            <a:extLst>
              <a:ext uri="{FF2B5EF4-FFF2-40B4-BE49-F238E27FC236}">
                <a16:creationId xmlns:a16="http://schemas.microsoft.com/office/drawing/2014/main" id="{A43165F2-4500-6409-2943-0215C8512DA4}"/>
              </a:ext>
            </a:extLst>
          </p:cNvPr>
          <p:cNvGrpSpPr/>
          <p:nvPr/>
        </p:nvGrpSpPr>
        <p:grpSpPr>
          <a:xfrm>
            <a:off x="753033" y="1219200"/>
            <a:ext cx="1071600" cy="745600"/>
            <a:chOff x="725125" y="742575"/>
            <a:chExt cx="803700" cy="559200"/>
          </a:xfrm>
        </p:grpSpPr>
        <p:sp>
          <p:nvSpPr>
            <p:cNvPr id="4" name="Google Shape;63;p14">
              <a:extLst>
                <a:ext uri="{FF2B5EF4-FFF2-40B4-BE49-F238E27FC236}">
                  <a16:creationId xmlns:a16="http://schemas.microsoft.com/office/drawing/2014/main" id="{16026B52-E6C4-9C39-8739-6C66E9F34C95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pSeed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64;p14">
              <a:extLst>
                <a:ext uri="{FF2B5EF4-FFF2-40B4-BE49-F238E27FC236}">
                  <a16:creationId xmlns:a16="http://schemas.microsoft.com/office/drawing/2014/main" id="{16AF51E1-A162-1070-48E5-37BAA15F264F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altLang="ko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E6241382-BCAC-B457-5403-B106C2B63348}"/>
              </a:ext>
            </a:extLst>
          </p:cNvPr>
          <p:cNvSpPr txBox="1"/>
          <p:nvPr/>
        </p:nvSpPr>
        <p:spPr>
          <a:xfrm>
            <a:off x="266700" y="1219200"/>
            <a:ext cx="50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58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AF34CD-6712-131A-B6E5-7F89E6E7D2B2}"/>
              </a:ext>
            </a:extLst>
          </p:cNvPr>
          <p:cNvSpPr txBox="1"/>
          <p:nvPr/>
        </p:nvSpPr>
        <p:spPr>
          <a:xfrm>
            <a:off x="266700" y="2235200"/>
            <a:ext cx="406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62 Snode* </a:t>
            </a:r>
            <a:r>
              <a:rPr lang="en-US" altLang="ko-KR" dirty="0" err="1"/>
              <a:t>pRight</a:t>
            </a:r>
            <a:r>
              <a:rPr lang="en-US" altLang="ko-KR" dirty="0"/>
              <a:t> = </a:t>
            </a:r>
            <a:r>
              <a:rPr lang="en-US" altLang="ko-KR" dirty="0" err="1"/>
              <a:t>CreateNode</a:t>
            </a:r>
            <a:r>
              <a:rPr lang="en-US" altLang="ko-KR" dirty="0"/>
              <a:t>(30)</a:t>
            </a:r>
            <a:endParaRPr lang="ko-KR" altLang="en-US" dirty="0"/>
          </a:p>
        </p:txBody>
      </p:sp>
      <p:grpSp>
        <p:nvGrpSpPr>
          <p:cNvPr id="8" name="Google Shape;70;p14">
            <a:extLst>
              <a:ext uri="{FF2B5EF4-FFF2-40B4-BE49-F238E27FC236}">
                <a16:creationId xmlns:a16="http://schemas.microsoft.com/office/drawing/2014/main" id="{0B62DCE9-5E29-A16A-2FE6-11B321D5715E}"/>
              </a:ext>
            </a:extLst>
          </p:cNvPr>
          <p:cNvGrpSpPr/>
          <p:nvPr/>
        </p:nvGrpSpPr>
        <p:grpSpPr>
          <a:xfrm>
            <a:off x="2734233" y="3247732"/>
            <a:ext cx="1071600" cy="745600"/>
            <a:chOff x="725125" y="742575"/>
            <a:chExt cx="803700" cy="559200"/>
          </a:xfrm>
        </p:grpSpPr>
        <p:sp>
          <p:nvSpPr>
            <p:cNvPr id="9" name="Google Shape;71;p14">
              <a:extLst>
                <a:ext uri="{FF2B5EF4-FFF2-40B4-BE49-F238E27FC236}">
                  <a16:creationId xmlns:a16="http://schemas.microsoft.com/office/drawing/2014/main" id="{90E5AEB7-033E-38AA-F9EC-B80A26F05EBF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72;p14">
              <a:extLst>
                <a:ext uri="{FF2B5EF4-FFF2-40B4-BE49-F238E27FC236}">
                  <a16:creationId xmlns:a16="http://schemas.microsoft.com/office/drawing/2014/main" id="{4ED79919-C6A3-936D-5ACC-F2CA7DACE611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30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1" name="Google Shape;324;p23">
            <a:extLst>
              <a:ext uri="{FF2B5EF4-FFF2-40B4-BE49-F238E27FC236}">
                <a16:creationId xmlns:a16="http://schemas.microsoft.com/office/drawing/2014/main" id="{8ADA0563-8C5B-472D-DD48-0654EA334104}"/>
              </a:ext>
            </a:extLst>
          </p:cNvPr>
          <p:cNvCxnSpPr>
            <a:cxnSpLocks/>
          </p:cNvCxnSpPr>
          <p:nvPr/>
        </p:nvCxnSpPr>
        <p:spPr>
          <a:xfrm>
            <a:off x="6849760" y="544531"/>
            <a:ext cx="176084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13" name="Google Shape;129;p15">
            <a:extLst>
              <a:ext uri="{FF2B5EF4-FFF2-40B4-BE49-F238E27FC236}">
                <a16:creationId xmlns:a16="http://schemas.microsoft.com/office/drawing/2014/main" id="{7509A5F6-D4B7-5A34-5E22-6A32A85D7400}"/>
              </a:ext>
            </a:extLst>
          </p:cNvPr>
          <p:cNvCxnSpPr>
            <a:cxnSpLocks/>
          </p:cNvCxnSpPr>
          <p:nvPr/>
        </p:nvCxnSpPr>
        <p:spPr>
          <a:xfrm>
            <a:off x="9046860" y="544531"/>
            <a:ext cx="176084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6" name="Google Shape;324;p23">
            <a:extLst>
              <a:ext uri="{FF2B5EF4-FFF2-40B4-BE49-F238E27FC236}">
                <a16:creationId xmlns:a16="http://schemas.microsoft.com/office/drawing/2014/main" id="{A313C50F-DF30-35CC-D632-99758AD8CFA2}"/>
              </a:ext>
            </a:extLst>
          </p:cNvPr>
          <p:cNvCxnSpPr>
            <a:cxnSpLocks/>
            <a:endCxn id="10" idx="0"/>
          </p:cNvCxnSpPr>
          <p:nvPr/>
        </p:nvCxnSpPr>
        <p:spPr>
          <a:xfrm flipH="1">
            <a:off x="3270033" y="2604532"/>
            <a:ext cx="654267" cy="101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grpSp>
        <p:nvGrpSpPr>
          <p:cNvPr id="21" name="Google Shape;62;p14">
            <a:extLst>
              <a:ext uri="{FF2B5EF4-FFF2-40B4-BE49-F238E27FC236}">
                <a16:creationId xmlns:a16="http://schemas.microsoft.com/office/drawing/2014/main" id="{CD091A17-1644-158F-05D0-0892153B64B0}"/>
              </a:ext>
            </a:extLst>
          </p:cNvPr>
          <p:cNvGrpSpPr/>
          <p:nvPr/>
        </p:nvGrpSpPr>
        <p:grpSpPr>
          <a:xfrm>
            <a:off x="5737566" y="3247732"/>
            <a:ext cx="1071600" cy="745600"/>
            <a:chOff x="725125" y="742575"/>
            <a:chExt cx="803700" cy="559200"/>
          </a:xfrm>
        </p:grpSpPr>
        <p:sp>
          <p:nvSpPr>
            <p:cNvPr id="22" name="Google Shape;63;p14">
              <a:extLst>
                <a:ext uri="{FF2B5EF4-FFF2-40B4-BE49-F238E27FC236}">
                  <a16:creationId xmlns:a16="http://schemas.microsoft.com/office/drawing/2014/main" id="{3325C845-126B-AE30-75C1-574F1F2AFA5F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pTemp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64;p14">
              <a:extLst>
                <a:ext uri="{FF2B5EF4-FFF2-40B4-BE49-F238E27FC236}">
                  <a16:creationId xmlns:a16="http://schemas.microsoft.com/office/drawing/2014/main" id="{C0629772-1685-996E-DA96-681C222FB510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930F4B01-F8F7-06A0-B336-E8A05A85E72E}"/>
              </a:ext>
            </a:extLst>
          </p:cNvPr>
          <p:cNvGrpSpPr/>
          <p:nvPr/>
        </p:nvGrpSpPr>
        <p:grpSpPr>
          <a:xfrm>
            <a:off x="2573401" y="5038032"/>
            <a:ext cx="1071603" cy="1118400"/>
            <a:chOff x="2576366" y="4663498"/>
            <a:chExt cx="1071603" cy="1118400"/>
          </a:xfrm>
        </p:grpSpPr>
        <p:grpSp>
          <p:nvGrpSpPr>
            <p:cNvPr id="38" name="Google Shape;65;p14">
              <a:extLst>
                <a:ext uri="{FF2B5EF4-FFF2-40B4-BE49-F238E27FC236}">
                  <a16:creationId xmlns:a16="http://schemas.microsoft.com/office/drawing/2014/main" id="{CF45706E-10BF-1653-3C70-541CCEC05A9C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39" name="Google Shape;66;p14">
                <a:extLst>
                  <a:ext uri="{FF2B5EF4-FFF2-40B4-BE49-F238E27FC236}">
                    <a16:creationId xmlns:a16="http://schemas.microsoft.com/office/drawing/2014/main" id="{A6FC73B7-BDEF-C6C3-E15E-DFC5D9B026C4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41" name="Google Shape;67;p14">
                  <a:extLst>
                    <a:ext uri="{FF2B5EF4-FFF2-40B4-BE49-F238E27FC236}">
                      <a16:creationId xmlns:a16="http://schemas.microsoft.com/office/drawing/2014/main" id="{4938B00C-A6FC-0778-6F2B-A690BA850E51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0x01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" name="Google Shape;68;p14">
                  <a:extLst>
                    <a:ext uri="{FF2B5EF4-FFF2-40B4-BE49-F238E27FC236}">
                      <a16:creationId xmlns:a16="http://schemas.microsoft.com/office/drawing/2014/main" id="{7B67726A-484B-4C39-EE5E-6E096CB171A1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" name="Google Shape;69;p14">
                <a:extLst>
                  <a:ext uri="{FF2B5EF4-FFF2-40B4-BE49-F238E27FC236}">
                    <a16:creationId xmlns:a16="http://schemas.microsoft.com/office/drawing/2014/main" id="{04C815F5-8800-2228-0360-45840BB56B1E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4" name="Google Shape;81;p14">
              <a:extLst>
                <a:ext uri="{FF2B5EF4-FFF2-40B4-BE49-F238E27FC236}">
                  <a16:creationId xmlns:a16="http://schemas.microsoft.com/office/drawing/2014/main" id="{1EF0245D-3A15-95A4-536D-D6A12A84F71F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" name="Google Shape;62;p14">
            <a:extLst>
              <a:ext uri="{FF2B5EF4-FFF2-40B4-BE49-F238E27FC236}">
                <a16:creationId xmlns:a16="http://schemas.microsoft.com/office/drawing/2014/main" id="{C25B5CBF-35FB-51C1-9D18-88C980248295}"/>
              </a:ext>
            </a:extLst>
          </p:cNvPr>
          <p:cNvGrpSpPr/>
          <p:nvPr/>
        </p:nvGrpSpPr>
        <p:grpSpPr>
          <a:xfrm>
            <a:off x="2734233" y="1219200"/>
            <a:ext cx="1071600" cy="745600"/>
            <a:chOff x="725125" y="742575"/>
            <a:chExt cx="803700" cy="559200"/>
          </a:xfrm>
        </p:grpSpPr>
        <p:sp>
          <p:nvSpPr>
            <p:cNvPr id="14" name="Google Shape;63;p14">
              <a:extLst>
                <a:ext uri="{FF2B5EF4-FFF2-40B4-BE49-F238E27FC236}">
                  <a16:creationId xmlns:a16="http://schemas.microsoft.com/office/drawing/2014/main" id="{DADCA471-E255-CF17-7576-25D7DA80051F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pParent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64;p14">
              <a:extLst>
                <a:ext uri="{FF2B5EF4-FFF2-40B4-BE49-F238E27FC236}">
                  <a16:creationId xmlns:a16="http://schemas.microsoft.com/office/drawing/2014/main" id="{43E49663-998F-B433-AB51-5C2BC979A0C9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920BEFB9-9317-B82F-C2A5-A10D68F68EE4}"/>
              </a:ext>
            </a:extLst>
          </p:cNvPr>
          <p:cNvGrpSpPr/>
          <p:nvPr/>
        </p:nvGrpSpPr>
        <p:grpSpPr>
          <a:xfrm>
            <a:off x="4505131" y="5032830"/>
            <a:ext cx="1071603" cy="1118400"/>
            <a:chOff x="2576366" y="4663498"/>
            <a:chExt cx="1071603" cy="1118400"/>
          </a:xfrm>
        </p:grpSpPr>
        <p:grpSp>
          <p:nvGrpSpPr>
            <p:cNvPr id="18" name="Google Shape;65;p14">
              <a:extLst>
                <a:ext uri="{FF2B5EF4-FFF2-40B4-BE49-F238E27FC236}">
                  <a16:creationId xmlns:a16="http://schemas.microsoft.com/office/drawing/2014/main" id="{3AFC3E1E-EEE1-F455-CFE2-20BE9912A31E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24" name="Google Shape;66;p14">
                <a:extLst>
                  <a:ext uri="{FF2B5EF4-FFF2-40B4-BE49-F238E27FC236}">
                    <a16:creationId xmlns:a16="http://schemas.microsoft.com/office/drawing/2014/main" id="{7E417C3A-5B05-6EBE-F6A8-213730C0E9D7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27" name="Google Shape;67;p14">
                  <a:extLst>
                    <a:ext uri="{FF2B5EF4-FFF2-40B4-BE49-F238E27FC236}">
                      <a16:creationId xmlns:a16="http://schemas.microsoft.com/office/drawing/2014/main" id="{DCB4A1BC-22AB-B4CF-A9AF-7211F20B5D63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0x02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" name="Google Shape;68;p14">
                  <a:extLst>
                    <a:ext uri="{FF2B5EF4-FFF2-40B4-BE49-F238E27FC236}">
                      <a16:creationId xmlns:a16="http://schemas.microsoft.com/office/drawing/2014/main" id="{CAB9E835-7038-04F6-47FF-3C0D2ACDE861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20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6" name="Google Shape;69;p14">
                <a:extLst>
                  <a:ext uri="{FF2B5EF4-FFF2-40B4-BE49-F238E27FC236}">
                    <a16:creationId xmlns:a16="http://schemas.microsoft.com/office/drawing/2014/main" id="{4EB995E9-3B75-83C0-3F40-6BB0CC77F4F2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" name="Google Shape;81;p14">
              <a:extLst>
                <a:ext uri="{FF2B5EF4-FFF2-40B4-BE49-F238E27FC236}">
                  <a16:creationId xmlns:a16="http://schemas.microsoft.com/office/drawing/2014/main" id="{AB19700D-2D0C-14DA-DE55-A913E99079A4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2" name="Google Shape;129;p15">
            <a:extLst>
              <a:ext uri="{FF2B5EF4-FFF2-40B4-BE49-F238E27FC236}">
                <a16:creationId xmlns:a16="http://schemas.microsoft.com/office/drawing/2014/main" id="{8614749D-C3ED-5C2D-F12F-8E05256FEE2C}"/>
              </a:ext>
            </a:extLst>
          </p:cNvPr>
          <p:cNvCxnSpPr>
            <a:cxnSpLocks/>
          </p:cNvCxnSpPr>
          <p:nvPr/>
        </p:nvCxnSpPr>
        <p:spPr>
          <a:xfrm flipH="1">
            <a:off x="2573401" y="1964800"/>
            <a:ext cx="696632" cy="325963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9" name="Google Shape;62;p14">
            <a:extLst>
              <a:ext uri="{FF2B5EF4-FFF2-40B4-BE49-F238E27FC236}">
                <a16:creationId xmlns:a16="http://schemas.microsoft.com/office/drawing/2014/main" id="{F2F80946-85BF-AD84-84E6-C7FFFB4614A5}"/>
              </a:ext>
            </a:extLst>
          </p:cNvPr>
          <p:cNvGrpSpPr/>
          <p:nvPr/>
        </p:nvGrpSpPr>
        <p:grpSpPr>
          <a:xfrm>
            <a:off x="4326533" y="1219200"/>
            <a:ext cx="1071600" cy="745600"/>
            <a:chOff x="725125" y="742575"/>
            <a:chExt cx="803700" cy="559200"/>
          </a:xfrm>
        </p:grpSpPr>
        <p:sp>
          <p:nvSpPr>
            <p:cNvPr id="30" name="Google Shape;63;p14">
              <a:extLst>
                <a:ext uri="{FF2B5EF4-FFF2-40B4-BE49-F238E27FC236}">
                  <a16:creationId xmlns:a16="http://schemas.microsoft.com/office/drawing/2014/main" id="{4EE8281E-EF48-3AEB-04BA-22175EBBC851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pLeft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64;p14">
              <a:extLst>
                <a:ext uri="{FF2B5EF4-FFF2-40B4-BE49-F238E27FC236}">
                  <a16:creationId xmlns:a16="http://schemas.microsoft.com/office/drawing/2014/main" id="{C410F98E-CCD6-AE90-0059-71935A6E537A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0x02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6" name="Google Shape;129;p15">
            <a:extLst>
              <a:ext uri="{FF2B5EF4-FFF2-40B4-BE49-F238E27FC236}">
                <a16:creationId xmlns:a16="http://schemas.microsoft.com/office/drawing/2014/main" id="{7149A021-2C58-D942-635A-06B38F13D200}"/>
              </a:ext>
            </a:extLst>
          </p:cNvPr>
          <p:cNvCxnSpPr>
            <a:cxnSpLocks/>
            <a:stCxn id="31" idx="1"/>
            <a:endCxn id="27" idx="1"/>
          </p:cNvCxnSpPr>
          <p:nvPr/>
        </p:nvCxnSpPr>
        <p:spPr>
          <a:xfrm>
            <a:off x="4326533" y="1778400"/>
            <a:ext cx="178598" cy="344083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B7566692-3BFB-2741-FE31-229E41F8304E}"/>
              </a:ext>
            </a:extLst>
          </p:cNvPr>
          <p:cNvGrpSpPr/>
          <p:nvPr/>
        </p:nvGrpSpPr>
        <p:grpSpPr>
          <a:xfrm>
            <a:off x="6093273" y="5027628"/>
            <a:ext cx="1071603" cy="1118400"/>
            <a:chOff x="2576366" y="4663498"/>
            <a:chExt cx="1071603" cy="1118400"/>
          </a:xfrm>
        </p:grpSpPr>
        <p:grpSp>
          <p:nvGrpSpPr>
            <p:cNvPr id="35" name="Google Shape;65;p14">
              <a:extLst>
                <a:ext uri="{FF2B5EF4-FFF2-40B4-BE49-F238E27FC236}">
                  <a16:creationId xmlns:a16="http://schemas.microsoft.com/office/drawing/2014/main" id="{53A11D6E-F4D0-C41F-D4F5-71ADADB5A7E9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43" name="Google Shape;66;p14">
                <a:extLst>
                  <a:ext uri="{FF2B5EF4-FFF2-40B4-BE49-F238E27FC236}">
                    <a16:creationId xmlns:a16="http://schemas.microsoft.com/office/drawing/2014/main" id="{A9456E99-0940-BDC0-42C5-9357655E400D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46" name="Google Shape;67;p14">
                  <a:extLst>
                    <a:ext uri="{FF2B5EF4-FFF2-40B4-BE49-F238E27FC236}">
                      <a16:creationId xmlns:a16="http://schemas.microsoft.com/office/drawing/2014/main" id="{CE7AD886-F1BB-DEC9-76AB-8C81EEFD9499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0x03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" name="Google Shape;68;p14">
                  <a:extLst>
                    <a:ext uri="{FF2B5EF4-FFF2-40B4-BE49-F238E27FC236}">
                      <a16:creationId xmlns:a16="http://schemas.microsoft.com/office/drawing/2014/main" id="{BA74C092-EBBA-9958-63B0-1BAC4E34E41E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30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5" name="Google Shape;69;p14">
                <a:extLst>
                  <a:ext uri="{FF2B5EF4-FFF2-40B4-BE49-F238E27FC236}">
                    <a16:creationId xmlns:a16="http://schemas.microsoft.com/office/drawing/2014/main" id="{C7902F92-16B3-63A1-4E25-2FB6DDC07D09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7" name="Google Shape;81;p14">
              <a:extLst>
                <a:ext uri="{FF2B5EF4-FFF2-40B4-BE49-F238E27FC236}">
                  <a16:creationId xmlns:a16="http://schemas.microsoft.com/office/drawing/2014/main" id="{7C44BCE5-5CE0-2B40-61C9-143720A81BBB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0" name="Google Shape;324;p23">
            <a:extLst>
              <a:ext uri="{FF2B5EF4-FFF2-40B4-BE49-F238E27FC236}">
                <a16:creationId xmlns:a16="http://schemas.microsoft.com/office/drawing/2014/main" id="{C6F2CE9E-C822-513C-69FD-3CBE795ACE5F}"/>
              </a:ext>
            </a:extLst>
          </p:cNvPr>
          <p:cNvCxnSpPr>
            <a:cxnSpLocks/>
            <a:stCxn id="10" idx="3"/>
            <a:endCxn id="47" idx="1"/>
          </p:cNvCxnSpPr>
          <p:nvPr/>
        </p:nvCxnSpPr>
        <p:spPr>
          <a:xfrm>
            <a:off x="3805833" y="3806932"/>
            <a:ext cx="2287443" cy="1779896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72" name="Google Shape;129;p15">
            <a:extLst>
              <a:ext uri="{FF2B5EF4-FFF2-40B4-BE49-F238E27FC236}">
                <a16:creationId xmlns:a16="http://schemas.microsoft.com/office/drawing/2014/main" id="{D32AA819-6941-B702-AA66-A340B38C94BC}"/>
              </a:ext>
            </a:extLst>
          </p:cNvPr>
          <p:cNvCxnSpPr>
            <a:cxnSpLocks/>
            <a:stCxn id="23" idx="2"/>
            <a:endCxn id="46" idx="1"/>
          </p:cNvCxnSpPr>
          <p:nvPr/>
        </p:nvCxnSpPr>
        <p:spPr>
          <a:xfrm flipH="1">
            <a:off x="6093273" y="3993332"/>
            <a:ext cx="180093" cy="122069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8BC5C6AE-7A82-3FDF-ECEF-41F4B3304304}"/>
              </a:ext>
            </a:extLst>
          </p:cNvPr>
          <p:cNvSpPr txBox="1"/>
          <p:nvPr/>
        </p:nvSpPr>
        <p:spPr>
          <a:xfrm>
            <a:off x="3645001" y="2842996"/>
            <a:ext cx="50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879D083-1CBD-2B16-DEBC-0BC928C1CBD3}"/>
              </a:ext>
            </a:extLst>
          </p:cNvPr>
          <p:cNvSpPr txBox="1"/>
          <p:nvPr/>
        </p:nvSpPr>
        <p:spPr>
          <a:xfrm>
            <a:off x="6495509" y="4248042"/>
            <a:ext cx="50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20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5E3A1CF-9DB4-F9AE-9602-1708BAA48E84}"/>
              </a:ext>
            </a:extLst>
          </p:cNvPr>
          <p:cNvSpPr txBox="1"/>
          <p:nvPr/>
        </p:nvSpPr>
        <p:spPr>
          <a:xfrm>
            <a:off x="4707177" y="4260072"/>
            <a:ext cx="50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7FE1049-9C75-7A63-6483-96F29AA3C4CF}"/>
              </a:ext>
            </a:extLst>
          </p:cNvPr>
          <p:cNvSpPr txBox="1"/>
          <p:nvPr/>
        </p:nvSpPr>
        <p:spPr>
          <a:xfrm>
            <a:off x="7190868" y="5781898"/>
            <a:ext cx="860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22, 23</a:t>
            </a:r>
          </a:p>
        </p:txBody>
      </p:sp>
      <p:cxnSp>
        <p:nvCxnSpPr>
          <p:cNvPr id="62" name="Google Shape;324;p23">
            <a:extLst>
              <a:ext uri="{FF2B5EF4-FFF2-40B4-BE49-F238E27FC236}">
                <a16:creationId xmlns:a16="http://schemas.microsoft.com/office/drawing/2014/main" id="{1AAEADCD-5DCB-8A51-132D-EE76CD61F6BD}"/>
              </a:ext>
            </a:extLst>
          </p:cNvPr>
          <p:cNvCxnSpPr>
            <a:cxnSpLocks/>
            <a:stCxn id="46" idx="0"/>
            <a:endCxn id="23" idx="0"/>
          </p:cNvCxnSpPr>
          <p:nvPr/>
        </p:nvCxnSpPr>
        <p:spPr>
          <a:xfrm flipH="1" flipV="1">
            <a:off x="6273366" y="3620532"/>
            <a:ext cx="355707" cy="1407096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26763360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B81A6-5AB9-3797-DDC1-A79F0C9DA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CD6BC1-2703-620E-1B30-74AEB9AE19EE}"/>
              </a:ext>
            </a:extLst>
          </p:cNvPr>
          <p:cNvSpPr txBox="1"/>
          <p:nvPr/>
        </p:nvSpPr>
        <p:spPr>
          <a:xfrm>
            <a:off x="266700" y="387866"/>
            <a:ext cx="447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이진트리</a:t>
            </a:r>
            <a:r>
              <a:rPr lang="ko-KR" altLang="en-US" dirty="0"/>
              <a:t> 생성</a:t>
            </a:r>
          </a:p>
        </p:txBody>
      </p:sp>
      <p:grpSp>
        <p:nvGrpSpPr>
          <p:cNvPr id="3" name="Google Shape;62;p14">
            <a:extLst>
              <a:ext uri="{FF2B5EF4-FFF2-40B4-BE49-F238E27FC236}">
                <a16:creationId xmlns:a16="http://schemas.microsoft.com/office/drawing/2014/main" id="{56F6CF48-D61E-DB4F-54A4-DA118EF89EDD}"/>
              </a:ext>
            </a:extLst>
          </p:cNvPr>
          <p:cNvGrpSpPr/>
          <p:nvPr/>
        </p:nvGrpSpPr>
        <p:grpSpPr>
          <a:xfrm>
            <a:off x="753033" y="1219200"/>
            <a:ext cx="1071600" cy="745600"/>
            <a:chOff x="725125" y="742575"/>
            <a:chExt cx="803700" cy="559200"/>
          </a:xfrm>
        </p:grpSpPr>
        <p:sp>
          <p:nvSpPr>
            <p:cNvPr id="4" name="Google Shape;63;p14">
              <a:extLst>
                <a:ext uri="{FF2B5EF4-FFF2-40B4-BE49-F238E27FC236}">
                  <a16:creationId xmlns:a16="http://schemas.microsoft.com/office/drawing/2014/main" id="{267C10E4-0A41-0B1D-C493-18F67C23D60C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pSeed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64;p14">
              <a:extLst>
                <a:ext uri="{FF2B5EF4-FFF2-40B4-BE49-F238E27FC236}">
                  <a16:creationId xmlns:a16="http://schemas.microsoft.com/office/drawing/2014/main" id="{DE727A9C-0690-20FF-0B38-3A96D4042729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altLang="ko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D15124CA-C955-4BB1-9607-B2155EAB0EDC}"/>
              </a:ext>
            </a:extLst>
          </p:cNvPr>
          <p:cNvSpPr txBox="1"/>
          <p:nvPr/>
        </p:nvSpPr>
        <p:spPr>
          <a:xfrm>
            <a:off x="266700" y="1219200"/>
            <a:ext cx="50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58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1CE457-EE74-2803-BA4A-4785880B3945}"/>
              </a:ext>
            </a:extLst>
          </p:cNvPr>
          <p:cNvSpPr txBox="1"/>
          <p:nvPr/>
        </p:nvSpPr>
        <p:spPr>
          <a:xfrm>
            <a:off x="266700" y="2235200"/>
            <a:ext cx="406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62 Snode* </a:t>
            </a:r>
            <a:r>
              <a:rPr lang="en-US" altLang="ko-KR" dirty="0" err="1"/>
              <a:t>pRight</a:t>
            </a:r>
            <a:r>
              <a:rPr lang="en-US" altLang="ko-KR" dirty="0"/>
              <a:t> = </a:t>
            </a:r>
            <a:r>
              <a:rPr lang="en-US" altLang="ko-KR" dirty="0" err="1"/>
              <a:t>CreateNode</a:t>
            </a:r>
            <a:r>
              <a:rPr lang="en-US" altLang="ko-KR" dirty="0"/>
              <a:t>(30)</a:t>
            </a:r>
            <a:endParaRPr lang="ko-KR" altLang="en-US" dirty="0"/>
          </a:p>
        </p:txBody>
      </p:sp>
      <p:grpSp>
        <p:nvGrpSpPr>
          <p:cNvPr id="8" name="Google Shape;70;p14">
            <a:extLst>
              <a:ext uri="{FF2B5EF4-FFF2-40B4-BE49-F238E27FC236}">
                <a16:creationId xmlns:a16="http://schemas.microsoft.com/office/drawing/2014/main" id="{C3B47A27-4688-8375-F2A3-41437324BF04}"/>
              </a:ext>
            </a:extLst>
          </p:cNvPr>
          <p:cNvGrpSpPr/>
          <p:nvPr/>
        </p:nvGrpSpPr>
        <p:grpSpPr>
          <a:xfrm>
            <a:off x="2734233" y="3247732"/>
            <a:ext cx="1071600" cy="745600"/>
            <a:chOff x="725125" y="742575"/>
            <a:chExt cx="803700" cy="559200"/>
          </a:xfrm>
        </p:grpSpPr>
        <p:sp>
          <p:nvSpPr>
            <p:cNvPr id="9" name="Google Shape;71;p14">
              <a:extLst>
                <a:ext uri="{FF2B5EF4-FFF2-40B4-BE49-F238E27FC236}">
                  <a16:creationId xmlns:a16="http://schemas.microsoft.com/office/drawing/2014/main" id="{4AED5544-10EE-7911-00C3-2308DECF6BAC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72;p14">
              <a:extLst>
                <a:ext uri="{FF2B5EF4-FFF2-40B4-BE49-F238E27FC236}">
                  <a16:creationId xmlns:a16="http://schemas.microsoft.com/office/drawing/2014/main" id="{24F22A31-5787-C4BE-2062-B56420697E02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30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1" name="Google Shape;324;p23">
            <a:extLst>
              <a:ext uri="{FF2B5EF4-FFF2-40B4-BE49-F238E27FC236}">
                <a16:creationId xmlns:a16="http://schemas.microsoft.com/office/drawing/2014/main" id="{C688D590-7C12-509F-7CE5-F93166CBCD11}"/>
              </a:ext>
            </a:extLst>
          </p:cNvPr>
          <p:cNvCxnSpPr>
            <a:cxnSpLocks/>
          </p:cNvCxnSpPr>
          <p:nvPr/>
        </p:nvCxnSpPr>
        <p:spPr>
          <a:xfrm>
            <a:off x="6849760" y="544531"/>
            <a:ext cx="176084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13" name="Google Shape;129;p15">
            <a:extLst>
              <a:ext uri="{FF2B5EF4-FFF2-40B4-BE49-F238E27FC236}">
                <a16:creationId xmlns:a16="http://schemas.microsoft.com/office/drawing/2014/main" id="{61EB1FDE-41AF-A083-D0B6-FFB03502AB42}"/>
              </a:ext>
            </a:extLst>
          </p:cNvPr>
          <p:cNvCxnSpPr>
            <a:cxnSpLocks/>
          </p:cNvCxnSpPr>
          <p:nvPr/>
        </p:nvCxnSpPr>
        <p:spPr>
          <a:xfrm>
            <a:off x="9046860" y="544531"/>
            <a:ext cx="176084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6" name="Google Shape;324;p23">
            <a:extLst>
              <a:ext uri="{FF2B5EF4-FFF2-40B4-BE49-F238E27FC236}">
                <a16:creationId xmlns:a16="http://schemas.microsoft.com/office/drawing/2014/main" id="{4F90596D-5CB7-4EDB-F1B7-CCF4FAC03F07}"/>
              </a:ext>
            </a:extLst>
          </p:cNvPr>
          <p:cNvCxnSpPr>
            <a:cxnSpLocks/>
            <a:endCxn id="10" idx="0"/>
          </p:cNvCxnSpPr>
          <p:nvPr/>
        </p:nvCxnSpPr>
        <p:spPr>
          <a:xfrm flipH="1">
            <a:off x="3270033" y="2604532"/>
            <a:ext cx="654267" cy="101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grpSp>
        <p:nvGrpSpPr>
          <p:cNvPr id="21" name="Google Shape;62;p14">
            <a:extLst>
              <a:ext uri="{FF2B5EF4-FFF2-40B4-BE49-F238E27FC236}">
                <a16:creationId xmlns:a16="http://schemas.microsoft.com/office/drawing/2014/main" id="{49C2CEA9-AB5A-052C-2A33-415CDE1D6D3A}"/>
              </a:ext>
            </a:extLst>
          </p:cNvPr>
          <p:cNvGrpSpPr/>
          <p:nvPr/>
        </p:nvGrpSpPr>
        <p:grpSpPr>
          <a:xfrm>
            <a:off x="5737566" y="3247732"/>
            <a:ext cx="1071600" cy="745600"/>
            <a:chOff x="725125" y="742575"/>
            <a:chExt cx="803700" cy="559200"/>
          </a:xfrm>
        </p:grpSpPr>
        <p:sp>
          <p:nvSpPr>
            <p:cNvPr id="22" name="Google Shape;63;p14">
              <a:extLst>
                <a:ext uri="{FF2B5EF4-FFF2-40B4-BE49-F238E27FC236}">
                  <a16:creationId xmlns:a16="http://schemas.microsoft.com/office/drawing/2014/main" id="{3123AA1E-E0F0-BEEE-2238-000AD185381D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pTemp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64;p14">
              <a:extLst>
                <a:ext uri="{FF2B5EF4-FFF2-40B4-BE49-F238E27FC236}">
                  <a16:creationId xmlns:a16="http://schemas.microsoft.com/office/drawing/2014/main" id="{73FE8FD2-01B9-4179-481C-F5EEC139DD80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F1E0A0C0-AD77-E0AD-C9CE-5091EBADA690}"/>
              </a:ext>
            </a:extLst>
          </p:cNvPr>
          <p:cNvGrpSpPr/>
          <p:nvPr/>
        </p:nvGrpSpPr>
        <p:grpSpPr>
          <a:xfrm>
            <a:off x="2573401" y="5038032"/>
            <a:ext cx="1071603" cy="1118400"/>
            <a:chOff x="2576366" y="4663498"/>
            <a:chExt cx="1071603" cy="1118400"/>
          </a:xfrm>
        </p:grpSpPr>
        <p:grpSp>
          <p:nvGrpSpPr>
            <p:cNvPr id="38" name="Google Shape;65;p14">
              <a:extLst>
                <a:ext uri="{FF2B5EF4-FFF2-40B4-BE49-F238E27FC236}">
                  <a16:creationId xmlns:a16="http://schemas.microsoft.com/office/drawing/2014/main" id="{DB831598-17F3-70AB-A49A-BDC57F1922C1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39" name="Google Shape;66;p14">
                <a:extLst>
                  <a:ext uri="{FF2B5EF4-FFF2-40B4-BE49-F238E27FC236}">
                    <a16:creationId xmlns:a16="http://schemas.microsoft.com/office/drawing/2014/main" id="{FEC60094-732C-21C1-FBF8-D39C22C16496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41" name="Google Shape;67;p14">
                  <a:extLst>
                    <a:ext uri="{FF2B5EF4-FFF2-40B4-BE49-F238E27FC236}">
                      <a16:creationId xmlns:a16="http://schemas.microsoft.com/office/drawing/2014/main" id="{D484B941-7879-80E3-E242-85B6E48482D4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0x01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" name="Google Shape;68;p14">
                  <a:extLst>
                    <a:ext uri="{FF2B5EF4-FFF2-40B4-BE49-F238E27FC236}">
                      <a16:creationId xmlns:a16="http://schemas.microsoft.com/office/drawing/2014/main" id="{74A98FD4-EC2B-C088-EE54-AD6F068A8FED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" name="Google Shape;69;p14">
                <a:extLst>
                  <a:ext uri="{FF2B5EF4-FFF2-40B4-BE49-F238E27FC236}">
                    <a16:creationId xmlns:a16="http://schemas.microsoft.com/office/drawing/2014/main" id="{BDB19240-B124-0EDB-D387-928DAE55114E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4" name="Google Shape;81;p14">
              <a:extLst>
                <a:ext uri="{FF2B5EF4-FFF2-40B4-BE49-F238E27FC236}">
                  <a16:creationId xmlns:a16="http://schemas.microsoft.com/office/drawing/2014/main" id="{77DF4898-78BA-7AEB-1687-E60569DF9F9D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" name="Google Shape;62;p14">
            <a:extLst>
              <a:ext uri="{FF2B5EF4-FFF2-40B4-BE49-F238E27FC236}">
                <a16:creationId xmlns:a16="http://schemas.microsoft.com/office/drawing/2014/main" id="{168E90B6-AD15-C58D-913C-8DA9D5F14148}"/>
              </a:ext>
            </a:extLst>
          </p:cNvPr>
          <p:cNvGrpSpPr/>
          <p:nvPr/>
        </p:nvGrpSpPr>
        <p:grpSpPr>
          <a:xfrm>
            <a:off x="2734233" y="1219200"/>
            <a:ext cx="1071600" cy="745600"/>
            <a:chOff x="725125" y="742575"/>
            <a:chExt cx="803700" cy="559200"/>
          </a:xfrm>
        </p:grpSpPr>
        <p:sp>
          <p:nvSpPr>
            <p:cNvPr id="14" name="Google Shape;63;p14">
              <a:extLst>
                <a:ext uri="{FF2B5EF4-FFF2-40B4-BE49-F238E27FC236}">
                  <a16:creationId xmlns:a16="http://schemas.microsoft.com/office/drawing/2014/main" id="{3C12EF68-F83F-4F43-B027-F4C848F196F0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pParent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64;p14">
              <a:extLst>
                <a:ext uri="{FF2B5EF4-FFF2-40B4-BE49-F238E27FC236}">
                  <a16:creationId xmlns:a16="http://schemas.microsoft.com/office/drawing/2014/main" id="{0D1B29C8-0DFA-B160-7291-EFCCA1E128AF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7366D1D7-0E0C-48E9-769A-3F8369D01227}"/>
              </a:ext>
            </a:extLst>
          </p:cNvPr>
          <p:cNvGrpSpPr/>
          <p:nvPr/>
        </p:nvGrpSpPr>
        <p:grpSpPr>
          <a:xfrm>
            <a:off x="4505131" y="5032830"/>
            <a:ext cx="1071603" cy="1118400"/>
            <a:chOff x="2576366" y="4663498"/>
            <a:chExt cx="1071603" cy="1118400"/>
          </a:xfrm>
        </p:grpSpPr>
        <p:grpSp>
          <p:nvGrpSpPr>
            <p:cNvPr id="18" name="Google Shape;65;p14">
              <a:extLst>
                <a:ext uri="{FF2B5EF4-FFF2-40B4-BE49-F238E27FC236}">
                  <a16:creationId xmlns:a16="http://schemas.microsoft.com/office/drawing/2014/main" id="{9080844B-DB87-4E13-71FF-630E33791DBF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24" name="Google Shape;66;p14">
                <a:extLst>
                  <a:ext uri="{FF2B5EF4-FFF2-40B4-BE49-F238E27FC236}">
                    <a16:creationId xmlns:a16="http://schemas.microsoft.com/office/drawing/2014/main" id="{B0D591D5-BE3A-5F23-58BD-7970CC642F00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27" name="Google Shape;67;p14">
                  <a:extLst>
                    <a:ext uri="{FF2B5EF4-FFF2-40B4-BE49-F238E27FC236}">
                      <a16:creationId xmlns:a16="http://schemas.microsoft.com/office/drawing/2014/main" id="{90DEF2B9-DF70-0DAC-0DC6-8C40D6AFA2C1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0x02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" name="Google Shape;68;p14">
                  <a:extLst>
                    <a:ext uri="{FF2B5EF4-FFF2-40B4-BE49-F238E27FC236}">
                      <a16:creationId xmlns:a16="http://schemas.microsoft.com/office/drawing/2014/main" id="{5F00A37A-9DC5-BD5A-449A-4A1D853DD37B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20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6" name="Google Shape;69;p14">
                <a:extLst>
                  <a:ext uri="{FF2B5EF4-FFF2-40B4-BE49-F238E27FC236}">
                    <a16:creationId xmlns:a16="http://schemas.microsoft.com/office/drawing/2014/main" id="{6AD5A72E-C10A-6F2B-4A6B-A637E85667DD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" name="Google Shape;81;p14">
              <a:extLst>
                <a:ext uri="{FF2B5EF4-FFF2-40B4-BE49-F238E27FC236}">
                  <a16:creationId xmlns:a16="http://schemas.microsoft.com/office/drawing/2014/main" id="{5B96CA8C-72D4-EE6B-507D-5FD4AB20002E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2" name="Google Shape;129;p15">
            <a:extLst>
              <a:ext uri="{FF2B5EF4-FFF2-40B4-BE49-F238E27FC236}">
                <a16:creationId xmlns:a16="http://schemas.microsoft.com/office/drawing/2014/main" id="{21BBF04F-6FB5-0F82-10BD-1CB6D80FF2E6}"/>
              </a:ext>
            </a:extLst>
          </p:cNvPr>
          <p:cNvCxnSpPr>
            <a:cxnSpLocks/>
          </p:cNvCxnSpPr>
          <p:nvPr/>
        </p:nvCxnSpPr>
        <p:spPr>
          <a:xfrm flipH="1">
            <a:off x="2573401" y="1964800"/>
            <a:ext cx="696632" cy="325963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9" name="Google Shape;62;p14">
            <a:extLst>
              <a:ext uri="{FF2B5EF4-FFF2-40B4-BE49-F238E27FC236}">
                <a16:creationId xmlns:a16="http://schemas.microsoft.com/office/drawing/2014/main" id="{F0C5E882-91B6-DFAD-7CFF-5D4B71EBA9A7}"/>
              </a:ext>
            </a:extLst>
          </p:cNvPr>
          <p:cNvGrpSpPr/>
          <p:nvPr/>
        </p:nvGrpSpPr>
        <p:grpSpPr>
          <a:xfrm>
            <a:off x="4326533" y="1219200"/>
            <a:ext cx="1071600" cy="745600"/>
            <a:chOff x="725125" y="742575"/>
            <a:chExt cx="803700" cy="559200"/>
          </a:xfrm>
        </p:grpSpPr>
        <p:sp>
          <p:nvSpPr>
            <p:cNvPr id="30" name="Google Shape;63;p14">
              <a:extLst>
                <a:ext uri="{FF2B5EF4-FFF2-40B4-BE49-F238E27FC236}">
                  <a16:creationId xmlns:a16="http://schemas.microsoft.com/office/drawing/2014/main" id="{F6AB5902-6DE7-18F2-268F-69E6D924570B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pLeft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64;p14">
              <a:extLst>
                <a:ext uri="{FF2B5EF4-FFF2-40B4-BE49-F238E27FC236}">
                  <a16:creationId xmlns:a16="http://schemas.microsoft.com/office/drawing/2014/main" id="{8AAFDF91-1A7A-D0F7-3AE9-12E8BA88D85D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0x02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6" name="Google Shape;129;p15">
            <a:extLst>
              <a:ext uri="{FF2B5EF4-FFF2-40B4-BE49-F238E27FC236}">
                <a16:creationId xmlns:a16="http://schemas.microsoft.com/office/drawing/2014/main" id="{F82CE9C2-B89A-FEB2-9A77-F4EAD63F6034}"/>
              </a:ext>
            </a:extLst>
          </p:cNvPr>
          <p:cNvCxnSpPr>
            <a:cxnSpLocks/>
            <a:stCxn id="31" idx="1"/>
            <a:endCxn id="27" idx="1"/>
          </p:cNvCxnSpPr>
          <p:nvPr/>
        </p:nvCxnSpPr>
        <p:spPr>
          <a:xfrm>
            <a:off x="4326533" y="1778400"/>
            <a:ext cx="178598" cy="344083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E5D6C4F8-F2DA-E13E-F767-03E16D76DA89}"/>
              </a:ext>
            </a:extLst>
          </p:cNvPr>
          <p:cNvGrpSpPr/>
          <p:nvPr/>
        </p:nvGrpSpPr>
        <p:grpSpPr>
          <a:xfrm>
            <a:off x="6093273" y="5027628"/>
            <a:ext cx="1071603" cy="1118400"/>
            <a:chOff x="2576366" y="4663498"/>
            <a:chExt cx="1071603" cy="1118400"/>
          </a:xfrm>
        </p:grpSpPr>
        <p:grpSp>
          <p:nvGrpSpPr>
            <p:cNvPr id="35" name="Google Shape;65;p14">
              <a:extLst>
                <a:ext uri="{FF2B5EF4-FFF2-40B4-BE49-F238E27FC236}">
                  <a16:creationId xmlns:a16="http://schemas.microsoft.com/office/drawing/2014/main" id="{6115FFF6-92C3-8551-AD7D-E76EBEC1F5C0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43" name="Google Shape;66;p14">
                <a:extLst>
                  <a:ext uri="{FF2B5EF4-FFF2-40B4-BE49-F238E27FC236}">
                    <a16:creationId xmlns:a16="http://schemas.microsoft.com/office/drawing/2014/main" id="{053B90B2-89EC-4DF5-5B01-70ED94D1D842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46" name="Google Shape;67;p14">
                  <a:extLst>
                    <a:ext uri="{FF2B5EF4-FFF2-40B4-BE49-F238E27FC236}">
                      <a16:creationId xmlns:a16="http://schemas.microsoft.com/office/drawing/2014/main" id="{B77BA1B4-1B5F-ECAC-6B83-F3C9FC3C1368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0x03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" name="Google Shape;68;p14">
                  <a:extLst>
                    <a:ext uri="{FF2B5EF4-FFF2-40B4-BE49-F238E27FC236}">
                      <a16:creationId xmlns:a16="http://schemas.microsoft.com/office/drawing/2014/main" id="{39712389-6E4B-D22C-C98F-DECDDC8E04D4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30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5" name="Google Shape;69;p14">
                <a:extLst>
                  <a:ext uri="{FF2B5EF4-FFF2-40B4-BE49-F238E27FC236}">
                    <a16:creationId xmlns:a16="http://schemas.microsoft.com/office/drawing/2014/main" id="{33520788-ED99-C79E-62CA-5DD62074D352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7" name="Google Shape;81;p14">
              <a:extLst>
                <a:ext uri="{FF2B5EF4-FFF2-40B4-BE49-F238E27FC236}">
                  <a16:creationId xmlns:a16="http://schemas.microsoft.com/office/drawing/2014/main" id="{4CA55476-A3CB-6FB8-E313-31A1281CAA5D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72" name="Google Shape;129;p15">
            <a:extLst>
              <a:ext uri="{FF2B5EF4-FFF2-40B4-BE49-F238E27FC236}">
                <a16:creationId xmlns:a16="http://schemas.microsoft.com/office/drawing/2014/main" id="{5E333A9D-7773-20A2-92D0-B28250B33FDB}"/>
              </a:ext>
            </a:extLst>
          </p:cNvPr>
          <p:cNvCxnSpPr>
            <a:cxnSpLocks/>
            <a:stCxn id="23" idx="2"/>
            <a:endCxn id="46" idx="1"/>
          </p:cNvCxnSpPr>
          <p:nvPr/>
        </p:nvCxnSpPr>
        <p:spPr>
          <a:xfrm flipH="1">
            <a:off x="6093273" y="3993332"/>
            <a:ext cx="180093" cy="122069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2E0CB4E5-05DC-7727-F10D-B6F02DE847A2}"/>
              </a:ext>
            </a:extLst>
          </p:cNvPr>
          <p:cNvSpPr txBox="1"/>
          <p:nvPr/>
        </p:nvSpPr>
        <p:spPr>
          <a:xfrm>
            <a:off x="6383401" y="2568886"/>
            <a:ext cx="807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24-62</a:t>
            </a:r>
          </a:p>
        </p:txBody>
      </p:sp>
      <p:grpSp>
        <p:nvGrpSpPr>
          <p:cNvPr id="20" name="Google Shape;62;p14">
            <a:extLst>
              <a:ext uri="{FF2B5EF4-FFF2-40B4-BE49-F238E27FC236}">
                <a16:creationId xmlns:a16="http://schemas.microsoft.com/office/drawing/2014/main" id="{21DDAC2E-C0A6-1275-5D53-550D1AC368EF}"/>
              </a:ext>
            </a:extLst>
          </p:cNvPr>
          <p:cNvGrpSpPr/>
          <p:nvPr/>
        </p:nvGrpSpPr>
        <p:grpSpPr>
          <a:xfrm>
            <a:off x="5915419" y="1219200"/>
            <a:ext cx="1071600" cy="745600"/>
            <a:chOff x="725125" y="742575"/>
            <a:chExt cx="803700" cy="559200"/>
          </a:xfrm>
        </p:grpSpPr>
        <p:sp>
          <p:nvSpPr>
            <p:cNvPr id="25" name="Google Shape;63;p14">
              <a:extLst>
                <a:ext uri="{FF2B5EF4-FFF2-40B4-BE49-F238E27FC236}">
                  <a16:creationId xmlns:a16="http://schemas.microsoft.com/office/drawing/2014/main" id="{01B82FF7-CE83-15FC-83D4-67A7CBD44DBC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pRight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64;p14">
              <a:extLst>
                <a:ext uri="{FF2B5EF4-FFF2-40B4-BE49-F238E27FC236}">
                  <a16:creationId xmlns:a16="http://schemas.microsoft.com/office/drawing/2014/main" id="{65A88962-02CD-E1DB-E0FD-17113F3B5AA7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8" name="Google Shape;324;p23">
            <a:extLst>
              <a:ext uri="{FF2B5EF4-FFF2-40B4-BE49-F238E27FC236}">
                <a16:creationId xmlns:a16="http://schemas.microsoft.com/office/drawing/2014/main" id="{E99EC219-E2FF-63A4-E655-DD5E5D1D58CB}"/>
              </a:ext>
            </a:extLst>
          </p:cNvPr>
          <p:cNvCxnSpPr>
            <a:cxnSpLocks/>
            <a:stCxn id="22" idx="2"/>
            <a:endCxn id="33" idx="0"/>
          </p:cNvCxnSpPr>
          <p:nvPr/>
        </p:nvCxnSpPr>
        <p:spPr>
          <a:xfrm flipV="1">
            <a:off x="6273366" y="1592000"/>
            <a:ext cx="177853" cy="20285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53" name="Google Shape;129;p15">
            <a:extLst>
              <a:ext uri="{FF2B5EF4-FFF2-40B4-BE49-F238E27FC236}">
                <a16:creationId xmlns:a16="http://schemas.microsoft.com/office/drawing/2014/main" id="{73CF3FCC-856A-546E-B67C-88310E91BB0D}"/>
              </a:ext>
            </a:extLst>
          </p:cNvPr>
          <p:cNvCxnSpPr>
            <a:cxnSpLocks/>
            <a:stCxn id="33" idx="1"/>
            <a:endCxn id="46" idx="1"/>
          </p:cNvCxnSpPr>
          <p:nvPr/>
        </p:nvCxnSpPr>
        <p:spPr>
          <a:xfrm>
            <a:off x="5915419" y="1778400"/>
            <a:ext cx="177854" cy="3435628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27542326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276E9-B90B-5961-8E25-50C94A1B3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343DFBC-74D2-A616-583A-AFA18568A1BC}"/>
              </a:ext>
            </a:extLst>
          </p:cNvPr>
          <p:cNvSpPr txBox="1"/>
          <p:nvPr/>
        </p:nvSpPr>
        <p:spPr>
          <a:xfrm>
            <a:off x="266700" y="387866"/>
            <a:ext cx="447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이진트리</a:t>
            </a:r>
            <a:r>
              <a:rPr lang="ko-KR" altLang="en-US" dirty="0"/>
              <a:t> 생성</a:t>
            </a:r>
          </a:p>
        </p:txBody>
      </p:sp>
      <p:grpSp>
        <p:nvGrpSpPr>
          <p:cNvPr id="3" name="Google Shape;62;p14">
            <a:extLst>
              <a:ext uri="{FF2B5EF4-FFF2-40B4-BE49-F238E27FC236}">
                <a16:creationId xmlns:a16="http://schemas.microsoft.com/office/drawing/2014/main" id="{94291543-AC6B-B921-2760-8E51F193B984}"/>
              </a:ext>
            </a:extLst>
          </p:cNvPr>
          <p:cNvGrpSpPr/>
          <p:nvPr/>
        </p:nvGrpSpPr>
        <p:grpSpPr>
          <a:xfrm>
            <a:off x="753033" y="1219200"/>
            <a:ext cx="1071600" cy="745600"/>
            <a:chOff x="725125" y="742575"/>
            <a:chExt cx="803700" cy="559200"/>
          </a:xfrm>
        </p:grpSpPr>
        <p:sp>
          <p:nvSpPr>
            <p:cNvPr id="4" name="Google Shape;63;p14">
              <a:extLst>
                <a:ext uri="{FF2B5EF4-FFF2-40B4-BE49-F238E27FC236}">
                  <a16:creationId xmlns:a16="http://schemas.microsoft.com/office/drawing/2014/main" id="{946D548F-C8F5-58A4-E8F4-BFB4DF101D6B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pSeed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64;p14">
              <a:extLst>
                <a:ext uri="{FF2B5EF4-FFF2-40B4-BE49-F238E27FC236}">
                  <a16:creationId xmlns:a16="http://schemas.microsoft.com/office/drawing/2014/main" id="{6DEAD323-7F59-DE6E-C6D3-124B91230F90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altLang="ko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8812B6E2-AEED-2F0B-FB70-B120F8D4AD9B}"/>
              </a:ext>
            </a:extLst>
          </p:cNvPr>
          <p:cNvSpPr txBox="1"/>
          <p:nvPr/>
        </p:nvSpPr>
        <p:spPr>
          <a:xfrm>
            <a:off x="266700" y="1219200"/>
            <a:ext cx="50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58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95F285-4366-CC6F-7E73-3EEAE3166B08}"/>
              </a:ext>
            </a:extLst>
          </p:cNvPr>
          <p:cNvSpPr txBox="1"/>
          <p:nvPr/>
        </p:nvSpPr>
        <p:spPr>
          <a:xfrm>
            <a:off x="266700" y="2235200"/>
            <a:ext cx="406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63 Snode* </a:t>
            </a:r>
            <a:r>
              <a:rPr lang="en-US" altLang="ko-KR" dirty="0" err="1"/>
              <a:t>pD</a:t>
            </a:r>
            <a:r>
              <a:rPr lang="en-US" altLang="ko-KR" dirty="0"/>
              <a:t> = </a:t>
            </a:r>
            <a:r>
              <a:rPr lang="en-US" altLang="ko-KR" dirty="0" err="1"/>
              <a:t>CreateNode</a:t>
            </a:r>
            <a:r>
              <a:rPr lang="en-US" altLang="ko-KR" dirty="0"/>
              <a:t>(40)</a:t>
            </a:r>
            <a:endParaRPr lang="ko-KR" altLang="en-US" dirty="0"/>
          </a:p>
        </p:txBody>
      </p:sp>
      <p:grpSp>
        <p:nvGrpSpPr>
          <p:cNvPr id="8" name="Google Shape;70;p14">
            <a:extLst>
              <a:ext uri="{FF2B5EF4-FFF2-40B4-BE49-F238E27FC236}">
                <a16:creationId xmlns:a16="http://schemas.microsoft.com/office/drawing/2014/main" id="{4EBA3326-F4D0-DA80-623E-16590FED7D97}"/>
              </a:ext>
            </a:extLst>
          </p:cNvPr>
          <p:cNvGrpSpPr/>
          <p:nvPr/>
        </p:nvGrpSpPr>
        <p:grpSpPr>
          <a:xfrm>
            <a:off x="2734233" y="3247732"/>
            <a:ext cx="1071600" cy="745600"/>
            <a:chOff x="725125" y="742575"/>
            <a:chExt cx="803700" cy="559200"/>
          </a:xfrm>
        </p:grpSpPr>
        <p:sp>
          <p:nvSpPr>
            <p:cNvPr id="9" name="Google Shape;71;p14">
              <a:extLst>
                <a:ext uri="{FF2B5EF4-FFF2-40B4-BE49-F238E27FC236}">
                  <a16:creationId xmlns:a16="http://schemas.microsoft.com/office/drawing/2014/main" id="{286216BA-55B7-636A-0C4A-21768FD46001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72;p14">
              <a:extLst>
                <a:ext uri="{FF2B5EF4-FFF2-40B4-BE49-F238E27FC236}">
                  <a16:creationId xmlns:a16="http://schemas.microsoft.com/office/drawing/2014/main" id="{A8C623D2-C4CF-5266-E698-4F1D5900A0DC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40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1" name="Google Shape;324;p23">
            <a:extLst>
              <a:ext uri="{FF2B5EF4-FFF2-40B4-BE49-F238E27FC236}">
                <a16:creationId xmlns:a16="http://schemas.microsoft.com/office/drawing/2014/main" id="{2EE4BDC4-30D1-63DD-F15C-CC93EEBD4D06}"/>
              </a:ext>
            </a:extLst>
          </p:cNvPr>
          <p:cNvCxnSpPr>
            <a:cxnSpLocks/>
          </p:cNvCxnSpPr>
          <p:nvPr/>
        </p:nvCxnSpPr>
        <p:spPr>
          <a:xfrm>
            <a:off x="6849760" y="544531"/>
            <a:ext cx="176084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13" name="Google Shape;129;p15">
            <a:extLst>
              <a:ext uri="{FF2B5EF4-FFF2-40B4-BE49-F238E27FC236}">
                <a16:creationId xmlns:a16="http://schemas.microsoft.com/office/drawing/2014/main" id="{BB85B46C-4030-D53A-4548-AD2A94941BF2}"/>
              </a:ext>
            </a:extLst>
          </p:cNvPr>
          <p:cNvCxnSpPr>
            <a:cxnSpLocks/>
          </p:cNvCxnSpPr>
          <p:nvPr/>
        </p:nvCxnSpPr>
        <p:spPr>
          <a:xfrm>
            <a:off x="9046860" y="544531"/>
            <a:ext cx="176084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6" name="Google Shape;324;p23">
            <a:extLst>
              <a:ext uri="{FF2B5EF4-FFF2-40B4-BE49-F238E27FC236}">
                <a16:creationId xmlns:a16="http://schemas.microsoft.com/office/drawing/2014/main" id="{E324DE63-322A-7612-78B3-28FFB081A2CC}"/>
              </a:ext>
            </a:extLst>
          </p:cNvPr>
          <p:cNvCxnSpPr>
            <a:cxnSpLocks/>
            <a:endCxn id="10" idx="0"/>
          </p:cNvCxnSpPr>
          <p:nvPr/>
        </p:nvCxnSpPr>
        <p:spPr>
          <a:xfrm flipH="1">
            <a:off x="3270033" y="2604532"/>
            <a:ext cx="285967" cy="101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grpSp>
        <p:nvGrpSpPr>
          <p:cNvPr id="21" name="Google Shape;62;p14">
            <a:extLst>
              <a:ext uri="{FF2B5EF4-FFF2-40B4-BE49-F238E27FC236}">
                <a16:creationId xmlns:a16="http://schemas.microsoft.com/office/drawing/2014/main" id="{495CBF0C-3400-7BDF-795D-60AFC4E58244}"/>
              </a:ext>
            </a:extLst>
          </p:cNvPr>
          <p:cNvGrpSpPr/>
          <p:nvPr/>
        </p:nvGrpSpPr>
        <p:grpSpPr>
          <a:xfrm>
            <a:off x="7621018" y="3221816"/>
            <a:ext cx="1071600" cy="745600"/>
            <a:chOff x="725125" y="742575"/>
            <a:chExt cx="803700" cy="559200"/>
          </a:xfrm>
        </p:grpSpPr>
        <p:sp>
          <p:nvSpPr>
            <p:cNvPr id="22" name="Google Shape;63;p14">
              <a:extLst>
                <a:ext uri="{FF2B5EF4-FFF2-40B4-BE49-F238E27FC236}">
                  <a16:creationId xmlns:a16="http://schemas.microsoft.com/office/drawing/2014/main" id="{5F08842F-3163-03BB-A353-A9C702C46B60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pTemp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64;p14">
              <a:extLst>
                <a:ext uri="{FF2B5EF4-FFF2-40B4-BE49-F238E27FC236}">
                  <a16:creationId xmlns:a16="http://schemas.microsoft.com/office/drawing/2014/main" id="{92C52EFC-127E-5FC1-CC29-9E737C1F8FB8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0x04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18B07949-2648-E162-0AAA-17F0A64A192A}"/>
              </a:ext>
            </a:extLst>
          </p:cNvPr>
          <p:cNvGrpSpPr/>
          <p:nvPr/>
        </p:nvGrpSpPr>
        <p:grpSpPr>
          <a:xfrm>
            <a:off x="2573401" y="5038032"/>
            <a:ext cx="1071603" cy="1118400"/>
            <a:chOff x="2576366" y="4663498"/>
            <a:chExt cx="1071603" cy="1118400"/>
          </a:xfrm>
        </p:grpSpPr>
        <p:grpSp>
          <p:nvGrpSpPr>
            <p:cNvPr id="38" name="Google Shape;65;p14">
              <a:extLst>
                <a:ext uri="{FF2B5EF4-FFF2-40B4-BE49-F238E27FC236}">
                  <a16:creationId xmlns:a16="http://schemas.microsoft.com/office/drawing/2014/main" id="{D0195538-E823-857E-9119-CC8920A4D69F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39" name="Google Shape;66;p14">
                <a:extLst>
                  <a:ext uri="{FF2B5EF4-FFF2-40B4-BE49-F238E27FC236}">
                    <a16:creationId xmlns:a16="http://schemas.microsoft.com/office/drawing/2014/main" id="{AD2E1E71-2719-7A70-5559-597BDF979C0C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41" name="Google Shape;67;p14">
                  <a:extLst>
                    <a:ext uri="{FF2B5EF4-FFF2-40B4-BE49-F238E27FC236}">
                      <a16:creationId xmlns:a16="http://schemas.microsoft.com/office/drawing/2014/main" id="{4D042FDA-D3D6-E3EF-0FD4-AADA7770E6D3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0x01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" name="Google Shape;68;p14">
                  <a:extLst>
                    <a:ext uri="{FF2B5EF4-FFF2-40B4-BE49-F238E27FC236}">
                      <a16:creationId xmlns:a16="http://schemas.microsoft.com/office/drawing/2014/main" id="{6DADD028-845A-1E86-3CF3-FCEF5DE25BFF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" name="Google Shape;69;p14">
                <a:extLst>
                  <a:ext uri="{FF2B5EF4-FFF2-40B4-BE49-F238E27FC236}">
                    <a16:creationId xmlns:a16="http://schemas.microsoft.com/office/drawing/2014/main" id="{A87B65FD-9510-F94E-42BC-84896DFDCB9C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4" name="Google Shape;81;p14">
              <a:extLst>
                <a:ext uri="{FF2B5EF4-FFF2-40B4-BE49-F238E27FC236}">
                  <a16:creationId xmlns:a16="http://schemas.microsoft.com/office/drawing/2014/main" id="{83A01C30-47A6-F856-66C7-61AE637DB7A1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" name="Google Shape;62;p14">
            <a:extLst>
              <a:ext uri="{FF2B5EF4-FFF2-40B4-BE49-F238E27FC236}">
                <a16:creationId xmlns:a16="http://schemas.microsoft.com/office/drawing/2014/main" id="{4BFB9595-95BE-B003-5FEB-AE9DF1E34B0D}"/>
              </a:ext>
            </a:extLst>
          </p:cNvPr>
          <p:cNvGrpSpPr/>
          <p:nvPr/>
        </p:nvGrpSpPr>
        <p:grpSpPr>
          <a:xfrm>
            <a:off x="2734233" y="1219200"/>
            <a:ext cx="1071600" cy="745600"/>
            <a:chOff x="725125" y="742575"/>
            <a:chExt cx="803700" cy="559200"/>
          </a:xfrm>
        </p:grpSpPr>
        <p:sp>
          <p:nvSpPr>
            <p:cNvPr id="14" name="Google Shape;63;p14">
              <a:extLst>
                <a:ext uri="{FF2B5EF4-FFF2-40B4-BE49-F238E27FC236}">
                  <a16:creationId xmlns:a16="http://schemas.microsoft.com/office/drawing/2014/main" id="{303BE393-4E97-7DDE-01F8-5C16C7A9D703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pParent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64;p14">
              <a:extLst>
                <a:ext uri="{FF2B5EF4-FFF2-40B4-BE49-F238E27FC236}">
                  <a16:creationId xmlns:a16="http://schemas.microsoft.com/office/drawing/2014/main" id="{67E48325-3803-7BE4-725D-E16F060DB6E2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B8591B2E-63A3-CBEF-E425-DBF0EBB99C80}"/>
              </a:ext>
            </a:extLst>
          </p:cNvPr>
          <p:cNvGrpSpPr/>
          <p:nvPr/>
        </p:nvGrpSpPr>
        <p:grpSpPr>
          <a:xfrm>
            <a:off x="4505131" y="5032830"/>
            <a:ext cx="1071603" cy="1118400"/>
            <a:chOff x="2576366" y="4663498"/>
            <a:chExt cx="1071603" cy="1118400"/>
          </a:xfrm>
        </p:grpSpPr>
        <p:grpSp>
          <p:nvGrpSpPr>
            <p:cNvPr id="18" name="Google Shape;65;p14">
              <a:extLst>
                <a:ext uri="{FF2B5EF4-FFF2-40B4-BE49-F238E27FC236}">
                  <a16:creationId xmlns:a16="http://schemas.microsoft.com/office/drawing/2014/main" id="{3E3CBF7F-5092-A17C-0D35-FC9C6EDEA9E3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24" name="Google Shape;66;p14">
                <a:extLst>
                  <a:ext uri="{FF2B5EF4-FFF2-40B4-BE49-F238E27FC236}">
                    <a16:creationId xmlns:a16="http://schemas.microsoft.com/office/drawing/2014/main" id="{16A778DA-1B8A-A812-1BEB-6E63B8EAB131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27" name="Google Shape;67;p14">
                  <a:extLst>
                    <a:ext uri="{FF2B5EF4-FFF2-40B4-BE49-F238E27FC236}">
                      <a16:creationId xmlns:a16="http://schemas.microsoft.com/office/drawing/2014/main" id="{FD351F26-2907-DAF5-02FE-B7086DD28E64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0x02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" name="Google Shape;68;p14">
                  <a:extLst>
                    <a:ext uri="{FF2B5EF4-FFF2-40B4-BE49-F238E27FC236}">
                      <a16:creationId xmlns:a16="http://schemas.microsoft.com/office/drawing/2014/main" id="{23D8D4C2-C852-D1E2-C5A4-F9509BA489A5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20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6" name="Google Shape;69;p14">
                <a:extLst>
                  <a:ext uri="{FF2B5EF4-FFF2-40B4-BE49-F238E27FC236}">
                    <a16:creationId xmlns:a16="http://schemas.microsoft.com/office/drawing/2014/main" id="{30EC0EA0-35AD-81C6-1EC7-ABB37554796C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" name="Google Shape;81;p14">
              <a:extLst>
                <a:ext uri="{FF2B5EF4-FFF2-40B4-BE49-F238E27FC236}">
                  <a16:creationId xmlns:a16="http://schemas.microsoft.com/office/drawing/2014/main" id="{1DC4F862-A172-A7F8-E0F3-B0393E9DD78F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2" name="Google Shape;129;p15">
            <a:extLst>
              <a:ext uri="{FF2B5EF4-FFF2-40B4-BE49-F238E27FC236}">
                <a16:creationId xmlns:a16="http://schemas.microsoft.com/office/drawing/2014/main" id="{E9265B85-D1F9-20E9-3AA0-3011A7C67397}"/>
              </a:ext>
            </a:extLst>
          </p:cNvPr>
          <p:cNvCxnSpPr>
            <a:cxnSpLocks/>
          </p:cNvCxnSpPr>
          <p:nvPr/>
        </p:nvCxnSpPr>
        <p:spPr>
          <a:xfrm flipH="1">
            <a:off x="2573401" y="1964800"/>
            <a:ext cx="696632" cy="325963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9" name="Google Shape;62;p14">
            <a:extLst>
              <a:ext uri="{FF2B5EF4-FFF2-40B4-BE49-F238E27FC236}">
                <a16:creationId xmlns:a16="http://schemas.microsoft.com/office/drawing/2014/main" id="{7BB7974D-9728-21DF-C663-77D9263D7D65}"/>
              </a:ext>
            </a:extLst>
          </p:cNvPr>
          <p:cNvGrpSpPr/>
          <p:nvPr/>
        </p:nvGrpSpPr>
        <p:grpSpPr>
          <a:xfrm>
            <a:off x="4326533" y="1219200"/>
            <a:ext cx="1071600" cy="745600"/>
            <a:chOff x="725125" y="742575"/>
            <a:chExt cx="803700" cy="559200"/>
          </a:xfrm>
        </p:grpSpPr>
        <p:sp>
          <p:nvSpPr>
            <p:cNvPr id="30" name="Google Shape;63;p14">
              <a:extLst>
                <a:ext uri="{FF2B5EF4-FFF2-40B4-BE49-F238E27FC236}">
                  <a16:creationId xmlns:a16="http://schemas.microsoft.com/office/drawing/2014/main" id="{82F9AEAF-FACF-2A6F-7454-0DC1583EDDC1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pLeft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64;p14">
              <a:extLst>
                <a:ext uri="{FF2B5EF4-FFF2-40B4-BE49-F238E27FC236}">
                  <a16:creationId xmlns:a16="http://schemas.microsoft.com/office/drawing/2014/main" id="{6078C892-BDAE-148C-5A50-3DE7DA278677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0x02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6" name="Google Shape;129;p15">
            <a:extLst>
              <a:ext uri="{FF2B5EF4-FFF2-40B4-BE49-F238E27FC236}">
                <a16:creationId xmlns:a16="http://schemas.microsoft.com/office/drawing/2014/main" id="{19DDE15F-6FF9-A341-A0DE-553472CE33B0}"/>
              </a:ext>
            </a:extLst>
          </p:cNvPr>
          <p:cNvCxnSpPr>
            <a:cxnSpLocks/>
            <a:stCxn id="31" idx="1"/>
            <a:endCxn id="27" idx="1"/>
          </p:cNvCxnSpPr>
          <p:nvPr/>
        </p:nvCxnSpPr>
        <p:spPr>
          <a:xfrm>
            <a:off x="4326533" y="1778400"/>
            <a:ext cx="178598" cy="344083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1B1432D8-DB1E-5EB8-9DA4-607E498ABC5A}"/>
              </a:ext>
            </a:extLst>
          </p:cNvPr>
          <p:cNvGrpSpPr/>
          <p:nvPr/>
        </p:nvGrpSpPr>
        <p:grpSpPr>
          <a:xfrm>
            <a:off x="6093273" y="5027628"/>
            <a:ext cx="1071603" cy="1118400"/>
            <a:chOff x="2576366" y="4663498"/>
            <a:chExt cx="1071603" cy="1118400"/>
          </a:xfrm>
        </p:grpSpPr>
        <p:grpSp>
          <p:nvGrpSpPr>
            <p:cNvPr id="35" name="Google Shape;65;p14">
              <a:extLst>
                <a:ext uri="{FF2B5EF4-FFF2-40B4-BE49-F238E27FC236}">
                  <a16:creationId xmlns:a16="http://schemas.microsoft.com/office/drawing/2014/main" id="{A2E73541-E605-F45D-5DFB-E11A2F3CA32D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43" name="Google Shape;66;p14">
                <a:extLst>
                  <a:ext uri="{FF2B5EF4-FFF2-40B4-BE49-F238E27FC236}">
                    <a16:creationId xmlns:a16="http://schemas.microsoft.com/office/drawing/2014/main" id="{ABEC0554-AF36-BFB3-3154-EAEB02B9F25C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46" name="Google Shape;67;p14">
                  <a:extLst>
                    <a:ext uri="{FF2B5EF4-FFF2-40B4-BE49-F238E27FC236}">
                      <a16:creationId xmlns:a16="http://schemas.microsoft.com/office/drawing/2014/main" id="{EEBD86F1-15A2-D767-1CF1-0505B4AE35E8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0x03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" name="Google Shape;68;p14">
                  <a:extLst>
                    <a:ext uri="{FF2B5EF4-FFF2-40B4-BE49-F238E27FC236}">
                      <a16:creationId xmlns:a16="http://schemas.microsoft.com/office/drawing/2014/main" id="{9362442A-9DA7-A1AB-A6EF-5CB5B3CD36D5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30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5" name="Google Shape;69;p14">
                <a:extLst>
                  <a:ext uri="{FF2B5EF4-FFF2-40B4-BE49-F238E27FC236}">
                    <a16:creationId xmlns:a16="http://schemas.microsoft.com/office/drawing/2014/main" id="{6E8BC946-A46E-0C84-D83B-A3A892B3EC12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7" name="Google Shape;81;p14">
              <a:extLst>
                <a:ext uri="{FF2B5EF4-FFF2-40B4-BE49-F238E27FC236}">
                  <a16:creationId xmlns:a16="http://schemas.microsoft.com/office/drawing/2014/main" id="{3842CFE3-9495-9DE3-4393-347F49E6690C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" name="Google Shape;62;p14">
            <a:extLst>
              <a:ext uri="{FF2B5EF4-FFF2-40B4-BE49-F238E27FC236}">
                <a16:creationId xmlns:a16="http://schemas.microsoft.com/office/drawing/2014/main" id="{B244CCCC-B03D-B8AA-7973-37CD6DAFA53B}"/>
              </a:ext>
            </a:extLst>
          </p:cNvPr>
          <p:cNvGrpSpPr/>
          <p:nvPr/>
        </p:nvGrpSpPr>
        <p:grpSpPr>
          <a:xfrm>
            <a:off x="5915419" y="1219200"/>
            <a:ext cx="1071600" cy="745600"/>
            <a:chOff x="725125" y="742575"/>
            <a:chExt cx="803700" cy="559200"/>
          </a:xfrm>
        </p:grpSpPr>
        <p:sp>
          <p:nvSpPr>
            <p:cNvPr id="25" name="Google Shape;63;p14">
              <a:extLst>
                <a:ext uri="{FF2B5EF4-FFF2-40B4-BE49-F238E27FC236}">
                  <a16:creationId xmlns:a16="http://schemas.microsoft.com/office/drawing/2014/main" id="{DE41D75C-654C-D20A-A6FE-AA167CECD471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pRight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64;p14">
              <a:extLst>
                <a:ext uri="{FF2B5EF4-FFF2-40B4-BE49-F238E27FC236}">
                  <a16:creationId xmlns:a16="http://schemas.microsoft.com/office/drawing/2014/main" id="{659F6026-ED91-BA2F-AFC2-A2D9149B2F6E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3" name="Google Shape;129;p15">
            <a:extLst>
              <a:ext uri="{FF2B5EF4-FFF2-40B4-BE49-F238E27FC236}">
                <a16:creationId xmlns:a16="http://schemas.microsoft.com/office/drawing/2014/main" id="{FB9D578B-CA1C-839C-EC50-ABE7F1BD16DA}"/>
              </a:ext>
            </a:extLst>
          </p:cNvPr>
          <p:cNvCxnSpPr>
            <a:cxnSpLocks/>
            <a:stCxn id="33" idx="1"/>
            <a:endCxn id="46" idx="1"/>
          </p:cNvCxnSpPr>
          <p:nvPr/>
        </p:nvCxnSpPr>
        <p:spPr>
          <a:xfrm>
            <a:off x="5915419" y="1778400"/>
            <a:ext cx="177854" cy="3435628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4861F607-13E3-8CA8-97EA-D0A2CC6BE63F}"/>
              </a:ext>
            </a:extLst>
          </p:cNvPr>
          <p:cNvGrpSpPr/>
          <p:nvPr/>
        </p:nvGrpSpPr>
        <p:grpSpPr>
          <a:xfrm>
            <a:off x="7681412" y="5038032"/>
            <a:ext cx="1071603" cy="1118400"/>
            <a:chOff x="2576366" y="4663498"/>
            <a:chExt cx="1071603" cy="1118400"/>
          </a:xfrm>
        </p:grpSpPr>
        <p:grpSp>
          <p:nvGrpSpPr>
            <p:cNvPr id="50" name="Google Shape;65;p14">
              <a:extLst>
                <a:ext uri="{FF2B5EF4-FFF2-40B4-BE49-F238E27FC236}">
                  <a16:creationId xmlns:a16="http://schemas.microsoft.com/office/drawing/2014/main" id="{B712BD45-D09E-0929-6438-1242C3FAE5D5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54" name="Google Shape;66;p14">
                <a:extLst>
                  <a:ext uri="{FF2B5EF4-FFF2-40B4-BE49-F238E27FC236}">
                    <a16:creationId xmlns:a16="http://schemas.microsoft.com/office/drawing/2014/main" id="{B20FE8C5-0F07-6FDA-CB47-65AE78D454FA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56" name="Google Shape;67;p14">
                  <a:extLst>
                    <a:ext uri="{FF2B5EF4-FFF2-40B4-BE49-F238E27FC236}">
                      <a16:creationId xmlns:a16="http://schemas.microsoft.com/office/drawing/2014/main" id="{AF4A0211-9FCB-E244-6C2A-DA1AEB154B02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0x04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7" name="Google Shape;68;p14">
                  <a:extLst>
                    <a:ext uri="{FF2B5EF4-FFF2-40B4-BE49-F238E27FC236}">
                      <a16:creationId xmlns:a16="http://schemas.microsoft.com/office/drawing/2014/main" id="{0E6FF18D-4BAD-C296-5558-94BBB3E8B700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40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55" name="Google Shape;69;p14">
                <a:extLst>
                  <a:ext uri="{FF2B5EF4-FFF2-40B4-BE49-F238E27FC236}">
                    <a16:creationId xmlns:a16="http://schemas.microsoft.com/office/drawing/2014/main" id="{A5914D71-BBD2-8D78-F648-D493B84313B0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2" name="Google Shape;81;p14">
              <a:extLst>
                <a:ext uri="{FF2B5EF4-FFF2-40B4-BE49-F238E27FC236}">
                  <a16:creationId xmlns:a16="http://schemas.microsoft.com/office/drawing/2014/main" id="{257E973B-AAC6-F590-AA79-BB80907B1432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5B489295-FB66-BCDA-0DA5-6DB4C8328524}"/>
              </a:ext>
            </a:extLst>
          </p:cNvPr>
          <p:cNvSpPr txBox="1"/>
          <p:nvPr/>
        </p:nvSpPr>
        <p:spPr>
          <a:xfrm>
            <a:off x="3458665" y="2788230"/>
            <a:ext cx="50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3275E00-A4EA-8C12-1EAD-020B988D0C7A}"/>
              </a:ext>
            </a:extLst>
          </p:cNvPr>
          <p:cNvSpPr txBox="1"/>
          <p:nvPr/>
        </p:nvSpPr>
        <p:spPr>
          <a:xfrm>
            <a:off x="8184618" y="4314648"/>
            <a:ext cx="50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A879EFB-D819-2471-AC26-80069A4E3CC0}"/>
              </a:ext>
            </a:extLst>
          </p:cNvPr>
          <p:cNvSpPr txBox="1"/>
          <p:nvPr/>
        </p:nvSpPr>
        <p:spPr>
          <a:xfrm>
            <a:off x="5125619" y="4063411"/>
            <a:ext cx="50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FF0BBB5-09D4-6B86-0038-E77FA384B278}"/>
              </a:ext>
            </a:extLst>
          </p:cNvPr>
          <p:cNvSpPr txBox="1"/>
          <p:nvPr/>
        </p:nvSpPr>
        <p:spPr>
          <a:xfrm>
            <a:off x="8804093" y="5768792"/>
            <a:ext cx="1020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22, 23</a:t>
            </a:r>
          </a:p>
        </p:txBody>
      </p:sp>
      <p:cxnSp>
        <p:nvCxnSpPr>
          <p:cNvPr id="69" name="Google Shape;324;p23">
            <a:extLst>
              <a:ext uri="{FF2B5EF4-FFF2-40B4-BE49-F238E27FC236}">
                <a16:creationId xmlns:a16="http://schemas.microsoft.com/office/drawing/2014/main" id="{435C18D4-8016-5DFA-BF52-A710B48BEDC4}"/>
              </a:ext>
            </a:extLst>
          </p:cNvPr>
          <p:cNvCxnSpPr>
            <a:cxnSpLocks/>
            <a:stCxn id="56" idx="0"/>
            <a:endCxn id="23" idx="0"/>
          </p:cNvCxnSpPr>
          <p:nvPr/>
        </p:nvCxnSpPr>
        <p:spPr>
          <a:xfrm flipH="1" flipV="1">
            <a:off x="8156818" y="3594616"/>
            <a:ext cx="60394" cy="1443416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73" name="Google Shape;129;p15">
            <a:extLst>
              <a:ext uri="{FF2B5EF4-FFF2-40B4-BE49-F238E27FC236}">
                <a16:creationId xmlns:a16="http://schemas.microsoft.com/office/drawing/2014/main" id="{DF1D1823-9DA0-DAF7-4508-689162D4450C}"/>
              </a:ext>
            </a:extLst>
          </p:cNvPr>
          <p:cNvCxnSpPr>
            <a:cxnSpLocks/>
            <a:stCxn id="23" idx="1"/>
            <a:endCxn id="56" idx="1"/>
          </p:cNvCxnSpPr>
          <p:nvPr/>
        </p:nvCxnSpPr>
        <p:spPr>
          <a:xfrm>
            <a:off x="7621018" y="3781016"/>
            <a:ext cx="60394" cy="144341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6" name="Google Shape;324;p23">
            <a:extLst>
              <a:ext uri="{FF2B5EF4-FFF2-40B4-BE49-F238E27FC236}">
                <a16:creationId xmlns:a16="http://schemas.microsoft.com/office/drawing/2014/main" id="{B6CA32B8-4DEB-1231-0072-550AFD1B7364}"/>
              </a:ext>
            </a:extLst>
          </p:cNvPr>
          <p:cNvCxnSpPr>
            <a:cxnSpLocks/>
            <a:stCxn id="10" idx="3"/>
            <a:endCxn id="57" idx="1"/>
          </p:cNvCxnSpPr>
          <p:nvPr/>
        </p:nvCxnSpPr>
        <p:spPr>
          <a:xfrm>
            <a:off x="3805833" y="3806932"/>
            <a:ext cx="3875582" cy="1790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6860273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D7FF8-B61A-E9F1-90F1-CB6449CCC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A930D1-3C0A-D35A-84AC-06316E560C3F}"/>
              </a:ext>
            </a:extLst>
          </p:cNvPr>
          <p:cNvSpPr txBox="1"/>
          <p:nvPr/>
        </p:nvSpPr>
        <p:spPr>
          <a:xfrm>
            <a:off x="266700" y="387866"/>
            <a:ext cx="447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이진트리</a:t>
            </a:r>
            <a:r>
              <a:rPr lang="ko-KR" altLang="en-US" dirty="0"/>
              <a:t> 생성</a:t>
            </a:r>
          </a:p>
        </p:txBody>
      </p:sp>
      <p:grpSp>
        <p:nvGrpSpPr>
          <p:cNvPr id="3" name="Google Shape;62;p14">
            <a:extLst>
              <a:ext uri="{FF2B5EF4-FFF2-40B4-BE49-F238E27FC236}">
                <a16:creationId xmlns:a16="http://schemas.microsoft.com/office/drawing/2014/main" id="{E6F9DEF2-570B-9728-2832-A66A81B3A4EA}"/>
              </a:ext>
            </a:extLst>
          </p:cNvPr>
          <p:cNvGrpSpPr/>
          <p:nvPr/>
        </p:nvGrpSpPr>
        <p:grpSpPr>
          <a:xfrm>
            <a:off x="753033" y="1219200"/>
            <a:ext cx="1071600" cy="745600"/>
            <a:chOff x="725125" y="742575"/>
            <a:chExt cx="803700" cy="559200"/>
          </a:xfrm>
        </p:grpSpPr>
        <p:sp>
          <p:nvSpPr>
            <p:cNvPr id="4" name="Google Shape;63;p14">
              <a:extLst>
                <a:ext uri="{FF2B5EF4-FFF2-40B4-BE49-F238E27FC236}">
                  <a16:creationId xmlns:a16="http://schemas.microsoft.com/office/drawing/2014/main" id="{16C9604F-3BB0-4155-83EE-4C03DE10D033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pSeed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64;p14">
              <a:extLst>
                <a:ext uri="{FF2B5EF4-FFF2-40B4-BE49-F238E27FC236}">
                  <a16:creationId xmlns:a16="http://schemas.microsoft.com/office/drawing/2014/main" id="{2A86D4F8-B8B2-5348-198E-D4AB5FAAC8C2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altLang="ko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B1C1DB43-4CF7-9EE5-1748-5628AE10C12B}"/>
              </a:ext>
            </a:extLst>
          </p:cNvPr>
          <p:cNvSpPr txBox="1"/>
          <p:nvPr/>
        </p:nvSpPr>
        <p:spPr>
          <a:xfrm>
            <a:off x="266700" y="1219200"/>
            <a:ext cx="50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58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DF60CA-554C-1828-CB8E-E91CB261500D}"/>
              </a:ext>
            </a:extLst>
          </p:cNvPr>
          <p:cNvSpPr txBox="1"/>
          <p:nvPr/>
        </p:nvSpPr>
        <p:spPr>
          <a:xfrm>
            <a:off x="266700" y="2235200"/>
            <a:ext cx="406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63 Snode* </a:t>
            </a:r>
            <a:r>
              <a:rPr lang="en-US" altLang="ko-KR" dirty="0" err="1"/>
              <a:t>pD</a:t>
            </a:r>
            <a:r>
              <a:rPr lang="en-US" altLang="ko-KR" dirty="0"/>
              <a:t> = </a:t>
            </a:r>
            <a:r>
              <a:rPr lang="en-US" altLang="ko-KR" dirty="0" err="1"/>
              <a:t>CreateNode</a:t>
            </a:r>
            <a:r>
              <a:rPr lang="en-US" altLang="ko-KR" dirty="0"/>
              <a:t>(40)</a:t>
            </a:r>
            <a:endParaRPr lang="ko-KR" altLang="en-US" dirty="0"/>
          </a:p>
        </p:txBody>
      </p:sp>
      <p:grpSp>
        <p:nvGrpSpPr>
          <p:cNvPr id="8" name="Google Shape;70;p14">
            <a:extLst>
              <a:ext uri="{FF2B5EF4-FFF2-40B4-BE49-F238E27FC236}">
                <a16:creationId xmlns:a16="http://schemas.microsoft.com/office/drawing/2014/main" id="{414A0424-4921-1F06-2844-45C417C07236}"/>
              </a:ext>
            </a:extLst>
          </p:cNvPr>
          <p:cNvGrpSpPr/>
          <p:nvPr/>
        </p:nvGrpSpPr>
        <p:grpSpPr>
          <a:xfrm>
            <a:off x="2734233" y="3247732"/>
            <a:ext cx="1071600" cy="745600"/>
            <a:chOff x="725125" y="742575"/>
            <a:chExt cx="803700" cy="559200"/>
          </a:xfrm>
        </p:grpSpPr>
        <p:sp>
          <p:nvSpPr>
            <p:cNvPr id="9" name="Google Shape;71;p14">
              <a:extLst>
                <a:ext uri="{FF2B5EF4-FFF2-40B4-BE49-F238E27FC236}">
                  <a16:creationId xmlns:a16="http://schemas.microsoft.com/office/drawing/2014/main" id="{C993A469-4277-61BA-6178-35BAEF072710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72;p14">
              <a:extLst>
                <a:ext uri="{FF2B5EF4-FFF2-40B4-BE49-F238E27FC236}">
                  <a16:creationId xmlns:a16="http://schemas.microsoft.com/office/drawing/2014/main" id="{0E1B0731-549B-4283-552D-45EC5AC2033E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40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1" name="Google Shape;324;p23">
            <a:extLst>
              <a:ext uri="{FF2B5EF4-FFF2-40B4-BE49-F238E27FC236}">
                <a16:creationId xmlns:a16="http://schemas.microsoft.com/office/drawing/2014/main" id="{0C7E8571-D71B-6F50-D000-0D9C243A3904}"/>
              </a:ext>
            </a:extLst>
          </p:cNvPr>
          <p:cNvCxnSpPr>
            <a:cxnSpLocks/>
          </p:cNvCxnSpPr>
          <p:nvPr/>
        </p:nvCxnSpPr>
        <p:spPr>
          <a:xfrm>
            <a:off x="6849760" y="544531"/>
            <a:ext cx="176084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13" name="Google Shape;129;p15">
            <a:extLst>
              <a:ext uri="{FF2B5EF4-FFF2-40B4-BE49-F238E27FC236}">
                <a16:creationId xmlns:a16="http://schemas.microsoft.com/office/drawing/2014/main" id="{D15F0BF5-45CA-476D-CB22-C788DA7B2CD4}"/>
              </a:ext>
            </a:extLst>
          </p:cNvPr>
          <p:cNvCxnSpPr>
            <a:cxnSpLocks/>
          </p:cNvCxnSpPr>
          <p:nvPr/>
        </p:nvCxnSpPr>
        <p:spPr>
          <a:xfrm>
            <a:off x="9046860" y="544531"/>
            <a:ext cx="176084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6" name="Google Shape;324;p23">
            <a:extLst>
              <a:ext uri="{FF2B5EF4-FFF2-40B4-BE49-F238E27FC236}">
                <a16:creationId xmlns:a16="http://schemas.microsoft.com/office/drawing/2014/main" id="{EAAE0B75-C88F-1A63-0AE1-5927CA89D928}"/>
              </a:ext>
            </a:extLst>
          </p:cNvPr>
          <p:cNvCxnSpPr>
            <a:cxnSpLocks/>
            <a:endCxn id="10" idx="0"/>
          </p:cNvCxnSpPr>
          <p:nvPr/>
        </p:nvCxnSpPr>
        <p:spPr>
          <a:xfrm flipH="1">
            <a:off x="3270033" y="2604532"/>
            <a:ext cx="285967" cy="101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grpSp>
        <p:nvGrpSpPr>
          <p:cNvPr id="21" name="Google Shape;62;p14">
            <a:extLst>
              <a:ext uri="{FF2B5EF4-FFF2-40B4-BE49-F238E27FC236}">
                <a16:creationId xmlns:a16="http://schemas.microsoft.com/office/drawing/2014/main" id="{0405D333-E376-75A5-7E6D-C23298FE7ADF}"/>
              </a:ext>
            </a:extLst>
          </p:cNvPr>
          <p:cNvGrpSpPr/>
          <p:nvPr/>
        </p:nvGrpSpPr>
        <p:grpSpPr>
          <a:xfrm>
            <a:off x="7621018" y="3221816"/>
            <a:ext cx="1071600" cy="745600"/>
            <a:chOff x="725125" y="742575"/>
            <a:chExt cx="803700" cy="559200"/>
          </a:xfrm>
        </p:grpSpPr>
        <p:sp>
          <p:nvSpPr>
            <p:cNvPr id="22" name="Google Shape;63;p14">
              <a:extLst>
                <a:ext uri="{FF2B5EF4-FFF2-40B4-BE49-F238E27FC236}">
                  <a16:creationId xmlns:a16="http://schemas.microsoft.com/office/drawing/2014/main" id="{A7940EE2-AB6A-587F-626E-7CD87F07D6D9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pTemp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64;p14">
              <a:extLst>
                <a:ext uri="{FF2B5EF4-FFF2-40B4-BE49-F238E27FC236}">
                  <a16:creationId xmlns:a16="http://schemas.microsoft.com/office/drawing/2014/main" id="{E7224234-6A53-C7B8-885A-9774E0348528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0x04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5E541778-DBC5-0C01-AE5F-E661B181855C}"/>
              </a:ext>
            </a:extLst>
          </p:cNvPr>
          <p:cNvGrpSpPr/>
          <p:nvPr/>
        </p:nvGrpSpPr>
        <p:grpSpPr>
          <a:xfrm>
            <a:off x="2573401" y="5038032"/>
            <a:ext cx="1071603" cy="1118400"/>
            <a:chOff x="2576366" y="4663498"/>
            <a:chExt cx="1071603" cy="1118400"/>
          </a:xfrm>
        </p:grpSpPr>
        <p:grpSp>
          <p:nvGrpSpPr>
            <p:cNvPr id="38" name="Google Shape;65;p14">
              <a:extLst>
                <a:ext uri="{FF2B5EF4-FFF2-40B4-BE49-F238E27FC236}">
                  <a16:creationId xmlns:a16="http://schemas.microsoft.com/office/drawing/2014/main" id="{FA49B5D7-34B2-E291-1926-FCED6CB102C1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39" name="Google Shape;66;p14">
                <a:extLst>
                  <a:ext uri="{FF2B5EF4-FFF2-40B4-BE49-F238E27FC236}">
                    <a16:creationId xmlns:a16="http://schemas.microsoft.com/office/drawing/2014/main" id="{4715C030-C7D8-2259-6565-D18DA07B8DA5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41" name="Google Shape;67;p14">
                  <a:extLst>
                    <a:ext uri="{FF2B5EF4-FFF2-40B4-BE49-F238E27FC236}">
                      <a16:creationId xmlns:a16="http://schemas.microsoft.com/office/drawing/2014/main" id="{8267F924-45FE-510E-3097-367DC4903594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0x01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" name="Google Shape;68;p14">
                  <a:extLst>
                    <a:ext uri="{FF2B5EF4-FFF2-40B4-BE49-F238E27FC236}">
                      <a16:creationId xmlns:a16="http://schemas.microsoft.com/office/drawing/2014/main" id="{327A3C0E-0578-1D20-4D85-0A6CA63C4F0D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" name="Google Shape;69;p14">
                <a:extLst>
                  <a:ext uri="{FF2B5EF4-FFF2-40B4-BE49-F238E27FC236}">
                    <a16:creationId xmlns:a16="http://schemas.microsoft.com/office/drawing/2014/main" id="{4A7BD95C-81CF-3851-ECA9-06B6476B0C5E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4" name="Google Shape;81;p14">
              <a:extLst>
                <a:ext uri="{FF2B5EF4-FFF2-40B4-BE49-F238E27FC236}">
                  <a16:creationId xmlns:a16="http://schemas.microsoft.com/office/drawing/2014/main" id="{68BF0FAF-0889-1665-8905-137771665F3D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" name="Google Shape;62;p14">
            <a:extLst>
              <a:ext uri="{FF2B5EF4-FFF2-40B4-BE49-F238E27FC236}">
                <a16:creationId xmlns:a16="http://schemas.microsoft.com/office/drawing/2014/main" id="{0FD628DA-F85D-1B69-CC2C-C7A1484BB960}"/>
              </a:ext>
            </a:extLst>
          </p:cNvPr>
          <p:cNvGrpSpPr/>
          <p:nvPr/>
        </p:nvGrpSpPr>
        <p:grpSpPr>
          <a:xfrm>
            <a:off x="2734233" y="1219200"/>
            <a:ext cx="1071600" cy="745600"/>
            <a:chOff x="725125" y="742575"/>
            <a:chExt cx="803700" cy="559200"/>
          </a:xfrm>
        </p:grpSpPr>
        <p:sp>
          <p:nvSpPr>
            <p:cNvPr id="14" name="Google Shape;63;p14">
              <a:extLst>
                <a:ext uri="{FF2B5EF4-FFF2-40B4-BE49-F238E27FC236}">
                  <a16:creationId xmlns:a16="http://schemas.microsoft.com/office/drawing/2014/main" id="{D66F83CF-F6CC-0901-4214-02F783EF81D1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pParent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64;p14">
              <a:extLst>
                <a:ext uri="{FF2B5EF4-FFF2-40B4-BE49-F238E27FC236}">
                  <a16:creationId xmlns:a16="http://schemas.microsoft.com/office/drawing/2014/main" id="{C35842D1-7B69-184C-5B87-90F41D789BA7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5ED8861B-7071-BBEF-6F95-9F52CD479EDB}"/>
              </a:ext>
            </a:extLst>
          </p:cNvPr>
          <p:cNvGrpSpPr/>
          <p:nvPr/>
        </p:nvGrpSpPr>
        <p:grpSpPr>
          <a:xfrm>
            <a:off x="4505131" y="5032830"/>
            <a:ext cx="1071603" cy="1118400"/>
            <a:chOff x="2576366" y="4663498"/>
            <a:chExt cx="1071603" cy="1118400"/>
          </a:xfrm>
        </p:grpSpPr>
        <p:grpSp>
          <p:nvGrpSpPr>
            <p:cNvPr id="18" name="Google Shape;65;p14">
              <a:extLst>
                <a:ext uri="{FF2B5EF4-FFF2-40B4-BE49-F238E27FC236}">
                  <a16:creationId xmlns:a16="http://schemas.microsoft.com/office/drawing/2014/main" id="{6014F343-78BB-CF72-98EC-497DD7525E81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24" name="Google Shape;66;p14">
                <a:extLst>
                  <a:ext uri="{FF2B5EF4-FFF2-40B4-BE49-F238E27FC236}">
                    <a16:creationId xmlns:a16="http://schemas.microsoft.com/office/drawing/2014/main" id="{7C9DABD7-5427-768D-3501-DFC1796BB087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27" name="Google Shape;67;p14">
                  <a:extLst>
                    <a:ext uri="{FF2B5EF4-FFF2-40B4-BE49-F238E27FC236}">
                      <a16:creationId xmlns:a16="http://schemas.microsoft.com/office/drawing/2014/main" id="{69E497AC-8140-6E2A-B08C-74DCDCAD4188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0x02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" name="Google Shape;68;p14">
                  <a:extLst>
                    <a:ext uri="{FF2B5EF4-FFF2-40B4-BE49-F238E27FC236}">
                      <a16:creationId xmlns:a16="http://schemas.microsoft.com/office/drawing/2014/main" id="{46681EF8-00F8-44F8-0B42-12F3CB92058E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20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6" name="Google Shape;69;p14">
                <a:extLst>
                  <a:ext uri="{FF2B5EF4-FFF2-40B4-BE49-F238E27FC236}">
                    <a16:creationId xmlns:a16="http://schemas.microsoft.com/office/drawing/2014/main" id="{FC661703-7EC8-F239-5218-5B25B12A0ADF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" name="Google Shape;81;p14">
              <a:extLst>
                <a:ext uri="{FF2B5EF4-FFF2-40B4-BE49-F238E27FC236}">
                  <a16:creationId xmlns:a16="http://schemas.microsoft.com/office/drawing/2014/main" id="{05ADCC25-2B68-F5CD-463B-63DD05EE6537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2" name="Google Shape;129;p15">
            <a:extLst>
              <a:ext uri="{FF2B5EF4-FFF2-40B4-BE49-F238E27FC236}">
                <a16:creationId xmlns:a16="http://schemas.microsoft.com/office/drawing/2014/main" id="{D8D7A551-2683-8744-FB44-B96FF3ACB92B}"/>
              </a:ext>
            </a:extLst>
          </p:cNvPr>
          <p:cNvCxnSpPr>
            <a:cxnSpLocks/>
          </p:cNvCxnSpPr>
          <p:nvPr/>
        </p:nvCxnSpPr>
        <p:spPr>
          <a:xfrm flipH="1">
            <a:off x="2573401" y="1964800"/>
            <a:ext cx="696632" cy="325963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9" name="Google Shape;62;p14">
            <a:extLst>
              <a:ext uri="{FF2B5EF4-FFF2-40B4-BE49-F238E27FC236}">
                <a16:creationId xmlns:a16="http://schemas.microsoft.com/office/drawing/2014/main" id="{6980D920-F3B3-2D98-26A8-959FF188D1A2}"/>
              </a:ext>
            </a:extLst>
          </p:cNvPr>
          <p:cNvGrpSpPr/>
          <p:nvPr/>
        </p:nvGrpSpPr>
        <p:grpSpPr>
          <a:xfrm>
            <a:off x="4326533" y="1219200"/>
            <a:ext cx="1071600" cy="745600"/>
            <a:chOff x="725125" y="742575"/>
            <a:chExt cx="803700" cy="559200"/>
          </a:xfrm>
        </p:grpSpPr>
        <p:sp>
          <p:nvSpPr>
            <p:cNvPr id="30" name="Google Shape;63;p14">
              <a:extLst>
                <a:ext uri="{FF2B5EF4-FFF2-40B4-BE49-F238E27FC236}">
                  <a16:creationId xmlns:a16="http://schemas.microsoft.com/office/drawing/2014/main" id="{47ECE226-87A9-049E-BD49-6A0574BF1DE4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pLeft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64;p14">
              <a:extLst>
                <a:ext uri="{FF2B5EF4-FFF2-40B4-BE49-F238E27FC236}">
                  <a16:creationId xmlns:a16="http://schemas.microsoft.com/office/drawing/2014/main" id="{2F544EB1-99D8-F34E-70B5-4239971ED3BE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0x02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6" name="Google Shape;129;p15">
            <a:extLst>
              <a:ext uri="{FF2B5EF4-FFF2-40B4-BE49-F238E27FC236}">
                <a16:creationId xmlns:a16="http://schemas.microsoft.com/office/drawing/2014/main" id="{FD5C76BD-AFB2-1CF7-54C5-2A3990C6B8EB}"/>
              </a:ext>
            </a:extLst>
          </p:cNvPr>
          <p:cNvCxnSpPr>
            <a:cxnSpLocks/>
            <a:stCxn id="31" idx="1"/>
            <a:endCxn id="27" idx="1"/>
          </p:cNvCxnSpPr>
          <p:nvPr/>
        </p:nvCxnSpPr>
        <p:spPr>
          <a:xfrm>
            <a:off x="4326533" y="1778400"/>
            <a:ext cx="178598" cy="344083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E8C5B820-F2E0-8B34-F194-2ABAAF3BF601}"/>
              </a:ext>
            </a:extLst>
          </p:cNvPr>
          <p:cNvGrpSpPr/>
          <p:nvPr/>
        </p:nvGrpSpPr>
        <p:grpSpPr>
          <a:xfrm>
            <a:off x="6093273" y="5027628"/>
            <a:ext cx="1071603" cy="1118400"/>
            <a:chOff x="2576366" y="4663498"/>
            <a:chExt cx="1071603" cy="1118400"/>
          </a:xfrm>
        </p:grpSpPr>
        <p:grpSp>
          <p:nvGrpSpPr>
            <p:cNvPr id="35" name="Google Shape;65;p14">
              <a:extLst>
                <a:ext uri="{FF2B5EF4-FFF2-40B4-BE49-F238E27FC236}">
                  <a16:creationId xmlns:a16="http://schemas.microsoft.com/office/drawing/2014/main" id="{5BABECBD-2753-FEDD-745A-04A5A660203B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43" name="Google Shape;66;p14">
                <a:extLst>
                  <a:ext uri="{FF2B5EF4-FFF2-40B4-BE49-F238E27FC236}">
                    <a16:creationId xmlns:a16="http://schemas.microsoft.com/office/drawing/2014/main" id="{8D5E5C52-15EA-69B9-79C5-D9BCB19FE30E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46" name="Google Shape;67;p14">
                  <a:extLst>
                    <a:ext uri="{FF2B5EF4-FFF2-40B4-BE49-F238E27FC236}">
                      <a16:creationId xmlns:a16="http://schemas.microsoft.com/office/drawing/2014/main" id="{36C337AA-A6E1-06E1-95F4-3B4EE1F1DB74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0x03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" name="Google Shape;68;p14">
                  <a:extLst>
                    <a:ext uri="{FF2B5EF4-FFF2-40B4-BE49-F238E27FC236}">
                      <a16:creationId xmlns:a16="http://schemas.microsoft.com/office/drawing/2014/main" id="{F648AEB7-DBEB-CF42-0F51-A134A9D093A0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30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5" name="Google Shape;69;p14">
                <a:extLst>
                  <a:ext uri="{FF2B5EF4-FFF2-40B4-BE49-F238E27FC236}">
                    <a16:creationId xmlns:a16="http://schemas.microsoft.com/office/drawing/2014/main" id="{CBEE7EEC-1D20-831D-4930-43F387841B6A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7" name="Google Shape;81;p14">
              <a:extLst>
                <a:ext uri="{FF2B5EF4-FFF2-40B4-BE49-F238E27FC236}">
                  <a16:creationId xmlns:a16="http://schemas.microsoft.com/office/drawing/2014/main" id="{AB921FC9-DA00-8DAB-9079-C1756B2FD606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" name="Google Shape;62;p14">
            <a:extLst>
              <a:ext uri="{FF2B5EF4-FFF2-40B4-BE49-F238E27FC236}">
                <a16:creationId xmlns:a16="http://schemas.microsoft.com/office/drawing/2014/main" id="{1B95D315-15BD-33F4-A299-781EFCC37665}"/>
              </a:ext>
            </a:extLst>
          </p:cNvPr>
          <p:cNvGrpSpPr/>
          <p:nvPr/>
        </p:nvGrpSpPr>
        <p:grpSpPr>
          <a:xfrm>
            <a:off x="5915419" y="1219200"/>
            <a:ext cx="1071600" cy="745600"/>
            <a:chOff x="725125" y="742575"/>
            <a:chExt cx="803700" cy="559200"/>
          </a:xfrm>
        </p:grpSpPr>
        <p:sp>
          <p:nvSpPr>
            <p:cNvPr id="25" name="Google Shape;63;p14">
              <a:extLst>
                <a:ext uri="{FF2B5EF4-FFF2-40B4-BE49-F238E27FC236}">
                  <a16:creationId xmlns:a16="http://schemas.microsoft.com/office/drawing/2014/main" id="{4FCF04F1-2AC0-E8DA-D55A-88E299F2885D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pRight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64;p14">
              <a:extLst>
                <a:ext uri="{FF2B5EF4-FFF2-40B4-BE49-F238E27FC236}">
                  <a16:creationId xmlns:a16="http://schemas.microsoft.com/office/drawing/2014/main" id="{B63AE671-71D7-4AAF-456C-FF39C5E8FE45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3" name="Google Shape;129;p15">
            <a:extLst>
              <a:ext uri="{FF2B5EF4-FFF2-40B4-BE49-F238E27FC236}">
                <a16:creationId xmlns:a16="http://schemas.microsoft.com/office/drawing/2014/main" id="{83C53D29-C081-9E13-50E6-B762F34D3608}"/>
              </a:ext>
            </a:extLst>
          </p:cNvPr>
          <p:cNvCxnSpPr>
            <a:cxnSpLocks/>
            <a:stCxn id="33" idx="1"/>
            <a:endCxn id="46" idx="1"/>
          </p:cNvCxnSpPr>
          <p:nvPr/>
        </p:nvCxnSpPr>
        <p:spPr>
          <a:xfrm>
            <a:off x="5915419" y="1778400"/>
            <a:ext cx="177854" cy="3435628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5904A6AB-0FB0-C1F2-AB17-F43B7EAEA86D}"/>
              </a:ext>
            </a:extLst>
          </p:cNvPr>
          <p:cNvGrpSpPr/>
          <p:nvPr/>
        </p:nvGrpSpPr>
        <p:grpSpPr>
          <a:xfrm>
            <a:off x="7681412" y="5038032"/>
            <a:ext cx="1071603" cy="1118400"/>
            <a:chOff x="2576366" y="4663498"/>
            <a:chExt cx="1071603" cy="1118400"/>
          </a:xfrm>
        </p:grpSpPr>
        <p:grpSp>
          <p:nvGrpSpPr>
            <p:cNvPr id="50" name="Google Shape;65;p14">
              <a:extLst>
                <a:ext uri="{FF2B5EF4-FFF2-40B4-BE49-F238E27FC236}">
                  <a16:creationId xmlns:a16="http://schemas.microsoft.com/office/drawing/2014/main" id="{B0C23DDF-1568-6E52-6368-5EE4D985F1E5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54" name="Google Shape;66;p14">
                <a:extLst>
                  <a:ext uri="{FF2B5EF4-FFF2-40B4-BE49-F238E27FC236}">
                    <a16:creationId xmlns:a16="http://schemas.microsoft.com/office/drawing/2014/main" id="{26E245A0-4C5D-7267-1559-7894B5766012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56" name="Google Shape;67;p14">
                  <a:extLst>
                    <a:ext uri="{FF2B5EF4-FFF2-40B4-BE49-F238E27FC236}">
                      <a16:creationId xmlns:a16="http://schemas.microsoft.com/office/drawing/2014/main" id="{5EF2A314-FC52-F4F5-557C-13BCFF5315CB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0x04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7" name="Google Shape;68;p14">
                  <a:extLst>
                    <a:ext uri="{FF2B5EF4-FFF2-40B4-BE49-F238E27FC236}">
                      <a16:creationId xmlns:a16="http://schemas.microsoft.com/office/drawing/2014/main" id="{BCF13465-77BF-0372-CE41-62D4F3D323C9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40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55" name="Google Shape;69;p14">
                <a:extLst>
                  <a:ext uri="{FF2B5EF4-FFF2-40B4-BE49-F238E27FC236}">
                    <a16:creationId xmlns:a16="http://schemas.microsoft.com/office/drawing/2014/main" id="{C58A0BDC-C001-DF92-B11D-F57240D3C8AD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2" name="Google Shape;81;p14">
              <a:extLst>
                <a:ext uri="{FF2B5EF4-FFF2-40B4-BE49-F238E27FC236}">
                  <a16:creationId xmlns:a16="http://schemas.microsoft.com/office/drawing/2014/main" id="{DB1F4A46-5DE6-62B5-CB6D-650B56A6F670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FA9DCCE2-DB66-254D-6F6C-9ACB8BE81886}"/>
              </a:ext>
            </a:extLst>
          </p:cNvPr>
          <p:cNvSpPr txBox="1"/>
          <p:nvPr/>
        </p:nvSpPr>
        <p:spPr>
          <a:xfrm>
            <a:off x="8100251" y="2402808"/>
            <a:ext cx="800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24-63</a:t>
            </a:r>
          </a:p>
        </p:txBody>
      </p:sp>
      <p:cxnSp>
        <p:nvCxnSpPr>
          <p:cNvPr id="73" name="Google Shape;129;p15">
            <a:extLst>
              <a:ext uri="{FF2B5EF4-FFF2-40B4-BE49-F238E27FC236}">
                <a16:creationId xmlns:a16="http://schemas.microsoft.com/office/drawing/2014/main" id="{E1502C2A-87EF-F254-2CC7-F9BB3F8A382A}"/>
              </a:ext>
            </a:extLst>
          </p:cNvPr>
          <p:cNvCxnSpPr>
            <a:cxnSpLocks/>
            <a:stCxn id="23" idx="2"/>
            <a:endCxn id="56" idx="1"/>
          </p:cNvCxnSpPr>
          <p:nvPr/>
        </p:nvCxnSpPr>
        <p:spPr>
          <a:xfrm flipH="1">
            <a:off x="7681412" y="3967416"/>
            <a:ext cx="475406" cy="125701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8" name="Google Shape;62;p14">
            <a:extLst>
              <a:ext uri="{FF2B5EF4-FFF2-40B4-BE49-F238E27FC236}">
                <a16:creationId xmlns:a16="http://schemas.microsoft.com/office/drawing/2014/main" id="{58B25AE6-00C3-EED1-6940-3F0C9C5CC898}"/>
              </a:ext>
            </a:extLst>
          </p:cNvPr>
          <p:cNvGrpSpPr/>
          <p:nvPr/>
        </p:nvGrpSpPr>
        <p:grpSpPr>
          <a:xfrm>
            <a:off x="7503561" y="1207532"/>
            <a:ext cx="1071600" cy="745600"/>
            <a:chOff x="725125" y="742575"/>
            <a:chExt cx="803700" cy="559200"/>
          </a:xfrm>
        </p:grpSpPr>
        <p:sp>
          <p:nvSpPr>
            <p:cNvPr id="58" name="Google Shape;63;p14">
              <a:extLst>
                <a:ext uri="{FF2B5EF4-FFF2-40B4-BE49-F238E27FC236}">
                  <a16:creationId xmlns:a16="http://schemas.microsoft.com/office/drawing/2014/main" id="{9BC5C0EB-10E3-43F5-55B3-24BC4B08108C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64;p14">
              <a:extLst>
                <a:ext uri="{FF2B5EF4-FFF2-40B4-BE49-F238E27FC236}">
                  <a16:creationId xmlns:a16="http://schemas.microsoft.com/office/drawing/2014/main" id="{E8891DA4-DBFB-002F-3A8A-71B7AA228C46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0x04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0" name="Google Shape;324;p23">
            <a:extLst>
              <a:ext uri="{FF2B5EF4-FFF2-40B4-BE49-F238E27FC236}">
                <a16:creationId xmlns:a16="http://schemas.microsoft.com/office/drawing/2014/main" id="{67EF8897-B94E-E9A8-23E1-7E14E53308DF}"/>
              </a:ext>
            </a:extLst>
          </p:cNvPr>
          <p:cNvCxnSpPr>
            <a:cxnSpLocks/>
            <a:stCxn id="22" idx="2"/>
            <a:endCxn id="58" idx="2"/>
          </p:cNvCxnSpPr>
          <p:nvPr/>
        </p:nvCxnSpPr>
        <p:spPr>
          <a:xfrm flipH="1" flipV="1">
            <a:off x="8039361" y="1580332"/>
            <a:ext cx="117457" cy="201428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65" name="Google Shape;129;p15">
            <a:extLst>
              <a:ext uri="{FF2B5EF4-FFF2-40B4-BE49-F238E27FC236}">
                <a16:creationId xmlns:a16="http://schemas.microsoft.com/office/drawing/2014/main" id="{652B315F-56AE-6B74-6B56-2130162045C2}"/>
              </a:ext>
            </a:extLst>
          </p:cNvPr>
          <p:cNvCxnSpPr>
            <a:cxnSpLocks/>
            <a:stCxn id="59" idx="1"/>
            <a:endCxn id="56" idx="1"/>
          </p:cNvCxnSpPr>
          <p:nvPr/>
        </p:nvCxnSpPr>
        <p:spPr>
          <a:xfrm>
            <a:off x="7503561" y="1766732"/>
            <a:ext cx="177851" cy="34577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38081320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9BEDE-BCBE-C9A3-41E7-30650E511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31F665-D4F7-7F3F-EF65-C095DEAB2F56}"/>
              </a:ext>
            </a:extLst>
          </p:cNvPr>
          <p:cNvSpPr txBox="1"/>
          <p:nvPr/>
        </p:nvSpPr>
        <p:spPr>
          <a:xfrm>
            <a:off x="266700" y="387866"/>
            <a:ext cx="447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이진트리</a:t>
            </a:r>
            <a:r>
              <a:rPr lang="ko-KR" altLang="en-US" dirty="0"/>
              <a:t> 생성</a:t>
            </a:r>
          </a:p>
        </p:txBody>
      </p:sp>
      <p:grpSp>
        <p:nvGrpSpPr>
          <p:cNvPr id="3" name="Google Shape;62;p14">
            <a:extLst>
              <a:ext uri="{FF2B5EF4-FFF2-40B4-BE49-F238E27FC236}">
                <a16:creationId xmlns:a16="http://schemas.microsoft.com/office/drawing/2014/main" id="{5D83ADA0-1BC3-AE9C-3F4C-14BF16F07C73}"/>
              </a:ext>
            </a:extLst>
          </p:cNvPr>
          <p:cNvGrpSpPr/>
          <p:nvPr/>
        </p:nvGrpSpPr>
        <p:grpSpPr>
          <a:xfrm>
            <a:off x="753033" y="1219200"/>
            <a:ext cx="1071600" cy="745600"/>
            <a:chOff x="725125" y="742575"/>
            <a:chExt cx="803700" cy="559200"/>
          </a:xfrm>
        </p:grpSpPr>
        <p:sp>
          <p:nvSpPr>
            <p:cNvPr id="4" name="Google Shape;63;p14">
              <a:extLst>
                <a:ext uri="{FF2B5EF4-FFF2-40B4-BE49-F238E27FC236}">
                  <a16:creationId xmlns:a16="http://schemas.microsoft.com/office/drawing/2014/main" id="{FF290589-07BA-7361-3E15-BF1995BBAB93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pSeed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64;p14">
              <a:extLst>
                <a:ext uri="{FF2B5EF4-FFF2-40B4-BE49-F238E27FC236}">
                  <a16:creationId xmlns:a16="http://schemas.microsoft.com/office/drawing/2014/main" id="{7E97F54A-C6FB-A558-AD29-14AF79C69E42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altLang="ko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E46595D-6067-D5C8-8BC0-C64BE0B08F97}"/>
              </a:ext>
            </a:extLst>
          </p:cNvPr>
          <p:cNvSpPr txBox="1"/>
          <p:nvPr/>
        </p:nvSpPr>
        <p:spPr>
          <a:xfrm>
            <a:off x="266700" y="1219200"/>
            <a:ext cx="50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58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4FDD2D-40C8-F2DB-A349-63DFF9B7CD8D}"/>
              </a:ext>
            </a:extLst>
          </p:cNvPr>
          <p:cNvSpPr txBox="1"/>
          <p:nvPr/>
        </p:nvSpPr>
        <p:spPr>
          <a:xfrm>
            <a:off x="266700" y="2235200"/>
            <a:ext cx="406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64 Snode* </a:t>
            </a:r>
            <a:r>
              <a:rPr lang="en-US" altLang="ko-KR" dirty="0" err="1"/>
              <a:t>pE</a:t>
            </a:r>
            <a:r>
              <a:rPr lang="en-US" altLang="ko-KR" dirty="0"/>
              <a:t> = </a:t>
            </a:r>
            <a:r>
              <a:rPr lang="en-US" altLang="ko-KR" dirty="0" err="1"/>
              <a:t>CreateNode</a:t>
            </a:r>
            <a:r>
              <a:rPr lang="en-US" altLang="ko-KR" dirty="0"/>
              <a:t>(50)</a:t>
            </a:r>
            <a:endParaRPr lang="ko-KR" altLang="en-US" dirty="0"/>
          </a:p>
        </p:txBody>
      </p:sp>
      <p:grpSp>
        <p:nvGrpSpPr>
          <p:cNvPr id="8" name="Google Shape;70;p14">
            <a:extLst>
              <a:ext uri="{FF2B5EF4-FFF2-40B4-BE49-F238E27FC236}">
                <a16:creationId xmlns:a16="http://schemas.microsoft.com/office/drawing/2014/main" id="{C37AD703-7988-7363-B803-791C26780D11}"/>
              </a:ext>
            </a:extLst>
          </p:cNvPr>
          <p:cNvGrpSpPr/>
          <p:nvPr/>
        </p:nvGrpSpPr>
        <p:grpSpPr>
          <a:xfrm>
            <a:off x="2734233" y="3247732"/>
            <a:ext cx="1071600" cy="745600"/>
            <a:chOff x="725125" y="742575"/>
            <a:chExt cx="803700" cy="559200"/>
          </a:xfrm>
        </p:grpSpPr>
        <p:sp>
          <p:nvSpPr>
            <p:cNvPr id="9" name="Google Shape;71;p14">
              <a:extLst>
                <a:ext uri="{FF2B5EF4-FFF2-40B4-BE49-F238E27FC236}">
                  <a16:creationId xmlns:a16="http://schemas.microsoft.com/office/drawing/2014/main" id="{BF05C10B-EF13-FCCA-E4EE-0A2805A3A1AE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72;p14">
              <a:extLst>
                <a:ext uri="{FF2B5EF4-FFF2-40B4-BE49-F238E27FC236}">
                  <a16:creationId xmlns:a16="http://schemas.microsoft.com/office/drawing/2014/main" id="{6CEBABCF-808B-61FB-C0E8-1999CECAA4C1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50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1" name="Google Shape;324;p23">
            <a:extLst>
              <a:ext uri="{FF2B5EF4-FFF2-40B4-BE49-F238E27FC236}">
                <a16:creationId xmlns:a16="http://schemas.microsoft.com/office/drawing/2014/main" id="{E5ACBB59-F184-F5FA-90B7-78F1EAED55B3}"/>
              </a:ext>
            </a:extLst>
          </p:cNvPr>
          <p:cNvCxnSpPr>
            <a:cxnSpLocks/>
          </p:cNvCxnSpPr>
          <p:nvPr/>
        </p:nvCxnSpPr>
        <p:spPr>
          <a:xfrm>
            <a:off x="6849760" y="544531"/>
            <a:ext cx="176084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13" name="Google Shape;129;p15">
            <a:extLst>
              <a:ext uri="{FF2B5EF4-FFF2-40B4-BE49-F238E27FC236}">
                <a16:creationId xmlns:a16="http://schemas.microsoft.com/office/drawing/2014/main" id="{A41DC675-7AEF-1A48-45BC-1F2A1F199CAE}"/>
              </a:ext>
            </a:extLst>
          </p:cNvPr>
          <p:cNvCxnSpPr>
            <a:cxnSpLocks/>
          </p:cNvCxnSpPr>
          <p:nvPr/>
        </p:nvCxnSpPr>
        <p:spPr>
          <a:xfrm>
            <a:off x="9046860" y="544531"/>
            <a:ext cx="176084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6" name="Google Shape;324;p23">
            <a:extLst>
              <a:ext uri="{FF2B5EF4-FFF2-40B4-BE49-F238E27FC236}">
                <a16:creationId xmlns:a16="http://schemas.microsoft.com/office/drawing/2014/main" id="{465A85E2-9083-1BDF-FC2C-B2155CEF4FE6}"/>
              </a:ext>
            </a:extLst>
          </p:cNvPr>
          <p:cNvCxnSpPr>
            <a:cxnSpLocks/>
            <a:endCxn id="10" idx="0"/>
          </p:cNvCxnSpPr>
          <p:nvPr/>
        </p:nvCxnSpPr>
        <p:spPr>
          <a:xfrm flipH="1">
            <a:off x="3270033" y="2604532"/>
            <a:ext cx="285967" cy="101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grpSp>
        <p:nvGrpSpPr>
          <p:cNvPr id="21" name="Google Shape;62;p14">
            <a:extLst>
              <a:ext uri="{FF2B5EF4-FFF2-40B4-BE49-F238E27FC236}">
                <a16:creationId xmlns:a16="http://schemas.microsoft.com/office/drawing/2014/main" id="{846A6D1F-D182-3FE4-9099-51097B3D4117}"/>
              </a:ext>
            </a:extLst>
          </p:cNvPr>
          <p:cNvGrpSpPr/>
          <p:nvPr/>
        </p:nvGrpSpPr>
        <p:grpSpPr>
          <a:xfrm>
            <a:off x="9250290" y="3265048"/>
            <a:ext cx="1071600" cy="745600"/>
            <a:chOff x="725125" y="742575"/>
            <a:chExt cx="803700" cy="559200"/>
          </a:xfrm>
        </p:grpSpPr>
        <p:sp>
          <p:nvSpPr>
            <p:cNvPr id="22" name="Google Shape;63;p14">
              <a:extLst>
                <a:ext uri="{FF2B5EF4-FFF2-40B4-BE49-F238E27FC236}">
                  <a16:creationId xmlns:a16="http://schemas.microsoft.com/office/drawing/2014/main" id="{032FE4D4-C7C1-5016-8E17-CF881BD2A16F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pTemp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64;p14">
              <a:extLst>
                <a:ext uri="{FF2B5EF4-FFF2-40B4-BE49-F238E27FC236}">
                  <a16:creationId xmlns:a16="http://schemas.microsoft.com/office/drawing/2014/main" id="{8D069E65-3B31-15CF-4F33-2A3D397085A3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217495F4-F6FC-ADB4-95E5-1AB1D11EA571}"/>
              </a:ext>
            </a:extLst>
          </p:cNvPr>
          <p:cNvGrpSpPr/>
          <p:nvPr/>
        </p:nvGrpSpPr>
        <p:grpSpPr>
          <a:xfrm>
            <a:off x="2573401" y="5038032"/>
            <a:ext cx="1071603" cy="1118400"/>
            <a:chOff x="2576366" y="4663498"/>
            <a:chExt cx="1071603" cy="1118400"/>
          </a:xfrm>
        </p:grpSpPr>
        <p:grpSp>
          <p:nvGrpSpPr>
            <p:cNvPr id="38" name="Google Shape;65;p14">
              <a:extLst>
                <a:ext uri="{FF2B5EF4-FFF2-40B4-BE49-F238E27FC236}">
                  <a16:creationId xmlns:a16="http://schemas.microsoft.com/office/drawing/2014/main" id="{979C76D6-38A4-9AAD-CCE0-22FBBE37FAE9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39" name="Google Shape;66;p14">
                <a:extLst>
                  <a:ext uri="{FF2B5EF4-FFF2-40B4-BE49-F238E27FC236}">
                    <a16:creationId xmlns:a16="http://schemas.microsoft.com/office/drawing/2014/main" id="{80ECCE56-6121-47A9-DEAE-539EFDF3EDA7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41" name="Google Shape;67;p14">
                  <a:extLst>
                    <a:ext uri="{FF2B5EF4-FFF2-40B4-BE49-F238E27FC236}">
                      <a16:creationId xmlns:a16="http://schemas.microsoft.com/office/drawing/2014/main" id="{8DBFF50E-6C9E-6850-BBE1-E8AC92FBE08C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0x01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" name="Google Shape;68;p14">
                  <a:extLst>
                    <a:ext uri="{FF2B5EF4-FFF2-40B4-BE49-F238E27FC236}">
                      <a16:creationId xmlns:a16="http://schemas.microsoft.com/office/drawing/2014/main" id="{637C8645-616A-69A6-1669-7FA5B2CEE591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" name="Google Shape;69;p14">
                <a:extLst>
                  <a:ext uri="{FF2B5EF4-FFF2-40B4-BE49-F238E27FC236}">
                    <a16:creationId xmlns:a16="http://schemas.microsoft.com/office/drawing/2014/main" id="{7785033A-BF07-3F5C-6F79-756D80F6822E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4" name="Google Shape;81;p14">
              <a:extLst>
                <a:ext uri="{FF2B5EF4-FFF2-40B4-BE49-F238E27FC236}">
                  <a16:creationId xmlns:a16="http://schemas.microsoft.com/office/drawing/2014/main" id="{9CD1C457-CFA4-6C70-4BD1-206E2264B2C3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" name="Google Shape;62;p14">
            <a:extLst>
              <a:ext uri="{FF2B5EF4-FFF2-40B4-BE49-F238E27FC236}">
                <a16:creationId xmlns:a16="http://schemas.microsoft.com/office/drawing/2014/main" id="{0DA3E759-8405-5545-78E0-F763F3BF29F5}"/>
              </a:ext>
            </a:extLst>
          </p:cNvPr>
          <p:cNvGrpSpPr/>
          <p:nvPr/>
        </p:nvGrpSpPr>
        <p:grpSpPr>
          <a:xfrm>
            <a:off x="2734233" y="1219200"/>
            <a:ext cx="1071600" cy="745600"/>
            <a:chOff x="725125" y="742575"/>
            <a:chExt cx="803700" cy="559200"/>
          </a:xfrm>
        </p:grpSpPr>
        <p:sp>
          <p:nvSpPr>
            <p:cNvPr id="14" name="Google Shape;63;p14">
              <a:extLst>
                <a:ext uri="{FF2B5EF4-FFF2-40B4-BE49-F238E27FC236}">
                  <a16:creationId xmlns:a16="http://schemas.microsoft.com/office/drawing/2014/main" id="{CE7167F0-B510-C553-D22D-326E42A33507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pParent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64;p14">
              <a:extLst>
                <a:ext uri="{FF2B5EF4-FFF2-40B4-BE49-F238E27FC236}">
                  <a16:creationId xmlns:a16="http://schemas.microsoft.com/office/drawing/2014/main" id="{80A7FB9E-AC6E-C5C0-886B-D8C97FBFB7CA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A5D81666-F815-073B-8056-AEB2E9EABE85}"/>
              </a:ext>
            </a:extLst>
          </p:cNvPr>
          <p:cNvGrpSpPr/>
          <p:nvPr/>
        </p:nvGrpSpPr>
        <p:grpSpPr>
          <a:xfrm>
            <a:off x="4505131" y="5032830"/>
            <a:ext cx="1071603" cy="1118400"/>
            <a:chOff x="2576366" y="4663498"/>
            <a:chExt cx="1071603" cy="1118400"/>
          </a:xfrm>
        </p:grpSpPr>
        <p:grpSp>
          <p:nvGrpSpPr>
            <p:cNvPr id="18" name="Google Shape;65;p14">
              <a:extLst>
                <a:ext uri="{FF2B5EF4-FFF2-40B4-BE49-F238E27FC236}">
                  <a16:creationId xmlns:a16="http://schemas.microsoft.com/office/drawing/2014/main" id="{E487A29E-32EC-3EAB-BB3B-73BF5FE9C4A7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24" name="Google Shape;66;p14">
                <a:extLst>
                  <a:ext uri="{FF2B5EF4-FFF2-40B4-BE49-F238E27FC236}">
                    <a16:creationId xmlns:a16="http://schemas.microsoft.com/office/drawing/2014/main" id="{ECE8C322-C5C9-621D-C8DC-D1191B218189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27" name="Google Shape;67;p14">
                  <a:extLst>
                    <a:ext uri="{FF2B5EF4-FFF2-40B4-BE49-F238E27FC236}">
                      <a16:creationId xmlns:a16="http://schemas.microsoft.com/office/drawing/2014/main" id="{CDE9BADB-2CA6-700C-FFB2-28850BD88654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0x02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" name="Google Shape;68;p14">
                  <a:extLst>
                    <a:ext uri="{FF2B5EF4-FFF2-40B4-BE49-F238E27FC236}">
                      <a16:creationId xmlns:a16="http://schemas.microsoft.com/office/drawing/2014/main" id="{F9B44EA4-1D3C-ECA7-F6CF-D138D5BDEC8D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20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6" name="Google Shape;69;p14">
                <a:extLst>
                  <a:ext uri="{FF2B5EF4-FFF2-40B4-BE49-F238E27FC236}">
                    <a16:creationId xmlns:a16="http://schemas.microsoft.com/office/drawing/2014/main" id="{AE122AAE-02D5-F885-BCCE-2B3AC100081E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" name="Google Shape;81;p14">
              <a:extLst>
                <a:ext uri="{FF2B5EF4-FFF2-40B4-BE49-F238E27FC236}">
                  <a16:creationId xmlns:a16="http://schemas.microsoft.com/office/drawing/2014/main" id="{751C3F7F-1247-32AB-732E-2A842662BC37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2" name="Google Shape;129;p15">
            <a:extLst>
              <a:ext uri="{FF2B5EF4-FFF2-40B4-BE49-F238E27FC236}">
                <a16:creationId xmlns:a16="http://schemas.microsoft.com/office/drawing/2014/main" id="{3F04E222-B679-2BA3-4AF9-A123EA86DC7F}"/>
              </a:ext>
            </a:extLst>
          </p:cNvPr>
          <p:cNvCxnSpPr>
            <a:cxnSpLocks/>
          </p:cNvCxnSpPr>
          <p:nvPr/>
        </p:nvCxnSpPr>
        <p:spPr>
          <a:xfrm flipH="1">
            <a:off x="2573401" y="1964800"/>
            <a:ext cx="696632" cy="325963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9" name="Google Shape;62;p14">
            <a:extLst>
              <a:ext uri="{FF2B5EF4-FFF2-40B4-BE49-F238E27FC236}">
                <a16:creationId xmlns:a16="http://schemas.microsoft.com/office/drawing/2014/main" id="{CD4787C9-52F5-3852-8BEA-328E6FD4EA6E}"/>
              </a:ext>
            </a:extLst>
          </p:cNvPr>
          <p:cNvGrpSpPr/>
          <p:nvPr/>
        </p:nvGrpSpPr>
        <p:grpSpPr>
          <a:xfrm>
            <a:off x="4326533" y="1219200"/>
            <a:ext cx="1071600" cy="745600"/>
            <a:chOff x="725125" y="742575"/>
            <a:chExt cx="803700" cy="559200"/>
          </a:xfrm>
        </p:grpSpPr>
        <p:sp>
          <p:nvSpPr>
            <p:cNvPr id="30" name="Google Shape;63;p14">
              <a:extLst>
                <a:ext uri="{FF2B5EF4-FFF2-40B4-BE49-F238E27FC236}">
                  <a16:creationId xmlns:a16="http://schemas.microsoft.com/office/drawing/2014/main" id="{B2729AC4-9FF2-731E-4AA7-DF5A0753DDB0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pLeft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64;p14">
              <a:extLst>
                <a:ext uri="{FF2B5EF4-FFF2-40B4-BE49-F238E27FC236}">
                  <a16:creationId xmlns:a16="http://schemas.microsoft.com/office/drawing/2014/main" id="{5348479F-F6E9-B37D-6639-33820BC28D1B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0x02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6" name="Google Shape;129;p15">
            <a:extLst>
              <a:ext uri="{FF2B5EF4-FFF2-40B4-BE49-F238E27FC236}">
                <a16:creationId xmlns:a16="http://schemas.microsoft.com/office/drawing/2014/main" id="{E29E28CD-89A6-9A0B-7BE2-FB428A20E0F6}"/>
              </a:ext>
            </a:extLst>
          </p:cNvPr>
          <p:cNvCxnSpPr>
            <a:cxnSpLocks/>
            <a:stCxn id="31" idx="1"/>
            <a:endCxn id="27" idx="1"/>
          </p:cNvCxnSpPr>
          <p:nvPr/>
        </p:nvCxnSpPr>
        <p:spPr>
          <a:xfrm>
            <a:off x="4326533" y="1778400"/>
            <a:ext cx="178598" cy="344083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78F54A2D-3082-E33C-A80D-9CE0D63E44AA}"/>
              </a:ext>
            </a:extLst>
          </p:cNvPr>
          <p:cNvGrpSpPr/>
          <p:nvPr/>
        </p:nvGrpSpPr>
        <p:grpSpPr>
          <a:xfrm>
            <a:off x="6093273" y="5027628"/>
            <a:ext cx="1071603" cy="1118400"/>
            <a:chOff x="2576366" y="4663498"/>
            <a:chExt cx="1071603" cy="1118400"/>
          </a:xfrm>
        </p:grpSpPr>
        <p:grpSp>
          <p:nvGrpSpPr>
            <p:cNvPr id="35" name="Google Shape;65;p14">
              <a:extLst>
                <a:ext uri="{FF2B5EF4-FFF2-40B4-BE49-F238E27FC236}">
                  <a16:creationId xmlns:a16="http://schemas.microsoft.com/office/drawing/2014/main" id="{78203AF4-4D2A-6DAE-6F0C-807A3D575868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43" name="Google Shape;66;p14">
                <a:extLst>
                  <a:ext uri="{FF2B5EF4-FFF2-40B4-BE49-F238E27FC236}">
                    <a16:creationId xmlns:a16="http://schemas.microsoft.com/office/drawing/2014/main" id="{3A660BB6-2A30-1F87-EA85-16C20A30957D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46" name="Google Shape;67;p14">
                  <a:extLst>
                    <a:ext uri="{FF2B5EF4-FFF2-40B4-BE49-F238E27FC236}">
                      <a16:creationId xmlns:a16="http://schemas.microsoft.com/office/drawing/2014/main" id="{AC60AAEB-E95C-CC3F-C577-89E9A71E5B78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0x03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" name="Google Shape;68;p14">
                  <a:extLst>
                    <a:ext uri="{FF2B5EF4-FFF2-40B4-BE49-F238E27FC236}">
                      <a16:creationId xmlns:a16="http://schemas.microsoft.com/office/drawing/2014/main" id="{3ABE25DE-B142-4598-5C7C-FA55184EB129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30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5" name="Google Shape;69;p14">
                <a:extLst>
                  <a:ext uri="{FF2B5EF4-FFF2-40B4-BE49-F238E27FC236}">
                    <a16:creationId xmlns:a16="http://schemas.microsoft.com/office/drawing/2014/main" id="{C4756D95-A56E-DCE2-7543-6CD1D602C673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7" name="Google Shape;81;p14">
              <a:extLst>
                <a:ext uri="{FF2B5EF4-FFF2-40B4-BE49-F238E27FC236}">
                  <a16:creationId xmlns:a16="http://schemas.microsoft.com/office/drawing/2014/main" id="{16D6F453-97FF-4C6E-6BC3-18E71F1CE410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" name="Google Shape;62;p14">
            <a:extLst>
              <a:ext uri="{FF2B5EF4-FFF2-40B4-BE49-F238E27FC236}">
                <a16:creationId xmlns:a16="http://schemas.microsoft.com/office/drawing/2014/main" id="{76F9B361-DB2E-3645-FA2B-FDE290F39A81}"/>
              </a:ext>
            </a:extLst>
          </p:cNvPr>
          <p:cNvGrpSpPr/>
          <p:nvPr/>
        </p:nvGrpSpPr>
        <p:grpSpPr>
          <a:xfrm>
            <a:off x="5915419" y="1219200"/>
            <a:ext cx="1071600" cy="745600"/>
            <a:chOff x="725125" y="742575"/>
            <a:chExt cx="803700" cy="559200"/>
          </a:xfrm>
        </p:grpSpPr>
        <p:sp>
          <p:nvSpPr>
            <p:cNvPr id="25" name="Google Shape;63;p14">
              <a:extLst>
                <a:ext uri="{FF2B5EF4-FFF2-40B4-BE49-F238E27FC236}">
                  <a16:creationId xmlns:a16="http://schemas.microsoft.com/office/drawing/2014/main" id="{32865DBB-555B-B03B-E357-574D4B5409CB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pRight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64;p14">
              <a:extLst>
                <a:ext uri="{FF2B5EF4-FFF2-40B4-BE49-F238E27FC236}">
                  <a16:creationId xmlns:a16="http://schemas.microsoft.com/office/drawing/2014/main" id="{04B8F215-C28A-1B2E-6C4E-B2086868BDB4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3" name="Google Shape;129;p15">
            <a:extLst>
              <a:ext uri="{FF2B5EF4-FFF2-40B4-BE49-F238E27FC236}">
                <a16:creationId xmlns:a16="http://schemas.microsoft.com/office/drawing/2014/main" id="{E7CDEA59-20E6-4C12-3BBD-87B0CE1F6131}"/>
              </a:ext>
            </a:extLst>
          </p:cNvPr>
          <p:cNvCxnSpPr>
            <a:cxnSpLocks/>
            <a:stCxn id="33" idx="1"/>
            <a:endCxn id="46" idx="1"/>
          </p:cNvCxnSpPr>
          <p:nvPr/>
        </p:nvCxnSpPr>
        <p:spPr>
          <a:xfrm>
            <a:off x="5915419" y="1778400"/>
            <a:ext cx="177854" cy="3435628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B3CFD8BC-5B17-3B25-842D-734C4D06BCE3}"/>
              </a:ext>
            </a:extLst>
          </p:cNvPr>
          <p:cNvGrpSpPr/>
          <p:nvPr/>
        </p:nvGrpSpPr>
        <p:grpSpPr>
          <a:xfrm>
            <a:off x="7681412" y="5038032"/>
            <a:ext cx="1071603" cy="1118400"/>
            <a:chOff x="2576366" y="4663498"/>
            <a:chExt cx="1071603" cy="1118400"/>
          </a:xfrm>
        </p:grpSpPr>
        <p:grpSp>
          <p:nvGrpSpPr>
            <p:cNvPr id="50" name="Google Shape;65;p14">
              <a:extLst>
                <a:ext uri="{FF2B5EF4-FFF2-40B4-BE49-F238E27FC236}">
                  <a16:creationId xmlns:a16="http://schemas.microsoft.com/office/drawing/2014/main" id="{7D667BFB-9BA4-FEFE-FBDF-DF452C65E156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54" name="Google Shape;66;p14">
                <a:extLst>
                  <a:ext uri="{FF2B5EF4-FFF2-40B4-BE49-F238E27FC236}">
                    <a16:creationId xmlns:a16="http://schemas.microsoft.com/office/drawing/2014/main" id="{125C8FCC-CC49-0B67-6D11-3C2ADD839D7D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56" name="Google Shape;67;p14">
                  <a:extLst>
                    <a:ext uri="{FF2B5EF4-FFF2-40B4-BE49-F238E27FC236}">
                      <a16:creationId xmlns:a16="http://schemas.microsoft.com/office/drawing/2014/main" id="{F6B38CDA-39A4-C1C6-5523-4B0014366717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0x04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7" name="Google Shape;68;p14">
                  <a:extLst>
                    <a:ext uri="{FF2B5EF4-FFF2-40B4-BE49-F238E27FC236}">
                      <a16:creationId xmlns:a16="http://schemas.microsoft.com/office/drawing/2014/main" id="{F85A9B8B-74C5-EA9E-E0A3-9D6BF639DC0B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40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55" name="Google Shape;69;p14">
                <a:extLst>
                  <a:ext uri="{FF2B5EF4-FFF2-40B4-BE49-F238E27FC236}">
                    <a16:creationId xmlns:a16="http://schemas.microsoft.com/office/drawing/2014/main" id="{20D3D792-A01E-3120-CACB-11C69F773083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2" name="Google Shape;81;p14">
              <a:extLst>
                <a:ext uri="{FF2B5EF4-FFF2-40B4-BE49-F238E27FC236}">
                  <a16:creationId xmlns:a16="http://schemas.microsoft.com/office/drawing/2014/main" id="{4DAA4AE1-8785-1EF2-2687-422B7E82FCD5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" name="Google Shape;62;p14">
            <a:extLst>
              <a:ext uri="{FF2B5EF4-FFF2-40B4-BE49-F238E27FC236}">
                <a16:creationId xmlns:a16="http://schemas.microsoft.com/office/drawing/2014/main" id="{94F8DA6D-A2C9-5A0C-9A3D-41B119F0D4C9}"/>
              </a:ext>
            </a:extLst>
          </p:cNvPr>
          <p:cNvGrpSpPr/>
          <p:nvPr/>
        </p:nvGrpSpPr>
        <p:grpSpPr>
          <a:xfrm>
            <a:off x="7503561" y="1207532"/>
            <a:ext cx="1071600" cy="745600"/>
            <a:chOff x="725125" y="742575"/>
            <a:chExt cx="803700" cy="559200"/>
          </a:xfrm>
        </p:grpSpPr>
        <p:sp>
          <p:nvSpPr>
            <p:cNvPr id="58" name="Google Shape;63;p14">
              <a:extLst>
                <a:ext uri="{FF2B5EF4-FFF2-40B4-BE49-F238E27FC236}">
                  <a16:creationId xmlns:a16="http://schemas.microsoft.com/office/drawing/2014/main" id="{4AF5149D-D887-F207-B320-975A91087138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64;p14">
              <a:extLst>
                <a:ext uri="{FF2B5EF4-FFF2-40B4-BE49-F238E27FC236}">
                  <a16:creationId xmlns:a16="http://schemas.microsoft.com/office/drawing/2014/main" id="{E8E80BBA-5C60-4CC1-466B-B40A2CF4CFFA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0x04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5" name="Google Shape;129;p15">
            <a:extLst>
              <a:ext uri="{FF2B5EF4-FFF2-40B4-BE49-F238E27FC236}">
                <a16:creationId xmlns:a16="http://schemas.microsoft.com/office/drawing/2014/main" id="{DB69E5BB-57BB-2DA1-22D4-3DD7BFDC7070}"/>
              </a:ext>
            </a:extLst>
          </p:cNvPr>
          <p:cNvCxnSpPr>
            <a:cxnSpLocks/>
            <a:stCxn id="59" idx="1"/>
            <a:endCxn id="56" idx="1"/>
          </p:cNvCxnSpPr>
          <p:nvPr/>
        </p:nvCxnSpPr>
        <p:spPr>
          <a:xfrm>
            <a:off x="7503561" y="1766732"/>
            <a:ext cx="177851" cy="34577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1EFF9AF1-D7A2-49C6-BBAA-310C9B777FA5}"/>
              </a:ext>
            </a:extLst>
          </p:cNvPr>
          <p:cNvGrpSpPr/>
          <p:nvPr/>
        </p:nvGrpSpPr>
        <p:grpSpPr>
          <a:xfrm>
            <a:off x="9269545" y="5038032"/>
            <a:ext cx="1071603" cy="1118400"/>
            <a:chOff x="2576366" y="4663498"/>
            <a:chExt cx="1071603" cy="1118400"/>
          </a:xfrm>
        </p:grpSpPr>
        <p:grpSp>
          <p:nvGrpSpPr>
            <p:cNvPr id="63" name="Google Shape;65;p14">
              <a:extLst>
                <a:ext uri="{FF2B5EF4-FFF2-40B4-BE49-F238E27FC236}">
                  <a16:creationId xmlns:a16="http://schemas.microsoft.com/office/drawing/2014/main" id="{2ABBD596-37D7-C3A0-2109-1D9F54626C13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66" name="Google Shape;66;p14">
                <a:extLst>
                  <a:ext uri="{FF2B5EF4-FFF2-40B4-BE49-F238E27FC236}">
                    <a16:creationId xmlns:a16="http://schemas.microsoft.com/office/drawing/2014/main" id="{A675D6FF-41F0-6ED5-95DF-63B2BE7F7B21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68" name="Google Shape;67;p14">
                  <a:extLst>
                    <a:ext uri="{FF2B5EF4-FFF2-40B4-BE49-F238E27FC236}">
                      <a16:creationId xmlns:a16="http://schemas.microsoft.com/office/drawing/2014/main" id="{EB14BDA0-EDAC-1B9C-A6FC-607833A84944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0x05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9" name="Google Shape;68;p14">
                  <a:extLst>
                    <a:ext uri="{FF2B5EF4-FFF2-40B4-BE49-F238E27FC236}">
                      <a16:creationId xmlns:a16="http://schemas.microsoft.com/office/drawing/2014/main" id="{F0A11DCA-571A-08EF-3F9F-955CA6BAFC1F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50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7" name="Google Shape;69;p14">
                <a:extLst>
                  <a:ext uri="{FF2B5EF4-FFF2-40B4-BE49-F238E27FC236}">
                    <a16:creationId xmlns:a16="http://schemas.microsoft.com/office/drawing/2014/main" id="{6CC8143F-AB8F-E8F7-83D9-5AC79B4BFCED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4" name="Google Shape;81;p14">
              <a:extLst>
                <a:ext uri="{FF2B5EF4-FFF2-40B4-BE49-F238E27FC236}">
                  <a16:creationId xmlns:a16="http://schemas.microsoft.com/office/drawing/2014/main" id="{F8D78ADF-2EA2-F3DF-0820-A502F4F9DD32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21107F4E-F180-48AA-2ED0-BCF1AEA37F10}"/>
              </a:ext>
            </a:extLst>
          </p:cNvPr>
          <p:cNvSpPr txBox="1"/>
          <p:nvPr/>
        </p:nvSpPr>
        <p:spPr>
          <a:xfrm>
            <a:off x="3443565" y="2785200"/>
            <a:ext cx="50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6BF6042-A52D-F3C0-2C0B-827F39A4F50B}"/>
              </a:ext>
            </a:extLst>
          </p:cNvPr>
          <p:cNvSpPr txBox="1"/>
          <p:nvPr/>
        </p:nvSpPr>
        <p:spPr>
          <a:xfrm>
            <a:off x="9796590" y="4384584"/>
            <a:ext cx="50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BA873C-9DBF-2BB0-4774-25D2F2297F68}"/>
              </a:ext>
            </a:extLst>
          </p:cNvPr>
          <p:cNvSpPr txBox="1"/>
          <p:nvPr/>
        </p:nvSpPr>
        <p:spPr>
          <a:xfrm>
            <a:off x="5216121" y="3931452"/>
            <a:ext cx="50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065949B-15B5-9DF4-5A42-97021884E0E1}"/>
              </a:ext>
            </a:extLst>
          </p:cNvPr>
          <p:cNvSpPr txBox="1"/>
          <p:nvPr/>
        </p:nvSpPr>
        <p:spPr>
          <a:xfrm>
            <a:off x="10377234" y="5781898"/>
            <a:ext cx="860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22, 23</a:t>
            </a:r>
          </a:p>
        </p:txBody>
      </p:sp>
      <p:cxnSp>
        <p:nvCxnSpPr>
          <p:cNvPr id="79" name="Google Shape;324;p23">
            <a:extLst>
              <a:ext uri="{FF2B5EF4-FFF2-40B4-BE49-F238E27FC236}">
                <a16:creationId xmlns:a16="http://schemas.microsoft.com/office/drawing/2014/main" id="{826B2866-2A83-FF8C-18AA-B8E2E1FC337A}"/>
              </a:ext>
            </a:extLst>
          </p:cNvPr>
          <p:cNvCxnSpPr>
            <a:cxnSpLocks/>
            <a:stCxn id="10" idx="3"/>
            <a:endCxn id="69" idx="1"/>
          </p:cNvCxnSpPr>
          <p:nvPr/>
        </p:nvCxnSpPr>
        <p:spPr>
          <a:xfrm>
            <a:off x="3805833" y="3806932"/>
            <a:ext cx="5463715" cy="1790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82" name="Google Shape;324;p23">
            <a:extLst>
              <a:ext uri="{FF2B5EF4-FFF2-40B4-BE49-F238E27FC236}">
                <a16:creationId xmlns:a16="http://schemas.microsoft.com/office/drawing/2014/main" id="{89C6D0CE-D9EB-06B0-432D-FA56E6002C2B}"/>
              </a:ext>
            </a:extLst>
          </p:cNvPr>
          <p:cNvCxnSpPr>
            <a:cxnSpLocks/>
            <a:stCxn id="68" idx="0"/>
            <a:endCxn id="22" idx="2"/>
          </p:cNvCxnSpPr>
          <p:nvPr/>
        </p:nvCxnSpPr>
        <p:spPr>
          <a:xfrm flipH="1" flipV="1">
            <a:off x="9786090" y="3637848"/>
            <a:ext cx="19255" cy="140018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85" name="Google Shape;129;p15">
            <a:extLst>
              <a:ext uri="{FF2B5EF4-FFF2-40B4-BE49-F238E27FC236}">
                <a16:creationId xmlns:a16="http://schemas.microsoft.com/office/drawing/2014/main" id="{69CBE4DC-12AC-96E5-C7E6-B8AB75D24F07}"/>
              </a:ext>
            </a:extLst>
          </p:cNvPr>
          <p:cNvCxnSpPr>
            <a:cxnSpLocks/>
            <a:stCxn id="23" idx="1"/>
            <a:endCxn id="68" idx="1"/>
          </p:cNvCxnSpPr>
          <p:nvPr/>
        </p:nvCxnSpPr>
        <p:spPr>
          <a:xfrm>
            <a:off x="9250290" y="3824248"/>
            <a:ext cx="19255" cy="1400184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29694302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25A7C-E669-8F39-AC42-BA92B3A24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238BB0A-1B32-24C8-D427-85E8FA1401C6}"/>
              </a:ext>
            </a:extLst>
          </p:cNvPr>
          <p:cNvSpPr txBox="1"/>
          <p:nvPr/>
        </p:nvSpPr>
        <p:spPr>
          <a:xfrm>
            <a:off x="266700" y="387866"/>
            <a:ext cx="447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이진트리</a:t>
            </a:r>
            <a:r>
              <a:rPr lang="ko-KR" altLang="en-US" dirty="0"/>
              <a:t> 생성</a:t>
            </a:r>
          </a:p>
        </p:txBody>
      </p:sp>
      <p:grpSp>
        <p:nvGrpSpPr>
          <p:cNvPr id="3" name="Google Shape;62;p14">
            <a:extLst>
              <a:ext uri="{FF2B5EF4-FFF2-40B4-BE49-F238E27FC236}">
                <a16:creationId xmlns:a16="http://schemas.microsoft.com/office/drawing/2014/main" id="{7607A42F-581D-C375-0796-E224D09E278A}"/>
              </a:ext>
            </a:extLst>
          </p:cNvPr>
          <p:cNvGrpSpPr/>
          <p:nvPr/>
        </p:nvGrpSpPr>
        <p:grpSpPr>
          <a:xfrm>
            <a:off x="753033" y="1219200"/>
            <a:ext cx="1071600" cy="745600"/>
            <a:chOff x="725125" y="742575"/>
            <a:chExt cx="803700" cy="559200"/>
          </a:xfrm>
        </p:grpSpPr>
        <p:sp>
          <p:nvSpPr>
            <p:cNvPr id="4" name="Google Shape;63;p14">
              <a:extLst>
                <a:ext uri="{FF2B5EF4-FFF2-40B4-BE49-F238E27FC236}">
                  <a16:creationId xmlns:a16="http://schemas.microsoft.com/office/drawing/2014/main" id="{0741C1F1-CFFB-3365-909E-F0105FEEA926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pSeed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64;p14">
              <a:extLst>
                <a:ext uri="{FF2B5EF4-FFF2-40B4-BE49-F238E27FC236}">
                  <a16:creationId xmlns:a16="http://schemas.microsoft.com/office/drawing/2014/main" id="{20AAB679-0543-E9A1-207C-4FF9CC7BC359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altLang="ko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8E847900-E77B-AB35-2172-F9AE8AD7C604}"/>
              </a:ext>
            </a:extLst>
          </p:cNvPr>
          <p:cNvSpPr txBox="1"/>
          <p:nvPr/>
        </p:nvSpPr>
        <p:spPr>
          <a:xfrm>
            <a:off x="266700" y="1219200"/>
            <a:ext cx="50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58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233DDB-C9A6-7F4A-7B5F-24F904D074A8}"/>
              </a:ext>
            </a:extLst>
          </p:cNvPr>
          <p:cNvSpPr txBox="1"/>
          <p:nvPr/>
        </p:nvSpPr>
        <p:spPr>
          <a:xfrm>
            <a:off x="266700" y="2235200"/>
            <a:ext cx="406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64 Snode* </a:t>
            </a:r>
            <a:r>
              <a:rPr lang="en-US" altLang="ko-KR" dirty="0" err="1"/>
              <a:t>pE</a:t>
            </a:r>
            <a:r>
              <a:rPr lang="en-US" altLang="ko-KR" dirty="0"/>
              <a:t> = </a:t>
            </a:r>
            <a:r>
              <a:rPr lang="en-US" altLang="ko-KR" dirty="0" err="1"/>
              <a:t>CreateNode</a:t>
            </a:r>
            <a:r>
              <a:rPr lang="en-US" altLang="ko-KR" dirty="0"/>
              <a:t>(50)</a:t>
            </a:r>
            <a:endParaRPr lang="ko-KR" altLang="en-US" dirty="0"/>
          </a:p>
        </p:txBody>
      </p:sp>
      <p:grpSp>
        <p:nvGrpSpPr>
          <p:cNvPr id="8" name="Google Shape;70;p14">
            <a:extLst>
              <a:ext uri="{FF2B5EF4-FFF2-40B4-BE49-F238E27FC236}">
                <a16:creationId xmlns:a16="http://schemas.microsoft.com/office/drawing/2014/main" id="{C821DEEC-B05E-39F8-A4C9-7046B4B85515}"/>
              </a:ext>
            </a:extLst>
          </p:cNvPr>
          <p:cNvGrpSpPr/>
          <p:nvPr/>
        </p:nvGrpSpPr>
        <p:grpSpPr>
          <a:xfrm>
            <a:off x="2734233" y="3247732"/>
            <a:ext cx="1071600" cy="745600"/>
            <a:chOff x="725125" y="742575"/>
            <a:chExt cx="803700" cy="559200"/>
          </a:xfrm>
        </p:grpSpPr>
        <p:sp>
          <p:nvSpPr>
            <p:cNvPr id="9" name="Google Shape;71;p14">
              <a:extLst>
                <a:ext uri="{FF2B5EF4-FFF2-40B4-BE49-F238E27FC236}">
                  <a16:creationId xmlns:a16="http://schemas.microsoft.com/office/drawing/2014/main" id="{F744302E-9382-6170-A091-95763485F063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72;p14">
              <a:extLst>
                <a:ext uri="{FF2B5EF4-FFF2-40B4-BE49-F238E27FC236}">
                  <a16:creationId xmlns:a16="http://schemas.microsoft.com/office/drawing/2014/main" id="{4226E64C-9962-E352-3FD9-F189D5344BB2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50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1" name="Google Shape;324;p23">
            <a:extLst>
              <a:ext uri="{FF2B5EF4-FFF2-40B4-BE49-F238E27FC236}">
                <a16:creationId xmlns:a16="http://schemas.microsoft.com/office/drawing/2014/main" id="{96E9522F-1363-D339-2368-EC2D505A3B2C}"/>
              </a:ext>
            </a:extLst>
          </p:cNvPr>
          <p:cNvCxnSpPr>
            <a:cxnSpLocks/>
          </p:cNvCxnSpPr>
          <p:nvPr/>
        </p:nvCxnSpPr>
        <p:spPr>
          <a:xfrm>
            <a:off x="6849760" y="544531"/>
            <a:ext cx="176084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13" name="Google Shape;129;p15">
            <a:extLst>
              <a:ext uri="{FF2B5EF4-FFF2-40B4-BE49-F238E27FC236}">
                <a16:creationId xmlns:a16="http://schemas.microsoft.com/office/drawing/2014/main" id="{F90959CB-E71A-E183-C46D-AAA6A0F23604}"/>
              </a:ext>
            </a:extLst>
          </p:cNvPr>
          <p:cNvCxnSpPr>
            <a:cxnSpLocks/>
          </p:cNvCxnSpPr>
          <p:nvPr/>
        </p:nvCxnSpPr>
        <p:spPr>
          <a:xfrm>
            <a:off x="9046860" y="544531"/>
            <a:ext cx="176084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6" name="Google Shape;324;p23">
            <a:extLst>
              <a:ext uri="{FF2B5EF4-FFF2-40B4-BE49-F238E27FC236}">
                <a16:creationId xmlns:a16="http://schemas.microsoft.com/office/drawing/2014/main" id="{61174BDF-4CF7-5071-C7DD-808988FE1A47}"/>
              </a:ext>
            </a:extLst>
          </p:cNvPr>
          <p:cNvCxnSpPr>
            <a:cxnSpLocks/>
            <a:endCxn id="10" idx="0"/>
          </p:cNvCxnSpPr>
          <p:nvPr/>
        </p:nvCxnSpPr>
        <p:spPr>
          <a:xfrm flipH="1">
            <a:off x="3270033" y="2604532"/>
            <a:ext cx="285967" cy="101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grpSp>
        <p:nvGrpSpPr>
          <p:cNvPr id="21" name="Google Shape;62;p14">
            <a:extLst>
              <a:ext uri="{FF2B5EF4-FFF2-40B4-BE49-F238E27FC236}">
                <a16:creationId xmlns:a16="http://schemas.microsoft.com/office/drawing/2014/main" id="{EA4CA68F-6970-CCEE-D703-C41211BE6B88}"/>
              </a:ext>
            </a:extLst>
          </p:cNvPr>
          <p:cNvGrpSpPr/>
          <p:nvPr/>
        </p:nvGrpSpPr>
        <p:grpSpPr>
          <a:xfrm>
            <a:off x="9250290" y="3265048"/>
            <a:ext cx="1071600" cy="745600"/>
            <a:chOff x="725125" y="742575"/>
            <a:chExt cx="803700" cy="559200"/>
          </a:xfrm>
        </p:grpSpPr>
        <p:sp>
          <p:nvSpPr>
            <p:cNvPr id="22" name="Google Shape;63;p14">
              <a:extLst>
                <a:ext uri="{FF2B5EF4-FFF2-40B4-BE49-F238E27FC236}">
                  <a16:creationId xmlns:a16="http://schemas.microsoft.com/office/drawing/2014/main" id="{B4172762-6DCB-A362-37E8-6CA2FDAE9E9E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pTemp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64;p14">
              <a:extLst>
                <a:ext uri="{FF2B5EF4-FFF2-40B4-BE49-F238E27FC236}">
                  <a16:creationId xmlns:a16="http://schemas.microsoft.com/office/drawing/2014/main" id="{E851AA8D-C810-0B77-8828-B2727020C523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A4503334-70F8-CC9D-C9A8-7815243117EA}"/>
              </a:ext>
            </a:extLst>
          </p:cNvPr>
          <p:cNvGrpSpPr/>
          <p:nvPr/>
        </p:nvGrpSpPr>
        <p:grpSpPr>
          <a:xfrm>
            <a:off x="2573401" y="5038032"/>
            <a:ext cx="1071603" cy="1118400"/>
            <a:chOff x="2576366" y="4663498"/>
            <a:chExt cx="1071603" cy="1118400"/>
          </a:xfrm>
        </p:grpSpPr>
        <p:grpSp>
          <p:nvGrpSpPr>
            <p:cNvPr id="38" name="Google Shape;65;p14">
              <a:extLst>
                <a:ext uri="{FF2B5EF4-FFF2-40B4-BE49-F238E27FC236}">
                  <a16:creationId xmlns:a16="http://schemas.microsoft.com/office/drawing/2014/main" id="{2AF244EA-C205-9CC2-9E70-38CB5663E72B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39" name="Google Shape;66;p14">
                <a:extLst>
                  <a:ext uri="{FF2B5EF4-FFF2-40B4-BE49-F238E27FC236}">
                    <a16:creationId xmlns:a16="http://schemas.microsoft.com/office/drawing/2014/main" id="{6CEA37D2-FB33-B058-A067-DDF81A28B3E6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41" name="Google Shape;67;p14">
                  <a:extLst>
                    <a:ext uri="{FF2B5EF4-FFF2-40B4-BE49-F238E27FC236}">
                      <a16:creationId xmlns:a16="http://schemas.microsoft.com/office/drawing/2014/main" id="{712FD05C-AB70-E5AE-828B-6DAA5863D001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0x01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" name="Google Shape;68;p14">
                  <a:extLst>
                    <a:ext uri="{FF2B5EF4-FFF2-40B4-BE49-F238E27FC236}">
                      <a16:creationId xmlns:a16="http://schemas.microsoft.com/office/drawing/2014/main" id="{7F744014-2952-CBD7-5E37-65A9A552BDCC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" name="Google Shape;69;p14">
                <a:extLst>
                  <a:ext uri="{FF2B5EF4-FFF2-40B4-BE49-F238E27FC236}">
                    <a16:creationId xmlns:a16="http://schemas.microsoft.com/office/drawing/2014/main" id="{6B88AE63-0040-B3B2-47AD-571F6CE29C05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4" name="Google Shape;81;p14">
              <a:extLst>
                <a:ext uri="{FF2B5EF4-FFF2-40B4-BE49-F238E27FC236}">
                  <a16:creationId xmlns:a16="http://schemas.microsoft.com/office/drawing/2014/main" id="{23788B84-C820-353E-9919-6BE1BB65EA4F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" name="Google Shape;62;p14">
            <a:extLst>
              <a:ext uri="{FF2B5EF4-FFF2-40B4-BE49-F238E27FC236}">
                <a16:creationId xmlns:a16="http://schemas.microsoft.com/office/drawing/2014/main" id="{6669B24A-A7F8-309B-DFB7-19742F9B1A12}"/>
              </a:ext>
            </a:extLst>
          </p:cNvPr>
          <p:cNvGrpSpPr/>
          <p:nvPr/>
        </p:nvGrpSpPr>
        <p:grpSpPr>
          <a:xfrm>
            <a:off x="2734233" y="1219200"/>
            <a:ext cx="1071600" cy="745600"/>
            <a:chOff x="725125" y="742575"/>
            <a:chExt cx="803700" cy="559200"/>
          </a:xfrm>
        </p:grpSpPr>
        <p:sp>
          <p:nvSpPr>
            <p:cNvPr id="14" name="Google Shape;63;p14">
              <a:extLst>
                <a:ext uri="{FF2B5EF4-FFF2-40B4-BE49-F238E27FC236}">
                  <a16:creationId xmlns:a16="http://schemas.microsoft.com/office/drawing/2014/main" id="{35963C21-239B-1E6D-D6F9-9DA660457155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pParent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64;p14">
              <a:extLst>
                <a:ext uri="{FF2B5EF4-FFF2-40B4-BE49-F238E27FC236}">
                  <a16:creationId xmlns:a16="http://schemas.microsoft.com/office/drawing/2014/main" id="{4602FEAD-593B-47B1-4EA2-A17415E5D142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AEC8807B-C7FA-BA94-542B-131D3ADFCA47}"/>
              </a:ext>
            </a:extLst>
          </p:cNvPr>
          <p:cNvGrpSpPr/>
          <p:nvPr/>
        </p:nvGrpSpPr>
        <p:grpSpPr>
          <a:xfrm>
            <a:off x="4505131" y="5032830"/>
            <a:ext cx="1071603" cy="1118400"/>
            <a:chOff x="2576366" y="4663498"/>
            <a:chExt cx="1071603" cy="1118400"/>
          </a:xfrm>
        </p:grpSpPr>
        <p:grpSp>
          <p:nvGrpSpPr>
            <p:cNvPr id="18" name="Google Shape;65;p14">
              <a:extLst>
                <a:ext uri="{FF2B5EF4-FFF2-40B4-BE49-F238E27FC236}">
                  <a16:creationId xmlns:a16="http://schemas.microsoft.com/office/drawing/2014/main" id="{63DA9CB3-FDD4-1A73-3556-9891CB2A454C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24" name="Google Shape;66;p14">
                <a:extLst>
                  <a:ext uri="{FF2B5EF4-FFF2-40B4-BE49-F238E27FC236}">
                    <a16:creationId xmlns:a16="http://schemas.microsoft.com/office/drawing/2014/main" id="{5D7D04FC-0664-DDBE-5E45-F74A370D51BC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27" name="Google Shape;67;p14">
                  <a:extLst>
                    <a:ext uri="{FF2B5EF4-FFF2-40B4-BE49-F238E27FC236}">
                      <a16:creationId xmlns:a16="http://schemas.microsoft.com/office/drawing/2014/main" id="{0F416243-75F4-9F3D-988C-371553CDC681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0x02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" name="Google Shape;68;p14">
                  <a:extLst>
                    <a:ext uri="{FF2B5EF4-FFF2-40B4-BE49-F238E27FC236}">
                      <a16:creationId xmlns:a16="http://schemas.microsoft.com/office/drawing/2014/main" id="{38FE9CA7-9054-18A9-DCA7-E2BF2B41F858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20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6" name="Google Shape;69;p14">
                <a:extLst>
                  <a:ext uri="{FF2B5EF4-FFF2-40B4-BE49-F238E27FC236}">
                    <a16:creationId xmlns:a16="http://schemas.microsoft.com/office/drawing/2014/main" id="{92466C0B-9C0D-B9F1-128C-46F949715911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" name="Google Shape;81;p14">
              <a:extLst>
                <a:ext uri="{FF2B5EF4-FFF2-40B4-BE49-F238E27FC236}">
                  <a16:creationId xmlns:a16="http://schemas.microsoft.com/office/drawing/2014/main" id="{D420F9DF-0E17-E185-E63C-9EA8C83DB7E3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2" name="Google Shape;129;p15">
            <a:extLst>
              <a:ext uri="{FF2B5EF4-FFF2-40B4-BE49-F238E27FC236}">
                <a16:creationId xmlns:a16="http://schemas.microsoft.com/office/drawing/2014/main" id="{AE36106E-DA30-E797-8839-8D3E1F668367}"/>
              </a:ext>
            </a:extLst>
          </p:cNvPr>
          <p:cNvCxnSpPr>
            <a:cxnSpLocks/>
          </p:cNvCxnSpPr>
          <p:nvPr/>
        </p:nvCxnSpPr>
        <p:spPr>
          <a:xfrm flipH="1">
            <a:off x="2573401" y="1964800"/>
            <a:ext cx="696632" cy="325963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9" name="Google Shape;62;p14">
            <a:extLst>
              <a:ext uri="{FF2B5EF4-FFF2-40B4-BE49-F238E27FC236}">
                <a16:creationId xmlns:a16="http://schemas.microsoft.com/office/drawing/2014/main" id="{94C96EEB-7F1D-A01E-D7AE-E1E69FDF7BF1}"/>
              </a:ext>
            </a:extLst>
          </p:cNvPr>
          <p:cNvGrpSpPr/>
          <p:nvPr/>
        </p:nvGrpSpPr>
        <p:grpSpPr>
          <a:xfrm>
            <a:off x="4326533" y="1219200"/>
            <a:ext cx="1071600" cy="745600"/>
            <a:chOff x="725125" y="742575"/>
            <a:chExt cx="803700" cy="559200"/>
          </a:xfrm>
        </p:grpSpPr>
        <p:sp>
          <p:nvSpPr>
            <p:cNvPr id="30" name="Google Shape;63;p14">
              <a:extLst>
                <a:ext uri="{FF2B5EF4-FFF2-40B4-BE49-F238E27FC236}">
                  <a16:creationId xmlns:a16="http://schemas.microsoft.com/office/drawing/2014/main" id="{282141F4-185E-9A07-D5DC-11EBBEA4F265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pLeft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64;p14">
              <a:extLst>
                <a:ext uri="{FF2B5EF4-FFF2-40B4-BE49-F238E27FC236}">
                  <a16:creationId xmlns:a16="http://schemas.microsoft.com/office/drawing/2014/main" id="{BD7C2397-801A-4757-F5BE-9597DA3C2981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0x02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6" name="Google Shape;129;p15">
            <a:extLst>
              <a:ext uri="{FF2B5EF4-FFF2-40B4-BE49-F238E27FC236}">
                <a16:creationId xmlns:a16="http://schemas.microsoft.com/office/drawing/2014/main" id="{76FA2B66-96F3-ECCF-3A07-EAD911970D72}"/>
              </a:ext>
            </a:extLst>
          </p:cNvPr>
          <p:cNvCxnSpPr>
            <a:cxnSpLocks/>
            <a:stCxn id="31" idx="1"/>
            <a:endCxn id="27" idx="1"/>
          </p:cNvCxnSpPr>
          <p:nvPr/>
        </p:nvCxnSpPr>
        <p:spPr>
          <a:xfrm>
            <a:off x="4326533" y="1778400"/>
            <a:ext cx="178598" cy="344083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1A1BF713-B276-D18E-724F-47F2C0E01E44}"/>
              </a:ext>
            </a:extLst>
          </p:cNvPr>
          <p:cNvGrpSpPr/>
          <p:nvPr/>
        </p:nvGrpSpPr>
        <p:grpSpPr>
          <a:xfrm>
            <a:off x="6093273" y="5027628"/>
            <a:ext cx="1071603" cy="1118400"/>
            <a:chOff x="2576366" y="4663498"/>
            <a:chExt cx="1071603" cy="1118400"/>
          </a:xfrm>
        </p:grpSpPr>
        <p:grpSp>
          <p:nvGrpSpPr>
            <p:cNvPr id="35" name="Google Shape;65;p14">
              <a:extLst>
                <a:ext uri="{FF2B5EF4-FFF2-40B4-BE49-F238E27FC236}">
                  <a16:creationId xmlns:a16="http://schemas.microsoft.com/office/drawing/2014/main" id="{723B33F3-DBFE-ABC8-747E-B003A375355C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43" name="Google Shape;66;p14">
                <a:extLst>
                  <a:ext uri="{FF2B5EF4-FFF2-40B4-BE49-F238E27FC236}">
                    <a16:creationId xmlns:a16="http://schemas.microsoft.com/office/drawing/2014/main" id="{412345F3-CD33-9937-71F0-67CAFF92F44B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46" name="Google Shape;67;p14">
                  <a:extLst>
                    <a:ext uri="{FF2B5EF4-FFF2-40B4-BE49-F238E27FC236}">
                      <a16:creationId xmlns:a16="http://schemas.microsoft.com/office/drawing/2014/main" id="{35B18CA7-F3A8-3F1F-AB19-E6854DCA6834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0x03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" name="Google Shape;68;p14">
                  <a:extLst>
                    <a:ext uri="{FF2B5EF4-FFF2-40B4-BE49-F238E27FC236}">
                      <a16:creationId xmlns:a16="http://schemas.microsoft.com/office/drawing/2014/main" id="{836D672B-600F-D2E9-4C20-B11AA04BD18F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30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5" name="Google Shape;69;p14">
                <a:extLst>
                  <a:ext uri="{FF2B5EF4-FFF2-40B4-BE49-F238E27FC236}">
                    <a16:creationId xmlns:a16="http://schemas.microsoft.com/office/drawing/2014/main" id="{44D37ABE-CD5F-9A17-3316-73C41F4FB9F2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7" name="Google Shape;81;p14">
              <a:extLst>
                <a:ext uri="{FF2B5EF4-FFF2-40B4-BE49-F238E27FC236}">
                  <a16:creationId xmlns:a16="http://schemas.microsoft.com/office/drawing/2014/main" id="{5AD63C02-6052-4FDC-97B3-011793378C98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" name="Google Shape;62;p14">
            <a:extLst>
              <a:ext uri="{FF2B5EF4-FFF2-40B4-BE49-F238E27FC236}">
                <a16:creationId xmlns:a16="http://schemas.microsoft.com/office/drawing/2014/main" id="{22509242-0183-B49B-A24B-85D22BBFB394}"/>
              </a:ext>
            </a:extLst>
          </p:cNvPr>
          <p:cNvGrpSpPr/>
          <p:nvPr/>
        </p:nvGrpSpPr>
        <p:grpSpPr>
          <a:xfrm>
            <a:off x="5915419" y="1219200"/>
            <a:ext cx="1071600" cy="745600"/>
            <a:chOff x="725125" y="742575"/>
            <a:chExt cx="803700" cy="559200"/>
          </a:xfrm>
        </p:grpSpPr>
        <p:sp>
          <p:nvSpPr>
            <p:cNvPr id="25" name="Google Shape;63;p14">
              <a:extLst>
                <a:ext uri="{FF2B5EF4-FFF2-40B4-BE49-F238E27FC236}">
                  <a16:creationId xmlns:a16="http://schemas.microsoft.com/office/drawing/2014/main" id="{4EBEDE28-45B9-409D-C6B8-E56FADC876CF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pRight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64;p14">
              <a:extLst>
                <a:ext uri="{FF2B5EF4-FFF2-40B4-BE49-F238E27FC236}">
                  <a16:creationId xmlns:a16="http://schemas.microsoft.com/office/drawing/2014/main" id="{719AE359-F859-94E3-849D-636428D9A84D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3" name="Google Shape;129;p15">
            <a:extLst>
              <a:ext uri="{FF2B5EF4-FFF2-40B4-BE49-F238E27FC236}">
                <a16:creationId xmlns:a16="http://schemas.microsoft.com/office/drawing/2014/main" id="{5B397110-4FFA-1318-5E24-06A4DDD80A94}"/>
              </a:ext>
            </a:extLst>
          </p:cNvPr>
          <p:cNvCxnSpPr>
            <a:cxnSpLocks/>
            <a:stCxn id="33" idx="1"/>
            <a:endCxn id="46" idx="1"/>
          </p:cNvCxnSpPr>
          <p:nvPr/>
        </p:nvCxnSpPr>
        <p:spPr>
          <a:xfrm>
            <a:off x="5915419" y="1778400"/>
            <a:ext cx="177854" cy="3435628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4B200261-98BF-1495-E7D2-CB45EB607E05}"/>
              </a:ext>
            </a:extLst>
          </p:cNvPr>
          <p:cNvGrpSpPr/>
          <p:nvPr/>
        </p:nvGrpSpPr>
        <p:grpSpPr>
          <a:xfrm>
            <a:off x="7681412" y="5038032"/>
            <a:ext cx="1071603" cy="1118400"/>
            <a:chOff x="2576366" y="4663498"/>
            <a:chExt cx="1071603" cy="1118400"/>
          </a:xfrm>
        </p:grpSpPr>
        <p:grpSp>
          <p:nvGrpSpPr>
            <p:cNvPr id="50" name="Google Shape;65;p14">
              <a:extLst>
                <a:ext uri="{FF2B5EF4-FFF2-40B4-BE49-F238E27FC236}">
                  <a16:creationId xmlns:a16="http://schemas.microsoft.com/office/drawing/2014/main" id="{5EF90BC0-FA6C-7223-56EA-EA42BC6B6089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54" name="Google Shape;66;p14">
                <a:extLst>
                  <a:ext uri="{FF2B5EF4-FFF2-40B4-BE49-F238E27FC236}">
                    <a16:creationId xmlns:a16="http://schemas.microsoft.com/office/drawing/2014/main" id="{93FF356A-6400-C0F2-5B7A-7D40412F9002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56" name="Google Shape;67;p14">
                  <a:extLst>
                    <a:ext uri="{FF2B5EF4-FFF2-40B4-BE49-F238E27FC236}">
                      <a16:creationId xmlns:a16="http://schemas.microsoft.com/office/drawing/2014/main" id="{49B0BB00-88BE-4C3F-6620-FA954AB7B918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0x04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7" name="Google Shape;68;p14">
                  <a:extLst>
                    <a:ext uri="{FF2B5EF4-FFF2-40B4-BE49-F238E27FC236}">
                      <a16:creationId xmlns:a16="http://schemas.microsoft.com/office/drawing/2014/main" id="{BC75D526-E979-A829-3D06-7AAD9D446099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40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55" name="Google Shape;69;p14">
                <a:extLst>
                  <a:ext uri="{FF2B5EF4-FFF2-40B4-BE49-F238E27FC236}">
                    <a16:creationId xmlns:a16="http://schemas.microsoft.com/office/drawing/2014/main" id="{B89AAA6D-2EE7-5ACA-4A38-CC646160BE8E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2" name="Google Shape;81;p14">
              <a:extLst>
                <a:ext uri="{FF2B5EF4-FFF2-40B4-BE49-F238E27FC236}">
                  <a16:creationId xmlns:a16="http://schemas.microsoft.com/office/drawing/2014/main" id="{EAA98A4B-6B1C-79CE-243E-1C78E4EB49E5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" name="Google Shape;62;p14">
            <a:extLst>
              <a:ext uri="{FF2B5EF4-FFF2-40B4-BE49-F238E27FC236}">
                <a16:creationId xmlns:a16="http://schemas.microsoft.com/office/drawing/2014/main" id="{358680DF-8217-1514-9FBE-434AFCF9A33F}"/>
              </a:ext>
            </a:extLst>
          </p:cNvPr>
          <p:cNvGrpSpPr/>
          <p:nvPr/>
        </p:nvGrpSpPr>
        <p:grpSpPr>
          <a:xfrm>
            <a:off x="7503561" y="1207532"/>
            <a:ext cx="1071600" cy="745600"/>
            <a:chOff x="725125" y="742575"/>
            <a:chExt cx="803700" cy="559200"/>
          </a:xfrm>
        </p:grpSpPr>
        <p:sp>
          <p:nvSpPr>
            <p:cNvPr id="58" name="Google Shape;63;p14">
              <a:extLst>
                <a:ext uri="{FF2B5EF4-FFF2-40B4-BE49-F238E27FC236}">
                  <a16:creationId xmlns:a16="http://schemas.microsoft.com/office/drawing/2014/main" id="{F3468399-D4E2-06A1-F9A8-5F0DEAF86C25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64;p14">
              <a:extLst>
                <a:ext uri="{FF2B5EF4-FFF2-40B4-BE49-F238E27FC236}">
                  <a16:creationId xmlns:a16="http://schemas.microsoft.com/office/drawing/2014/main" id="{4B116C1D-C011-4084-3827-693D9CA39731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0x04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5" name="Google Shape;129;p15">
            <a:extLst>
              <a:ext uri="{FF2B5EF4-FFF2-40B4-BE49-F238E27FC236}">
                <a16:creationId xmlns:a16="http://schemas.microsoft.com/office/drawing/2014/main" id="{E97DE5A8-068B-7812-C144-B4763796EF30}"/>
              </a:ext>
            </a:extLst>
          </p:cNvPr>
          <p:cNvCxnSpPr>
            <a:cxnSpLocks/>
            <a:stCxn id="59" idx="1"/>
            <a:endCxn id="56" idx="1"/>
          </p:cNvCxnSpPr>
          <p:nvPr/>
        </p:nvCxnSpPr>
        <p:spPr>
          <a:xfrm>
            <a:off x="7503561" y="1766732"/>
            <a:ext cx="177851" cy="34577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0418FA6E-858A-9F25-1AB8-A3B6E0563CCD}"/>
              </a:ext>
            </a:extLst>
          </p:cNvPr>
          <p:cNvGrpSpPr/>
          <p:nvPr/>
        </p:nvGrpSpPr>
        <p:grpSpPr>
          <a:xfrm>
            <a:off x="9269545" y="5038032"/>
            <a:ext cx="1071603" cy="1118400"/>
            <a:chOff x="2576366" y="4663498"/>
            <a:chExt cx="1071603" cy="1118400"/>
          </a:xfrm>
        </p:grpSpPr>
        <p:grpSp>
          <p:nvGrpSpPr>
            <p:cNvPr id="63" name="Google Shape;65;p14">
              <a:extLst>
                <a:ext uri="{FF2B5EF4-FFF2-40B4-BE49-F238E27FC236}">
                  <a16:creationId xmlns:a16="http://schemas.microsoft.com/office/drawing/2014/main" id="{3DFED9B6-1402-B950-7D89-35F32ADDE4BF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66" name="Google Shape;66;p14">
                <a:extLst>
                  <a:ext uri="{FF2B5EF4-FFF2-40B4-BE49-F238E27FC236}">
                    <a16:creationId xmlns:a16="http://schemas.microsoft.com/office/drawing/2014/main" id="{7745EA1A-8630-9566-41C4-9EC6CAEF05A3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68" name="Google Shape;67;p14">
                  <a:extLst>
                    <a:ext uri="{FF2B5EF4-FFF2-40B4-BE49-F238E27FC236}">
                      <a16:creationId xmlns:a16="http://schemas.microsoft.com/office/drawing/2014/main" id="{0C389394-2B7F-335C-997F-C0E501BEE7BE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0x05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9" name="Google Shape;68;p14">
                  <a:extLst>
                    <a:ext uri="{FF2B5EF4-FFF2-40B4-BE49-F238E27FC236}">
                      <a16:creationId xmlns:a16="http://schemas.microsoft.com/office/drawing/2014/main" id="{12026E8D-056C-560A-5A20-F368E0B2C2BB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50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7" name="Google Shape;69;p14">
                <a:extLst>
                  <a:ext uri="{FF2B5EF4-FFF2-40B4-BE49-F238E27FC236}">
                    <a16:creationId xmlns:a16="http://schemas.microsoft.com/office/drawing/2014/main" id="{79B2EB60-8816-3F5A-9F8C-6CDA73B54EE5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4" name="Google Shape;81;p14">
              <a:extLst>
                <a:ext uri="{FF2B5EF4-FFF2-40B4-BE49-F238E27FC236}">
                  <a16:creationId xmlns:a16="http://schemas.microsoft.com/office/drawing/2014/main" id="{2C8C019F-B989-9FE0-1588-5623B20725DE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93FFBEC1-C632-9826-EDB4-6955C3F66314}"/>
              </a:ext>
            </a:extLst>
          </p:cNvPr>
          <p:cNvSpPr txBox="1"/>
          <p:nvPr/>
        </p:nvSpPr>
        <p:spPr>
          <a:xfrm>
            <a:off x="9689870" y="2522846"/>
            <a:ext cx="860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24-64</a:t>
            </a:r>
          </a:p>
        </p:txBody>
      </p:sp>
      <p:cxnSp>
        <p:nvCxnSpPr>
          <p:cNvPr id="82" name="Google Shape;324;p23">
            <a:extLst>
              <a:ext uri="{FF2B5EF4-FFF2-40B4-BE49-F238E27FC236}">
                <a16:creationId xmlns:a16="http://schemas.microsoft.com/office/drawing/2014/main" id="{9DCB3776-3D11-8CED-DF04-C9583795D756}"/>
              </a:ext>
            </a:extLst>
          </p:cNvPr>
          <p:cNvCxnSpPr>
            <a:cxnSpLocks/>
            <a:stCxn id="22" idx="2"/>
            <a:endCxn id="62" idx="2"/>
          </p:cNvCxnSpPr>
          <p:nvPr/>
        </p:nvCxnSpPr>
        <p:spPr>
          <a:xfrm flipH="1" flipV="1">
            <a:off x="9593651" y="1592000"/>
            <a:ext cx="192439" cy="204584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85" name="Google Shape;129;p15">
            <a:extLst>
              <a:ext uri="{FF2B5EF4-FFF2-40B4-BE49-F238E27FC236}">
                <a16:creationId xmlns:a16="http://schemas.microsoft.com/office/drawing/2014/main" id="{A8271343-A225-BA62-08CA-A8EA795C6261}"/>
              </a:ext>
            </a:extLst>
          </p:cNvPr>
          <p:cNvCxnSpPr>
            <a:cxnSpLocks/>
            <a:stCxn id="23" idx="2"/>
            <a:endCxn id="68" idx="0"/>
          </p:cNvCxnSpPr>
          <p:nvPr/>
        </p:nvCxnSpPr>
        <p:spPr>
          <a:xfrm>
            <a:off x="9786090" y="4010648"/>
            <a:ext cx="19255" cy="1027384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60" name="Google Shape;62;p14">
            <a:extLst>
              <a:ext uri="{FF2B5EF4-FFF2-40B4-BE49-F238E27FC236}">
                <a16:creationId xmlns:a16="http://schemas.microsoft.com/office/drawing/2014/main" id="{68EA19DD-B8DC-5BED-A4D3-B93CB385E129}"/>
              </a:ext>
            </a:extLst>
          </p:cNvPr>
          <p:cNvGrpSpPr/>
          <p:nvPr/>
        </p:nvGrpSpPr>
        <p:grpSpPr>
          <a:xfrm>
            <a:off x="9057851" y="1219200"/>
            <a:ext cx="1071600" cy="745600"/>
            <a:chOff x="725125" y="742575"/>
            <a:chExt cx="803700" cy="559200"/>
          </a:xfrm>
        </p:grpSpPr>
        <p:sp>
          <p:nvSpPr>
            <p:cNvPr id="62" name="Google Shape;63;p14">
              <a:extLst>
                <a:ext uri="{FF2B5EF4-FFF2-40B4-BE49-F238E27FC236}">
                  <a16:creationId xmlns:a16="http://schemas.microsoft.com/office/drawing/2014/main" id="{058BF616-55BB-5478-A8B1-39BB9E1ED5CB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64;p14">
              <a:extLst>
                <a:ext uri="{FF2B5EF4-FFF2-40B4-BE49-F238E27FC236}">
                  <a16:creationId xmlns:a16="http://schemas.microsoft.com/office/drawing/2014/main" id="{9773385B-DDE2-D4AB-6237-566DE3DAB691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77" name="Google Shape;129;p15">
            <a:extLst>
              <a:ext uri="{FF2B5EF4-FFF2-40B4-BE49-F238E27FC236}">
                <a16:creationId xmlns:a16="http://schemas.microsoft.com/office/drawing/2014/main" id="{8376EECB-D27D-6469-4994-D33BEF133BD0}"/>
              </a:ext>
            </a:extLst>
          </p:cNvPr>
          <p:cNvCxnSpPr>
            <a:cxnSpLocks/>
            <a:stCxn id="70" idx="1"/>
            <a:endCxn id="68" idx="1"/>
          </p:cNvCxnSpPr>
          <p:nvPr/>
        </p:nvCxnSpPr>
        <p:spPr>
          <a:xfrm>
            <a:off x="9057851" y="1778400"/>
            <a:ext cx="211694" cy="344603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40813785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49442-8D65-8697-AEBB-E03035F07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B5698B-64D7-0632-AC64-B56D7CC0656D}"/>
              </a:ext>
            </a:extLst>
          </p:cNvPr>
          <p:cNvSpPr txBox="1"/>
          <p:nvPr/>
        </p:nvSpPr>
        <p:spPr>
          <a:xfrm>
            <a:off x="266700" y="387866"/>
            <a:ext cx="447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노드 생성 완료</a:t>
            </a:r>
          </a:p>
        </p:txBody>
      </p:sp>
      <p:grpSp>
        <p:nvGrpSpPr>
          <p:cNvPr id="3" name="Google Shape;62;p14">
            <a:extLst>
              <a:ext uri="{FF2B5EF4-FFF2-40B4-BE49-F238E27FC236}">
                <a16:creationId xmlns:a16="http://schemas.microsoft.com/office/drawing/2014/main" id="{ACC1C1A7-5E49-51CC-7B37-382B941AD1E4}"/>
              </a:ext>
            </a:extLst>
          </p:cNvPr>
          <p:cNvGrpSpPr/>
          <p:nvPr/>
        </p:nvGrpSpPr>
        <p:grpSpPr>
          <a:xfrm>
            <a:off x="753033" y="1219200"/>
            <a:ext cx="1071600" cy="745600"/>
            <a:chOff x="725125" y="742575"/>
            <a:chExt cx="803700" cy="559200"/>
          </a:xfrm>
        </p:grpSpPr>
        <p:sp>
          <p:nvSpPr>
            <p:cNvPr id="4" name="Google Shape;63;p14">
              <a:extLst>
                <a:ext uri="{FF2B5EF4-FFF2-40B4-BE49-F238E27FC236}">
                  <a16:creationId xmlns:a16="http://schemas.microsoft.com/office/drawing/2014/main" id="{9FC7A9F1-D0A1-FF38-C5DD-F8F645DBDCB6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pSeed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64;p14">
              <a:extLst>
                <a:ext uri="{FF2B5EF4-FFF2-40B4-BE49-F238E27FC236}">
                  <a16:creationId xmlns:a16="http://schemas.microsoft.com/office/drawing/2014/main" id="{BCDC18A6-526D-368E-2292-4DF389A4D9BD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altLang="ko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1" name="Google Shape;324;p23">
            <a:extLst>
              <a:ext uri="{FF2B5EF4-FFF2-40B4-BE49-F238E27FC236}">
                <a16:creationId xmlns:a16="http://schemas.microsoft.com/office/drawing/2014/main" id="{71520D8D-B6E9-3EC4-D97A-55E62A6E249B}"/>
              </a:ext>
            </a:extLst>
          </p:cNvPr>
          <p:cNvCxnSpPr>
            <a:cxnSpLocks/>
          </p:cNvCxnSpPr>
          <p:nvPr/>
        </p:nvCxnSpPr>
        <p:spPr>
          <a:xfrm>
            <a:off x="6849760" y="544531"/>
            <a:ext cx="176084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13" name="Google Shape;129;p15">
            <a:extLst>
              <a:ext uri="{FF2B5EF4-FFF2-40B4-BE49-F238E27FC236}">
                <a16:creationId xmlns:a16="http://schemas.microsoft.com/office/drawing/2014/main" id="{9D63D38C-7A0F-C2A4-1ACB-5A9230F89868}"/>
              </a:ext>
            </a:extLst>
          </p:cNvPr>
          <p:cNvCxnSpPr>
            <a:cxnSpLocks/>
          </p:cNvCxnSpPr>
          <p:nvPr/>
        </p:nvCxnSpPr>
        <p:spPr>
          <a:xfrm>
            <a:off x="9046860" y="544531"/>
            <a:ext cx="176084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B37A904E-1471-BDAA-C7B5-D3F1DD000AD2}"/>
              </a:ext>
            </a:extLst>
          </p:cNvPr>
          <p:cNvGrpSpPr/>
          <p:nvPr/>
        </p:nvGrpSpPr>
        <p:grpSpPr>
          <a:xfrm>
            <a:off x="2573401" y="5038032"/>
            <a:ext cx="1071603" cy="1118400"/>
            <a:chOff x="2576366" y="4663498"/>
            <a:chExt cx="1071603" cy="1118400"/>
          </a:xfrm>
        </p:grpSpPr>
        <p:grpSp>
          <p:nvGrpSpPr>
            <p:cNvPr id="38" name="Google Shape;65;p14">
              <a:extLst>
                <a:ext uri="{FF2B5EF4-FFF2-40B4-BE49-F238E27FC236}">
                  <a16:creationId xmlns:a16="http://schemas.microsoft.com/office/drawing/2014/main" id="{119DEE80-6E02-CC8E-D722-B765134148B1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39" name="Google Shape;66;p14">
                <a:extLst>
                  <a:ext uri="{FF2B5EF4-FFF2-40B4-BE49-F238E27FC236}">
                    <a16:creationId xmlns:a16="http://schemas.microsoft.com/office/drawing/2014/main" id="{D614689C-5A47-559F-2210-CAFE535ED3CF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41" name="Google Shape;67;p14">
                  <a:extLst>
                    <a:ext uri="{FF2B5EF4-FFF2-40B4-BE49-F238E27FC236}">
                      <a16:creationId xmlns:a16="http://schemas.microsoft.com/office/drawing/2014/main" id="{83584DBC-FA34-0B41-FB67-5C0ABEBD8D07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0x01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" name="Google Shape;68;p14">
                  <a:extLst>
                    <a:ext uri="{FF2B5EF4-FFF2-40B4-BE49-F238E27FC236}">
                      <a16:creationId xmlns:a16="http://schemas.microsoft.com/office/drawing/2014/main" id="{22568BE2-4440-BDF7-E270-F7DEB9E9C9FB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" name="Google Shape;69;p14">
                <a:extLst>
                  <a:ext uri="{FF2B5EF4-FFF2-40B4-BE49-F238E27FC236}">
                    <a16:creationId xmlns:a16="http://schemas.microsoft.com/office/drawing/2014/main" id="{5094E403-064F-C802-3C76-FE639C0A4EE6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4" name="Google Shape;81;p14">
              <a:extLst>
                <a:ext uri="{FF2B5EF4-FFF2-40B4-BE49-F238E27FC236}">
                  <a16:creationId xmlns:a16="http://schemas.microsoft.com/office/drawing/2014/main" id="{E4837C63-A38C-5A64-A563-03D7E4AAC4B5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" name="Google Shape;62;p14">
            <a:extLst>
              <a:ext uri="{FF2B5EF4-FFF2-40B4-BE49-F238E27FC236}">
                <a16:creationId xmlns:a16="http://schemas.microsoft.com/office/drawing/2014/main" id="{00499A24-0238-571A-42F1-88330315920A}"/>
              </a:ext>
            </a:extLst>
          </p:cNvPr>
          <p:cNvGrpSpPr/>
          <p:nvPr/>
        </p:nvGrpSpPr>
        <p:grpSpPr>
          <a:xfrm>
            <a:off x="2734233" y="1219200"/>
            <a:ext cx="1071600" cy="745600"/>
            <a:chOff x="725125" y="742575"/>
            <a:chExt cx="803700" cy="559200"/>
          </a:xfrm>
        </p:grpSpPr>
        <p:sp>
          <p:nvSpPr>
            <p:cNvPr id="14" name="Google Shape;63;p14">
              <a:extLst>
                <a:ext uri="{FF2B5EF4-FFF2-40B4-BE49-F238E27FC236}">
                  <a16:creationId xmlns:a16="http://schemas.microsoft.com/office/drawing/2014/main" id="{6C52325B-975B-1C36-508B-307489AF8F95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pParent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64;p14">
              <a:extLst>
                <a:ext uri="{FF2B5EF4-FFF2-40B4-BE49-F238E27FC236}">
                  <a16:creationId xmlns:a16="http://schemas.microsoft.com/office/drawing/2014/main" id="{24E497BA-D622-89AE-3F4E-A0AF7432313A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8AF51623-22D7-AB92-7681-3AC82DE34B2F}"/>
              </a:ext>
            </a:extLst>
          </p:cNvPr>
          <p:cNvGrpSpPr/>
          <p:nvPr/>
        </p:nvGrpSpPr>
        <p:grpSpPr>
          <a:xfrm>
            <a:off x="4505131" y="5032830"/>
            <a:ext cx="1071603" cy="1118400"/>
            <a:chOff x="2576366" y="4663498"/>
            <a:chExt cx="1071603" cy="1118400"/>
          </a:xfrm>
        </p:grpSpPr>
        <p:grpSp>
          <p:nvGrpSpPr>
            <p:cNvPr id="18" name="Google Shape;65;p14">
              <a:extLst>
                <a:ext uri="{FF2B5EF4-FFF2-40B4-BE49-F238E27FC236}">
                  <a16:creationId xmlns:a16="http://schemas.microsoft.com/office/drawing/2014/main" id="{34FCCD2E-407B-8D6A-3815-944B95EC9034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24" name="Google Shape;66;p14">
                <a:extLst>
                  <a:ext uri="{FF2B5EF4-FFF2-40B4-BE49-F238E27FC236}">
                    <a16:creationId xmlns:a16="http://schemas.microsoft.com/office/drawing/2014/main" id="{67A5CCFA-6479-C125-A906-E41F761CF340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27" name="Google Shape;67;p14">
                  <a:extLst>
                    <a:ext uri="{FF2B5EF4-FFF2-40B4-BE49-F238E27FC236}">
                      <a16:creationId xmlns:a16="http://schemas.microsoft.com/office/drawing/2014/main" id="{DA09B5D1-6696-75BD-71E8-17B6883B245A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0x02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" name="Google Shape;68;p14">
                  <a:extLst>
                    <a:ext uri="{FF2B5EF4-FFF2-40B4-BE49-F238E27FC236}">
                      <a16:creationId xmlns:a16="http://schemas.microsoft.com/office/drawing/2014/main" id="{9B0F2C52-D160-FE07-E677-5EF17FEC397C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20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6" name="Google Shape;69;p14">
                <a:extLst>
                  <a:ext uri="{FF2B5EF4-FFF2-40B4-BE49-F238E27FC236}">
                    <a16:creationId xmlns:a16="http://schemas.microsoft.com/office/drawing/2014/main" id="{22D684A1-A5E2-6CF3-7B21-7DB70EB1202D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" name="Google Shape;81;p14">
              <a:extLst>
                <a:ext uri="{FF2B5EF4-FFF2-40B4-BE49-F238E27FC236}">
                  <a16:creationId xmlns:a16="http://schemas.microsoft.com/office/drawing/2014/main" id="{36B6F925-B6B8-7171-E09E-E52F63002B04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2" name="Google Shape;129;p15">
            <a:extLst>
              <a:ext uri="{FF2B5EF4-FFF2-40B4-BE49-F238E27FC236}">
                <a16:creationId xmlns:a16="http://schemas.microsoft.com/office/drawing/2014/main" id="{4E84A176-8882-E0F5-9550-5A3E38F2924E}"/>
              </a:ext>
            </a:extLst>
          </p:cNvPr>
          <p:cNvCxnSpPr>
            <a:cxnSpLocks/>
            <a:stCxn id="15" idx="1"/>
          </p:cNvCxnSpPr>
          <p:nvPr/>
        </p:nvCxnSpPr>
        <p:spPr>
          <a:xfrm flipH="1">
            <a:off x="2573401" y="1778400"/>
            <a:ext cx="160832" cy="344603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9" name="Google Shape;62;p14">
            <a:extLst>
              <a:ext uri="{FF2B5EF4-FFF2-40B4-BE49-F238E27FC236}">
                <a16:creationId xmlns:a16="http://schemas.microsoft.com/office/drawing/2014/main" id="{80E133C2-8923-AE71-97C3-E058E8918D51}"/>
              </a:ext>
            </a:extLst>
          </p:cNvPr>
          <p:cNvGrpSpPr/>
          <p:nvPr/>
        </p:nvGrpSpPr>
        <p:grpSpPr>
          <a:xfrm>
            <a:off x="4326533" y="1219200"/>
            <a:ext cx="1071600" cy="745600"/>
            <a:chOff x="725125" y="742575"/>
            <a:chExt cx="803700" cy="559200"/>
          </a:xfrm>
        </p:grpSpPr>
        <p:sp>
          <p:nvSpPr>
            <p:cNvPr id="30" name="Google Shape;63;p14">
              <a:extLst>
                <a:ext uri="{FF2B5EF4-FFF2-40B4-BE49-F238E27FC236}">
                  <a16:creationId xmlns:a16="http://schemas.microsoft.com/office/drawing/2014/main" id="{68B76100-26D1-6F30-64DC-4B917C7B2309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pLeft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64;p14">
              <a:extLst>
                <a:ext uri="{FF2B5EF4-FFF2-40B4-BE49-F238E27FC236}">
                  <a16:creationId xmlns:a16="http://schemas.microsoft.com/office/drawing/2014/main" id="{F3966229-1A78-2346-FAE0-EA6A9D9AB5D0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0x02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6" name="Google Shape;129;p15">
            <a:extLst>
              <a:ext uri="{FF2B5EF4-FFF2-40B4-BE49-F238E27FC236}">
                <a16:creationId xmlns:a16="http://schemas.microsoft.com/office/drawing/2014/main" id="{8D340C32-E73B-CEBF-9F56-B7A3FABCF9CF}"/>
              </a:ext>
            </a:extLst>
          </p:cNvPr>
          <p:cNvCxnSpPr>
            <a:cxnSpLocks/>
            <a:stCxn id="31" idx="1"/>
            <a:endCxn id="27" idx="1"/>
          </p:cNvCxnSpPr>
          <p:nvPr/>
        </p:nvCxnSpPr>
        <p:spPr>
          <a:xfrm>
            <a:off x="4326533" y="1778400"/>
            <a:ext cx="178598" cy="344083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0DB4F928-2315-8FB2-CD6B-EF83BD535851}"/>
              </a:ext>
            </a:extLst>
          </p:cNvPr>
          <p:cNvGrpSpPr/>
          <p:nvPr/>
        </p:nvGrpSpPr>
        <p:grpSpPr>
          <a:xfrm>
            <a:off x="6093273" y="5027628"/>
            <a:ext cx="1071603" cy="1118400"/>
            <a:chOff x="2576366" y="4663498"/>
            <a:chExt cx="1071603" cy="1118400"/>
          </a:xfrm>
        </p:grpSpPr>
        <p:grpSp>
          <p:nvGrpSpPr>
            <p:cNvPr id="35" name="Google Shape;65;p14">
              <a:extLst>
                <a:ext uri="{FF2B5EF4-FFF2-40B4-BE49-F238E27FC236}">
                  <a16:creationId xmlns:a16="http://schemas.microsoft.com/office/drawing/2014/main" id="{B3230596-DAE9-20C5-C134-6D3FA98ACEE1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43" name="Google Shape;66;p14">
                <a:extLst>
                  <a:ext uri="{FF2B5EF4-FFF2-40B4-BE49-F238E27FC236}">
                    <a16:creationId xmlns:a16="http://schemas.microsoft.com/office/drawing/2014/main" id="{2108D508-6273-4EF4-6967-7B3DD7B95C80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46" name="Google Shape;67;p14">
                  <a:extLst>
                    <a:ext uri="{FF2B5EF4-FFF2-40B4-BE49-F238E27FC236}">
                      <a16:creationId xmlns:a16="http://schemas.microsoft.com/office/drawing/2014/main" id="{A971072B-CCD9-BDAA-E558-C5E5E06AB90E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0x03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" name="Google Shape;68;p14">
                  <a:extLst>
                    <a:ext uri="{FF2B5EF4-FFF2-40B4-BE49-F238E27FC236}">
                      <a16:creationId xmlns:a16="http://schemas.microsoft.com/office/drawing/2014/main" id="{2861432F-E186-C991-122A-3AA8F028994D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30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5" name="Google Shape;69;p14">
                <a:extLst>
                  <a:ext uri="{FF2B5EF4-FFF2-40B4-BE49-F238E27FC236}">
                    <a16:creationId xmlns:a16="http://schemas.microsoft.com/office/drawing/2014/main" id="{F4B2067B-F181-8929-B38E-B3CF2CD1A2CA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7" name="Google Shape;81;p14">
              <a:extLst>
                <a:ext uri="{FF2B5EF4-FFF2-40B4-BE49-F238E27FC236}">
                  <a16:creationId xmlns:a16="http://schemas.microsoft.com/office/drawing/2014/main" id="{4308B169-A26C-5649-DDCF-227051A8386F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" name="Google Shape;62;p14">
            <a:extLst>
              <a:ext uri="{FF2B5EF4-FFF2-40B4-BE49-F238E27FC236}">
                <a16:creationId xmlns:a16="http://schemas.microsoft.com/office/drawing/2014/main" id="{08B6F618-28B3-69C5-7871-7F179AC6C694}"/>
              </a:ext>
            </a:extLst>
          </p:cNvPr>
          <p:cNvGrpSpPr/>
          <p:nvPr/>
        </p:nvGrpSpPr>
        <p:grpSpPr>
          <a:xfrm>
            <a:off x="5915419" y="1219200"/>
            <a:ext cx="1071600" cy="745600"/>
            <a:chOff x="725125" y="742575"/>
            <a:chExt cx="803700" cy="559200"/>
          </a:xfrm>
        </p:grpSpPr>
        <p:sp>
          <p:nvSpPr>
            <p:cNvPr id="25" name="Google Shape;63;p14">
              <a:extLst>
                <a:ext uri="{FF2B5EF4-FFF2-40B4-BE49-F238E27FC236}">
                  <a16:creationId xmlns:a16="http://schemas.microsoft.com/office/drawing/2014/main" id="{3E768616-B6AE-8F4F-6250-5753CEAA12A0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pRight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64;p14">
              <a:extLst>
                <a:ext uri="{FF2B5EF4-FFF2-40B4-BE49-F238E27FC236}">
                  <a16:creationId xmlns:a16="http://schemas.microsoft.com/office/drawing/2014/main" id="{A00BAC79-7918-D58F-AAE1-A57831FB450C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3" name="Google Shape;129;p15">
            <a:extLst>
              <a:ext uri="{FF2B5EF4-FFF2-40B4-BE49-F238E27FC236}">
                <a16:creationId xmlns:a16="http://schemas.microsoft.com/office/drawing/2014/main" id="{84A45A21-89EC-6F02-0EC5-884172003151}"/>
              </a:ext>
            </a:extLst>
          </p:cNvPr>
          <p:cNvCxnSpPr>
            <a:cxnSpLocks/>
            <a:stCxn id="33" idx="1"/>
            <a:endCxn id="46" idx="1"/>
          </p:cNvCxnSpPr>
          <p:nvPr/>
        </p:nvCxnSpPr>
        <p:spPr>
          <a:xfrm>
            <a:off x="5915419" y="1778400"/>
            <a:ext cx="177854" cy="3435628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A45966E9-5BDC-5439-1BC2-B4CDD4817FF0}"/>
              </a:ext>
            </a:extLst>
          </p:cNvPr>
          <p:cNvGrpSpPr/>
          <p:nvPr/>
        </p:nvGrpSpPr>
        <p:grpSpPr>
          <a:xfrm>
            <a:off x="7681412" y="5038032"/>
            <a:ext cx="1071603" cy="1118400"/>
            <a:chOff x="2576366" y="4663498"/>
            <a:chExt cx="1071603" cy="1118400"/>
          </a:xfrm>
        </p:grpSpPr>
        <p:grpSp>
          <p:nvGrpSpPr>
            <p:cNvPr id="50" name="Google Shape;65;p14">
              <a:extLst>
                <a:ext uri="{FF2B5EF4-FFF2-40B4-BE49-F238E27FC236}">
                  <a16:creationId xmlns:a16="http://schemas.microsoft.com/office/drawing/2014/main" id="{78C161D7-C705-4FE9-662B-7BC699726BF2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54" name="Google Shape;66;p14">
                <a:extLst>
                  <a:ext uri="{FF2B5EF4-FFF2-40B4-BE49-F238E27FC236}">
                    <a16:creationId xmlns:a16="http://schemas.microsoft.com/office/drawing/2014/main" id="{8AF650D7-3FD7-D3CC-296B-1CE40098B58B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56" name="Google Shape;67;p14">
                  <a:extLst>
                    <a:ext uri="{FF2B5EF4-FFF2-40B4-BE49-F238E27FC236}">
                      <a16:creationId xmlns:a16="http://schemas.microsoft.com/office/drawing/2014/main" id="{F581C150-F29F-0645-40D9-DD289E1A4976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0x04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7" name="Google Shape;68;p14">
                  <a:extLst>
                    <a:ext uri="{FF2B5EF4-FFF2-40B4-BE49-F238E27FC236}">
                      <a16:creationId xmlns:a16="http://schemas.microsoft.com/office/drawing/2014/main" id="{06B47F80-9C24-DBF6-EB5C-09473ACEA66C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40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55" name="Google Shape;69;p14">
                <a:extLst>
                  <a:ext uri="{FF2B5EF4-FFF2-40B4-BE49-F238E27FC236}">
                    <a16:creationId xmlns:a16="http://schemas.microsoft.com/office/drawing/2014/main" id="{68687F86-0A2D-11D9-A39A-107C85DE8193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2" name="Google Shape;81;p14">
              <a:extLst>
                <a:ext uri="{FF2B5EF4-FFF2-40B4-BE49-F238E27FC236}">
                  <a16:creationId xmlns:a16="http://schemas.microsoft.com/office/drawing/2014/main" id="{CB546627-8C09-9C06-B91C-D426D12D239C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" name="Google Shape;62;p14">
            <a:extLst>
              <a:ext uri="{FF2B5EF4-FFF2-40B4-BE49-F238E27FC236}">
                <a16:creationId xmlns:a16="http://schemas.microsoft.com/office/drawing/2014/main" id="{C9FFA01C-94AF-7C16-1D07-BC0BB0CE34F7}"/>
              </a:ext>
            </a:extLst>
          </p:cNvPr>
          <p:cNvGrpSpPr/>
          <p:nvPr/>
        </p:nvGrpSpPr>
        <p:grpSpPr>
          <a:xfrm>
            <a:off x="7503561" y="1207532"/>
            <a:ext cx="1071600" cy="745600"/>
            <a:chOff x="725125" y="742575"/>
            <a:chExt cx="803700" cy="559200"/>
          </a:xfrm>
        </p:grpSpPr>
        <p:sp>
          <p:nvSpPr>
            <p:cNvPr id="58" name="Google Shape;63;p14">
              <a:extLst>
                <a:ext uri="{FF2B5EF4-FFF2-40B4-BE49-F238E27FC236}">
                  <a16:creationId xmlns:a16="http://schemas.microsoft.com/office/drawing/2014/main" id="{B79FF61B-4AC8-57E8-61D5-1AF08CEC17E1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64;p14">
              <a:extLst>
                <a:ext uri="{FF2B5EF4-FFF2-40B4-BE49-F238E27FC236}">
                  <a16:creationId xmlns:a16="http://schemas.microsoft.com/office/drawing/2014/main" id="{BE827B28-E215-F0AF-F61B-8BA8F4D6F12F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0x04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5" name="Google Shape;129;p15">
            <a:extLst>
              <a:ext uri="{FF2B5EF4-FFF2-40B4-BE49-F238E27FC236}">
                <a16:creationId xmlns:a16="http://schemas.microsoft.com/office/drawing/2014/main" id="{18801B4F-3CF8-55AB-92F0-2DBACBDD73FA}"/>
              </a:ext>
            </a:extLst>
          </p:cNvPr>
          <p:cNvCxnSpPr>
            <a:cxnSpLocks/>
            <a:stCxn id="59" idx="1"/>
            <a:endCxn id="56" idx="1"/>
          </p:cNvCxnSpPr>
          <p:nvPr/>
        </p:nvCxnSpPr>
        <p:spPr>
          <a:xfrm>
            <a:off x="7503561" y="1766732"/>
            <a:ext cx="177851" cy="34577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98C50B17-8D4F-57A9-252C-988F0FB18A4D}"/>
              </a:ext>
            </a:extLst>
          </p:cNvPr>
          <p:cNvGrpSpPr/>
          <p:nvPr/>
        </p:nvGrpSpPr>
        <p:grpSpPr>
          <a:xfrm>
            <a:off x="9269545" y="5038032"/>
            <a:ext cx="1071603" cy="1118400"/>
            <a:chOff x="2576366" y="4663498"/>
            <a:chExt cx="1071603" cy="1118400"/>
          </a:xfrm>
        </p:grpSpPr>
        <p:grpSp>
          <p:nvGrpSpPr>
            <p:cNvPr id="63" name="Google Shape;65;p14">
              <a:extLst>
                <a:ext uri="{FF2B5EF4-FFF2-40B4-BE49-F238E27FC236}">
                  <a16:creationId xmlns:a16="http://schemas.microsoft.com/office/drawing/2014/main" id="{D51961C6-B2C3-06BE-E0DC-4A8F255B8AA5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66" name="Google Shape;66;p14">
                <a:extLst>
                  <a:ext uri="{FF2B5EF4-FFF2-40B4-BE49-F238E27FC236}">
                    <a16:creationId xmlns:a16="http://schemas.microsoft.com/office/drawing/2014/main" id="{C7EF82E0-8D0F-9721-1F3F-AA4C4375F915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68" name="Google Shape;67;p14">
                  <a:extLst>
                    <a:ext uri="{FF2B5EF4-FFF2-40B4-BE49-F238E27FC236}">
                      <a16:creationId xmlns:a16="http://schemas.microsoft.com/office/drawing/2014/main" id="{EB02274B-9BE3-E165-BC46-D7C1FB49AD26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0x05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9" name="Google Shape;68;p14">
                  <a:extLst>
                    <a:ext uri="{FF2B5EF4-FFF2-40B4-BE49-F238E27FC236}">
                      <a16:creationId xmlns:a16="http://schemas.microsoft.com/office/drawing/2014/main" id="{AEE826FD-1307-A894-7A57-D403A46ECBA9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50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7" name="Google Shape;69;p14">
                <a:extLst>
                  <a:ext uri="{FF2B5EF4-FFF2-40B4-BE49-F238E27FC236}">
                    <a16:creationId xmlns:a16="http://schemas.microsoft.com/office/drawing/2014/main" id="{3ACF4AED-4100-A068-4871-5AA21370469A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4" name="Google Shape;81;p14">
              <a:extLst>
                <a:ext uri="{FF2B5EF4-FFF2-40B4-BE49-F238E27FC236}">
                  <a16:creationId xmlns:a16="http://schemas.microsoft.com/office/drawing/2014/main" id="{A1211FBA-DA70-7E31-21FA-60D434E0E714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0" name="Google Shape;62;p14">
            <a:extLst>
              <a:ext uri="{FF2B5EF4-FFF2-40B4-BE49-F238E27FC236}">
                <a16:creationId xmlns:a16="http://schemas.microsoft.com/office/drawing/2014/main" id="{C7579433-B48B-924A-98C7-007953BB7E7A}"/>
              </a:ext>
            </a:extLst>
          </p:cNvPr>
          <p:cNvGrpSpPr/>
          <p:nvPr/>
        </p:nvGrpSpPr>
        <p:grpSpPr>
          <a:xfrm>
            <a:off x="9057851" y="1219200"/>
            <a:ext cx="1071600" cy="745600"/>
            <a:chOff x="725125" y="742575"/>
            <a:chExt cx="803700" cy="559200"/>
          </a:xfrm>
        </p:grpSpPr>
        <p:sp>
          <p:nvSpPr>
            <p:cNvPr id="62" name="Google Shape;63;p14">
              <a:extLst>
                <a:ext uri="{FF2B5EF4-FFF2-40B4-BE49-F238E27FC236}">
                  <a16:creationId xmlns:a16="http://schemas.microsoft.com/office/drawing/2014/main" id="{0931700D-74CF-B53B-45F8-39F6DC33E7CC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64;p14">
              <a:extLst>
                <a:ext uri="{FF2B5EF4-FFF2-40B4-BE49-F238E27FC236}">
                  <a16:creationId xmlns:a16="http://schemas.microsoft.com/office/drawing/2014/main" id="{87AD2B8A-6B54-632D-2F49-A98CFBA7ED1A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77" name="Google Shape;129;p15">
            <a:extLst>
              <a:ext uri="{FF2B5EF4-FFF2-40B4-BE49-F238E27FC236}">
                <a16:creationId xmlns:a16="http://schemas.microsoft.com/office/drawing/2014/main" id="{AFA97F86-8C6F-7AC5-0CD8-DFC87FD455C8}"/>
              </a:ext>
            </a:extLst>
          </p:cNvPr>
          <p:cNvCxnSpPr>
            <a:cxnSpLocks/>
            <a:stCxn id="70" idx="1"/>
            <a:endCxn id="68" idx="1"/>
          </p:cNvCxnSpPr>
          <p:nvPr/>
        </p:nvCxnSpPr>
        <p:spPr>
          <a:xfrm>
            <a:off x="9057851" y="1778400"/>
            <a:ext cx="211694" cy="344603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37695408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FDEBA-9A1B-39B8-FB37-09484C8D6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8AC860-1FE4-1E97-240D-C7206A84DE8D}"/>
              </a:ext>
            </a:extLst>
          </p:cNvPr>
          <p:cNvSpPr txBox="1"/>
          <p:nvPr/>
        </p:nvSpPr>
        <p:spPr>
          <a:xfrm>
            <a:off x="266700" y="387866"/>
            <a:ext cx="447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트리 연결하기</a:t>
            </a:r>
          </a:p>
        </p:txBody>
      </p:sp>
      <p:grpSp>
        <p:nvGrpSpPr>
          <p:cNvPr id="3" name="Google Shape;62;p14">
            <a:extLst>
              <a:ext uri="{FF2B5EF4-FFF2-40B4-BE49-F238E27FC236}">
                <a16:creationId xmlns:a16="http://schemas.microsoft.com/office/drawing/2014/main" id="{4B41A5EC-9625-1E35-46FA-1DB5A429BA11}"/>
              </a:ext>
            </a:extLst>
          </p:cNvPr>
          <p:cNvGrpSpPr/>
          <p:nvPr/>
        </p:nvGrpSpPr>
        <p:grpSpPr>
          <a:xfrm>
            <a:off x="753033" y="1219200"/>
            <a:ext cx="1071600" cy="745600"/>
            <a:chOff x="725125" y="742575"/>
            <a:chExt cx="803700" cy="559200"/>
          </a:xfrm>
        </p:grpSpPr>
        <p:sp>
          <p:nvSpPr>
            <p:cNvPr id="4" name="Google Shape;63;p14">
              <a:extLst>
                <a:ext uri="{FF2B5EF4-FFF2-40B4-BE49-F238E27FC236}">
                  <a16:creationId xmlns:a16="http://schemas.microsoft.com/office/drawing/2014/main" id="{623B26CA-9A70-62D8-F50D-4297AEA59C66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pSeed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64;p14">
              <a:extLst>
                <a:ext uri="{FF2B5EF4-FFF2-40B4-BE49-F238E27FC236}">
                  <a16:creationId xmlns:a16="http://schemas.microsoft.com/office/drawing/2014/main" id="{6F80568B-DD75-0826-3CB6-8C9642925B74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altLang="ko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1" name="Google Shape;324;p23">
            <a:extLst>
              <a:ext uri="{FF2B5EF4-FFF2-40B4-BE49-F238E27FC236}">
                <a16:creationId xmlns:a16="http://schemas.microsoft.com/office/drawing/2014/main" id="{20AF37A3-5F25-B303-A304-CFC5077F3717}"/>
              </a:ext>
            </a:extLst>
          </p:cNvPr>
          <p:cNvCxnSpPr>
            <a:cxnSpLocks/>
          </p:cNvCxnSpPr>
          <p:nvPr/>
        </p:nvCxnSpPr>
        <p:spPr>
          <a:xfrm>
            <a:off x="6849760" y="544531"/>
            <a:ext cx="176084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13" name="Google Shape;129;p15">
            <a:extLst>
              <a:ext uri="{FF2B5EF4-FFF2-40B4-BE49-F238E27FC236}">
                <a16:creationId xmlns:a16="http://schemas.microsoft.com/office/drawing/2014/main" id="{EB0D90BA-7DE3-5210-C331-D5369FF657A6}"/>
              </a:ext>
            </a:extLst>
          </p:cNvPr>
          <p:cNvCxnSpPr>
            <a:cxnSpLocks/>
          </p:cNvCxnSpPr>
          <p:nvPr/>
        </p:nvCxnSpPr>
        <p:spPr>
          <a:xfrm>
            <a:off x="9046860" y="544531"/>
            <a:ext cx="176084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AC206E06-0945-B3BE-AF82-8E65F709E15F}"/>
              </a:ext>
            </a:extLst>
          </p:cNvPr>
          <p:cNvGrpSpPr/>
          <p:nvPr/>
        </p:nvGrpSpPr>
        <p:grpSpPr>
          <a:xfrm>
            <a:off x="2916245" y="5038032"/>
            <a:ext cx="1071603" cy="1118400"/>
            <a:chOff x="2576366" y="4663498"/>
            <a:chExt cx="1071603" cy="1118400"/>
          </a:xfrm>
        </p:grpSpPr>
        <p:grpSp>
          <p:nvGrpSpPr>
            <p:cNvPr id="38" name="Google Shape;65;p14">
              <a:extLst>
                <a:ext uri="{FF2B5EF4-FFF2-40B4-BE49-F238E27FC236}">
                  <a16:creationId xmlns:a16="http://schemas.microsoft.com/office/drawing/2014/main" id="{81F31B39-2634-C40F-8C36-AD80C4CE356F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39" name="Google Shape;66;p14">
                <a:extLst>
                  <a:ext uri="{FF2B5EF4-FFF2-40B4-BE49-F238E27FC236}">
                    <a16:creationId xmlns:a16="http://schemas.microsoft.com/office/drawing/2014/main" id="{FA8EAB5B-1FA5-9A26-593E-BDDC044C9802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41" name="Google Shape;67;p14">
                  <a:extLst>
                    <a:ext uri="{FF2B5EF4-FFF2-40B4-BE49-F238E27FC236}">
                      <a16:creationId xmlns:a16="http://schemas.microsoft.com/office/drawing/2014/main" id="{1732A383-15A4-06C9-8BED-8B022718C9DF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0x01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" name="Google Shape;68;p14">
                  <a:extLst>
                    <a:ext uri="{FF2B5EF4-FFF2-40B4-BE49-F238E27FC236}">
                      <a16:creationId xmlns:a16="http://schemas.microsoft.com/office/drawing/2014/main" id="{D2D045E6-4A09-550E-9FB3-46046F5B24C1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" name="Google Shape;69;p14">
                <a:extLst>
                  <a:ext uri="{FF2B5EF4-FFF2-40B4-BE49-F238E27FC236}">
                    <a16:creationId xmlns:a16="http://schemas.microsoft.com/office/drawing/2014/main" id="{AD1F2355-A827-106D-2C9F-F3FAB4D71FDE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4" name="Google Shape;81;p14">
              <a:extLst>
                <a:ext uri="{FF2B5EF4-FFF2-40B4-BE49-F238E27FC236}">
                  <a16:creationId xmlns:a16="http://schemas.microsoft.com/office/drawing/2014/main" id="{8EE74E6D-1FCC-F355-DE48-BE4F60C5A125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" name="Google Shape;62;p14">
            <a:extLst>
              <a:ext uri="{FF2B5EF4-FFF2-40B4-BE49-F238E27FC236}">
                <a16:creationId xmlns:a16="http://schemas.microsoft.com/office/drawing/2014/main" id="{925FC65E-E43A-0F11-0844-4E4F2E72F2C5}"/>
              </a:ext>
            </a:extLst>
          </p:cNvPr>
          <p:cNvGrpSpPr/>
          <p:nvPr/>
        </p:nvGrpSpPr>
        <p:grpSpPr>
          <a:xfrm>
            <a:off x="2734233" y="1219200"/>
            <a:ext cx="1071600" cy="745600"/>
            <a:chOff x="725125" y="742575"/>
            <a:chExt cx="803700" cy="559200"/>
          </a:xfrm>
        </p:grpSpPr>
        <p:sp>
          <p:nvSpPr>
            <p:cNvPr id="14" name="Google Shape;63;p14">
              <a:extLst>
                <a:ext uri="{FF2B5EF4-FFF2-40B4-BE49-F238E27FC236}">
                  <a16:creationId xmlns:a16="http://schemas.microsoft.com/office/drawing/2014/main" id="{B3639469-62D9-E1B6-55E1-2ABED102A4A4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pParent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64;p14">
              <a:extLst>
                <a:ext uri="{FF2B5EF4-FFF2-40B4-BE49-F238E27FC236}">
                  <a16:creationId xmlns:a16="http://schemas.microsoft.com/office/drawing/2014/main" id="{426E2A2B-A63E-A6D2-410B-78C86FA453FE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C0AA38A6-6922-2878-93F4-6E7AD110FD04}"/>
              </a:ext>
            </a:extLst>
          </p:cNvPr>
          <p:cNvGrpSpPr/>
          <p:nvPr/>
        </p:nvGrpSpPr>
        <p:grpSpPr>
          <a:xfrm>
            <a:off x="4505131" y="5032830"/>
            <a:ext cx="1071603" cy="1118400"/>
            <a:chOff x="2576366" y="4663498"/>
            <a:chExt cx="1071603" cy="1118400"/>
          </a:xfrm>
        </p:grpSpPr>
        <p:grpSp>
          <p:nvGrpSpPr>
            <p:cNvPr id="18" name="Google Shape;65;p14">
              <a:extLst>
                <a:ext uri="{FF2B5EF4-FFF2-40B4-BE49-F238E27FC236}">
                  <a16:creationId xmlns:a16="http://schemas.microsoft.com/office/drawing/2014/main" id="{ED0D602C-3252-6667-8A59-5286F3EEF91F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24" name="Google Shape;66;p14">
                <a:extLst>
                  <a:ext uri="{FF2B5EF4-FFF2-40B4-BE49-F238E27FC236}">
                    <a16:creationId xmlns:a16="http://schemas.microsoft.com/office/drawing/2014/main" id="{9D1EAB43-32BE-96E8-3FDE-96302EA3B893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27" name="Google Shape;67;p14">
                  <a:extLst>
                    <a:ext uri="{FF2B5EF4-FFF2-40B4-BE49-F238E27FC236}">
                      <a16:creationId xmlns:a16="http://schemas.microsoft.com/office/drawing/2014/main" id="{A14E7BBB-50F8-8F56-AFC0-1959FA939638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0x02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" name="Google Shape;68;p14">
                  <a:extLst>
                    <a:ext uri="{FF2B5EF4-FFF2-40B4-BE49-F238E27FC236}">
                      <a16:creationId xmlns:a16="http://schemas.microsoft.com/office/drawing/2014/main" id="{C0C66FE8-ADF3-BDCC-2885-B67F6F480DE1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20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6" name="Google Shape;69;p14">
                <a:extLst>
                  <a:ext uri="{FF2B5EF4-FFF2-40B4-BE49-F238E27FC236}">
                    <a16:creationId xmlns:a16="http://schemas.microsoft.com/office/drawing/2014/main" id="{F226C0EC-4B5E-4344-B8DC-E11F8CD1ECA5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" name="Google Shape;81;p14">
              <a:extLst>
                <a:ext uri="{FF2B5EF4-FFF2-40B4-BE49-F238E27FC236}">
                  <a16:creationId xmlns:a16="http://schemas.microsoft.com/office/drawing/2014/main" id="{E3649341-201F-90C0-347F-0D61FCA4C81C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2" name="Google Shape;129;p15">
            <a:extLst>
              <a:ext uri="{FF2B5EF4-FFF2-40B4-BE49-F238E27FC236}">
                <a16:creationId xmlns:a16="http://schemas.microsoft.com/office/drawing/2014/main" id="{B94B3A51-B4DB-6386-FC54-C1519D7613CC}"/>
              </a:ext>
            </a:extLst>
          </p:cNvPr>
          <p:cNvCxnSpPr>
            <a:cxnSpLocks/>
            <a:stCxn id="15" idx="1"/>
            <a:endCxn id="41" idx="1"/>
          </p:cNvCxnSpPr>
          <p:nvPr/>
        </p:nvCxnSpPr>
        <p:spPr>
          <a:xfrm>
            <a:off x="2734233" y="1778400"/>
            <a:ext cx="182012" cy="344603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9" name="Google Shape;62;p14">
            <a:extLst>
              <a:ext uri="{FF2B5EF4-FFF2-40B4-BE49-F238E27FC236}">
                <a16:creationId xmlns:a16="http://schemas.microsoft.com/office/drawing/2014/main" id="{F280A8B0-0BE0-D806-0283-2AEACD30E232}"/>
              </a:ext>
            </a:extLst>
          </p:cNvPr>
          <p:cNvGrpSpPr/>
          <p:nvPr/>
        </p:nvGrpSpPr>
        <p:grpSpPr>
          <a:xfrm>
            <a:off x="4326533" y="1219200"/>
            <a:ext cx="1071600" cy="745600"/>
            <a:chOff x="725125" y="742575"/>
            <a:chExt cx="803700" cy="559200"/>
          </a:xfrm>
        </p:grpSpPr>
        <p:sp>
          <p:nvSpPr>
            <p:cNvPr id="30" name="Google Shape;63;p14">
              <a:extLst>
                <a:ext uri="{FF2B5EF4-FFF2-40B4-BE49-F238E27FC236}">
                  <a16:creationId xmlns:a16="http://schemas.microsoft.com/office/drawing/2014/main" id="{FAD0CB44-83E7-EB67-1098-56D9312395C9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pLeft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64;p14">
              <a:extLst>
                <a:ext uri="{FF2B5EF4-FFF2-40B4-BE49-F238E27FC236}">
                  <a16:creationId xmlns:a16="http://schemas.microsoft.com/office/drawing/2014/main" id="{658A71FE-67DC-60AC-CF79-9181AF7F622A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0x02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6" name="Google Shape;129;p15">
            <a:extLst>
              <a:ext uri="{FF2B5EF4-FFF2-40B4-BE49-F238E27FC236}">
                <a16:creationId xmlns:a16="http://schemas.microsoft.com/office/drawing/2014/main" id="{263BF8E7-F894-D89E-77BA-59AC1D5ABDDF}"/>
              </a:ext>
            </a:extLst>
          </p:cNvPr>
          <p:cNvCxnSpPr>
            <a:cxnSpLocks/>
            <a:stCxn id="31" idx="1"/>
            <a:endCxn id="27" idx="1"/>
          </p:cNvCxnSpPr>
          <p:nvPr/>
        </p:nvCxnSpPr>
        <p:spPr>
          <a:xfrm>
            <a:off x="4326533" y="1778400"/>
            <a:ext cx="178598" cy="344083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9F530CD8-74E2-3549-2C00-820E7AF70260}"/>
              </a:ext>
            </a:extLst>
          </p:cNvPr>
          <p:cNvGrpSpPr/>
          <p:nvPr/>
        </p:nvGrpSpPr>
        <p:grpSpPr>
          <a:xfrm>
            <a:off x="6093273" y="5027628"/>
            <a:ext cx="1071603" cy="1118400"/>
            <a:chOff x="2576366" y="4663498"/>
            <a:chExt cx="1071603" cy="1118400"/>
          </a:xfrm>
        </p:grpSpPr>
        <p:grpSp>
          <p:nvGrpSpPr>
            <p:cNvPr id="35" name="Google Shape;65;p14">
              <a:extLst>
                <a:ext uri="{FF2B5EF4-FFF2-40B4-BE49-F238E27FC236}">
                  <a16:creationId xmlns:a16="http://schemas.microsoft.com/office/drawing/2014/main" id="{1EB55BCD-7DFC-170C-C9C3-7599F5F30534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43" name="Google Shape;66;p14">
                <a:extLst>
                  <a:ext uri="{FF2B5EF4-FFF2-40B4-BE49-F238E27FC236}">
                    <a16:creationId xmlns:a16="http://schemas.microsoft.com/office/drawing/2014/main" id="{9F51663B-8AD1-83CD-B841-318B0ECF6977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46" name="Google Shape;67;p14">
                  <a:extLst>
                    <a:ext uri="{FF2B5EF4-FFF2-40B4-BE49-F238E27FC236}">
                      <a16:creationId xmlns:a16="http://schemas.microsoft.com/office/drawing/2014/main" id="{00CB8292-3040-AF0F-6D69-BABC22399103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0x03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" name="Google Shape;68;p14">
                  <a:extLst>
                    <a:ext uri="{FF2B5EF4-FFF2-40B4-BE49-F238E27FC236}">
                      <a16:creationId xmlns:a16="http://schemas.microsoft.com/office/drawing/2014/main" id="{DFD3A962-A07D-6516-8566-32C9D0E35D2D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30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5" name="Google Shape;69;p14">
                <a:extLst>
                  <a:ext uri="{FF2B5EF4-FFF2-40B4-BE49-F238E27FC236}">
                    <a16:creationId xmlns:a16="http://schemas.microsoft.com/office/drawing/2014/main" id="{CB8F5585-3CB4-FB2D-7EB0-AF29494CADAE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7" name="Google Shape;81;p14">
              <a:extLst>
                <a:ext uri="{FF2B5EF4-FFF2-40B4-BE49-F238E27FC236}">
                  <a16:creationId xmlns:a16="http://schemas.microsoft.com/office/drawing/2014/main" id="{F94131BF-DE5D-C6ED-06FA-4D426C626F48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" name="Google Shape;62;p14">
            <a:extLst>
              <a:ext uri="{FF2B5EF4-FFF2-40B4-BE49-F238E27FC236}">
                <a16:creationId xmlns:a16="http://schemas.microsoft.com/office/drawing/2014/main" id="{6558A94E-BC1D-5B57-64CC-470C478ECF02}"/>
              </a:ext>
            </a:extLst>
          </p:cNvPr>
          <p:cNvGrpSpPr/>
          <p:nvPr/>
        </p:nvGrpSpPr>
        <p:grpSpPr>
          <a:xfrm>
            <a:off x="5915419" y="1219200"/>
            <a:ext cx="1071600" cy="745600"/>
            <a:chOff x="725125" y="742575"/>
            <a:chExt cx="803700" cy="559200"/>
          </a:xfrm>
        </p:grpSpPr>
        <p:sp>
          <p:nvSpPr>
            <p:cNvPr id="25" name="Google Shape;63;p14">
              <a:extLst>
                <a:ext uri="{FF2B5EF4-FFF2-40B4-BE49-F238E27FC236}">
                  <a16:creationId xmlns:a16="http://schemas.microsoft.com/office/drawing/2014/main" id="{6A9B25D4-CD2B-314D-EDC3-29252630F26E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pRight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64;p14">
              <a:extLst>
                <a:ext uri="{FF2B5EF4-FFF2-40B4-BE49-F238E27FC236}">
                  <a16:creationId xmlns:a16="http://schemas.microsoft.com/office/drawing/2014/main" id="{737F3018-28B9-7736-6D8F-4AA49410287F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3" name="Google Shape;129;p15">
            <a:extLst>
              <a:ext uri="{FF2B5EF4-FFF2-40B4-BE49-F238E27FC236}">
                <a16:creationId xmlns:a16="http://schemas.microsoft.com/office/drawing/2014/main" id="{8CB63B6A-E9AD-6693-41FD-9E0D4BEFEB9E}"/>
              </a:ext>
            </a:extLst>
          </p:cNvPr>
          <p:cNvCxnSpPr>
            <a:cxnSpLocks/>
            <a:stCxn id="33" idx="1"/>
            <a:endCxn id="46" idx="1"/>
          </p:cNvCxnSpPr>
          <p:nvPr/>
        </p:nvCxnSpPr>
        <p:spPr>
          <a:xfrm>
            <a:off x="5915419" y="1778400"/>
            <a:ext cx="177854" cy="3435628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87E889E4-E04D-9192-9318-D2BEA5F49DF0}"/>
              </a:ext>
            </a:extLst>
          </p:cNvPr>
          <p:cNvGrpSpPr/>
          <p:nvPr/>
        </p:nvGrpSpPr>
        <p:grpSpPr>
          <a:xfrm>
            <a:off x="7681412" y="5038032"/>
            <a:ext cx="1071603" cy="1118400"/>
            <a:chOff x="2576366" y="4663498"/>
            <a:chExt cx="1071603" cy="1118400"/>
          </a:xfrm>
        </p:grpSpPr>
        <p:grpSp>
          <p:nvGrpSpPr>
            <p:cNvPr id="50" name="Google Shape;65;p14">
              <a:extLst>
                <a:ext uri="{FF2B5EF4-FFF2-40B4-BE49-F238E27FC236}">
                  <a16:creationId xmlns:a16="http://schemas.microsoft.com/office/drawing/2014/main" id="{2350003B-0026-2D13-1BAE-AF4B1E19CC20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54" name="Google Shape;66;p14">
                <a:extLst>
                  <a:ext uri="{FF2B5EF4-FFF2-40B4-BE49-F238E27FC236}">
                    <a16:creationId xmlns:a16="http://schemas.microsoft.com/office/drawing/2014/main" id="{C56AD4CA-5BD4-B5AA-B634-2D411291C740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56" name="Google Shape;67;p14">
                  <a:extLst>
                    <a:ext uri="{FF2B5EF4-FFF2-40B4-BE49-F238E27FC236}">
                      <a16:creationId xmlns:a16="http://schemas.microsoft.com/office/drawing/2014/main" id="{26A780A1-7646-C1CD-813D-E7E3C8FB3AC1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0x04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7" name="Google Shape;68;p14">
                  <a:extLst>
                    <a:ext uri="{FF2B5EF4-FFF2-40B4-BE49-F238E27FC236}">
                      <a16:creationId xmlns:a16="http://schemas.microsoft.com/office/drawing/2014/main" id="{E011F311-DB10-E9A1-70AD-26EECF9CC75E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40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55" name="Google Shape;69;p14">
                <a:extLst>
                  <a:ext uri="{FF2B5EF4-FFF2-40B4-BE49-F238E27FC236}">
                    <a16:creationId xmlns:a16="http://schemas.microsoft.com/office/drawing/2014/main" id="{F56824B0-0D08-0C18-0E6F-348C4E00F45D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2" name="Google Shape;81;p14">
              <a:extLst>
                <a:ext uri="{FF2B5EF4-FFF2-40B4-BE49-F238E27FC236}">
                  <a16:creationId xmlns:a16="http://schemas.microsoft.com/office/drawing/2014/main" id="{72039AD6-A583-3354-92CD-7C95BB6E7FAA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" name="Google Shape;62;p14">
            <a:extLst>
              <a:ext uri="{FF2B5EF4-FFF2-40B4-BE49-F238E27FC236}">
                <a16:creationId xmlns:a16="http://schemas.microsoft.com/office/drawing/2014/main" id="{0572B178-69A9-D628-CCF4-E177DB8AED7D}"/>
              </a:ext>
            </a:extLst>
          </p:cNvPr>
          <p:cNvGrpSpPr/>
          <p:nvPr/>
        </p:nvGrpSpPr>
        <p:grpSpPr>
          <a:xfrm>
            <a:off x="7503561" y="1207532"/>
            <a:ext cx="1071600" cy="745600"/>
            <a:chOff x="725125" y="742575"/>
            <a:chExt cx="803700" cy="559200"/>
          </a:xfrm>
        </p:grpSpPr>
        <p:sp>
          <p:nvSpPr>
            <p:cNvPr id="58" name="Google Shape;63;p14">
              <a:extLst>
                <a:ext uri="{FF2B5EF4-FFF2-40B4-BE49-F238E27FC236}">
                  <a16:creationId xmlns:a16="http://schemas.microsoft.com/office/drawing/2014/main" id="{2FA552C2-531D-01F6-CC70-0F4AE65BA0CB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64;p14">
              <a:extLst>
                <a:ext uri="{FF2B5EF4-FFF2-40B4-BE49-F238E27FC236}">
                  <a16:creationId xmlns:a16="http://schemas.microsoft.com/office/drawing/2014/main" id="{19A312CB-7727-BB37-EDB6-F78781EED2FA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0x04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5" name="Google Shape;129;p15">
            <a:extLst>
              <a:ext uri="{FF2B5EF4-FFF2-40B4-BE49-F238E27FC236}">
                <a16:creationId xmlns:a16="http://schemas.microsoft.com/office/drawing/2014/main" id="{21C385B3-2BD2-48CA-7DF5-73E0F144B6F2}"/>
              </a:ext>
            </a:extLst>
          </p:cNvPr>
          <p:cNvCxnSpPr>
            <a:cxnSpLocks/>
            <a:stCxn id="59" idx="1"/>
            <a:endCxn id="56" idx="1"/>
          </p:cNvCxnSpPr>
          <p:nvPr/>
        </p:nvCxnSpPr>
        <p:spPr>
          <a:xfrm>
            <a:off x="7503561" y="1766732"/>
            <a:ext cx="177851" cy="34577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2606A540-F77B-44F7-696C-761932A06A9F}"/>
              </a:ext>
            </a:extLst>
          </p:cNvPr>
          <p:cNvGrpSpPr/>
          <p:nvPr/>
        </p:nvGrpSpPr>
        <p:grpSpPr>
          <a:xfrm>
            <a:off x="9269545" y="5038032"/>
            <a:ext cx="1071603" cy="1118400"/>
            <a:chOff x="2576366" y="4663498"/>
            <a:chExt cx="1071603" cy="1118400"/>
          </a:xfrm>
        </p:grpSpPr>
        <p:grpSp>
          <p:nvGrpSpPr>
            <p:cNvPr id="63" name="Google Shape;65;p14">
              <a:extLst>
                <a:ext uri="{FF2B5EF4-FFF2-40B4-BE49-F238E27FC236}">
                  <a16:creationId xmlns:a16="http://schemas.microsoft.com/office/drawing/2014/main" id="{AD9F9F9C-8B4C-24E6-485C-4FB356681CE4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66" name="Google Shape;66;p14">
                <a:extLst>
                  <a:ext uri="{FF2B5EF4-FFF2-40B4-BE49-F238E27FC236}">
                    <a16:creationId xmlns:a16="http://schemas.microsoft.com/office/drawing/2014/main" id="{9601E35C-CEE0-671A-8FDE-59A142288E26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68" name="Google Shape;67;p14">
                  <a:extLst>
                    <a:ext uri="{FF2B5EF4-FFF2-40B4-BE49-F238E27FC236}">
                      <a16:creationId xmlns:a16="http://schemas.microsoft.com/office/drawing/2014/main" id="{EC19E113-4C03-B388-36C9-51A7DF671540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0x05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9" name="Google Shape;68;p14">
                  <a:extLst>
                    <a:ext uri="{FF2B5EF4-FFF2-40B4-BE49-F238E27FC236}">
                      <a16:creationId xmlns:a16="http://schemas.microsoft.com/office/drawing/2014/main" id="{D0F93FBC-560D-3E90-21A8-4EC736181F8E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50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7" name="Google Shape;69;p14">
                <a:extLst>
                  <a:ext uri="{FF2B5EF4-FFF2-40B4-BE49-F238E27FC236}">
                    <a16:creationId xmlns:a16="http://schemas.microsoft.com/office/drawing/2014/main" id="{68FFE2A4-8696-5E8B-50C1-C0946A087C6D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4" name="Google Shape;81;p14">
              <a:extLst>
                <a:ext uri="{FF2B5EF4-FFF2-40B4-BE49-F238E27FC236}">
                  <a16:creationId xmlns:a16="http://schemas.microsoft.com/office/drawing/2014/main" id="{91914FD5-E172-67C2-71F8-043114424CD2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0" name="Google Shape;62;p14">
            <a:extLst>
              <a:ext uri="{FF2B5EF4-FFF2-40B4-BE49-F238E27FC236}">
                <a16:creationId xmlns:a16="http://schemas.microsoft.com/office/drawing/2014/main" id="{F09C8CEC-5B59-C51F-8966-6497B19D2C52}"/>
              </a:ext>
            </a:extLst>
          </p:cNvPr>
          <p:cNvGrpSpPr/>
          <p:nvPr/>
        </p:nvGrpSpPr>
        <p:grpSpPr>
          <a:xfrm>
            <a:off x="9057851" y="1219200"/>
            <a:ext cx="1071600" cy="745600"/>
            <a:chOff x="725125" y="742575"/>
            <a:chExt cx="803700" cy="559200"/>
          </a:xfrm>
        </p:grpSpPr>
        <p:sp>
          <p:nvSpPr>
            <p:cNvPr id="62" name="Google Shape;63;p14">
              <a:extLst>
                <a:ext uri="{FF2B5EF4-FFF2-40B4-BE49-F238E27FC236}">
                  <a16:creationId xmlns:a16="http://schemas.microsoft.com/office/drawing/2014/main" id="{7F94ABDD-CA39-C51A-AF29-A1C1C9C1946E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64;p14">
              <a:extLst>
                <a:ext uri="{FF2B5EF4-FFF2-40B4-BE49-F238E27FC236}">
                  <a16:creationId xmlns:a16="http://schemas.microsoft.com/office/drawing/2014/main" id="{08666F37-0B76-F638-57F6-23A6C73D2E19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77" name="Google Shape;129;p15">
            <a:extLst>
              <a:ext uri="{FF2B5EF4-FFF2-40B4-BE49-F238E27FC236}">
                <a16:creationId xmlns:a16="http://schemas.microsoft.com/office/drawing/2014/main" id="{E1CB7A87-B85D-7479-8646-230079B03418}"/>
              </a:ext>
            </a:extLst>
          </p:cNvPr>
          <p:cNvCxnSpPr>
            <a:cxnSpLocks/>
            <a:stCxn id="70" idx="1"/>
            <a:endCxn id="68" idx="1"/>
          </p:cNvCxnSpPr>
          <p:nvPr/>
        </p:nvCxnSpPr>
        <p:spPr>
          <a:xfrm>
            <a:off x="9057851" y="1778400"/>
            <a:ext cx="211694" cy="344603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6ABFEFB-260B-C9D7-ED3B-6F4ADD9CE333}"/>
              </a:ext>
            </a:extLst>
          </p:cNvPr>
          <p:cNvSpPr txBox="1"/>
          <p:nvPr/>
        </p:nvSpPr>
        <p:spPr>
          <a:xfrm>
            <a:off x="266700" y="2235200"/>
            <a:ext cx="406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66 </a:t>
            </a:r>
            <a:r>
              <a:rPr lang="en-US" altLang="ko-KR" dirty="0" err="1"/>
              <a:t>MakeLeft</a:t>
            </a:r>
            <a:r>
              <a:rPr lang="en-US" altLang="ko-KR" dirty="0"/>
              <a:t>(</a:t>
            </a:r>
            <a:r>
              <a:rPr lang="en-US" altLang="ko-KR" dirty="0" err="1"/>
              <a:t>pParent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 err="1"/>
              <a:t>pLeft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249523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13E64-6789-0A1B-E8F7-A9176F170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Google Shape;324;p23">
            <a:extLst>
              <a:ext uri="{FF2B5EF4-FFF2-40B4-BE49-F238E27FC236}">
                <a16:creationId xmlns:a16="http://schemas.microsoft.com/office/drawing/2014/main" id="{39D294D3-6B2A-EC2E-208C-5F6907559D52}"/>
              </a:ext>
            </a:extLst>
          </p:cNvPr>
          <p:cNvCxnSpPr>
            <a:cxnSpLocks/>
          </p:cNvCxnSpPr>
          <p:nvPr/>
        </p:nvCxnSpPr>
        <p:spPr>
          <a:xfrm>
            <a:off x="6849760" y="544531"/>
            <a:ext cx="176084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13" name="Google Shape;129;p15">
            <a:extLst>
              <a:ext uri="{FF2B5EF4-FFF2-40B4-BE49-F238E27FC236}">
                <a16:creationId xmlns:a16="http://schemas.microsoft.com/office/drawing/2014/main" id="{F5AE02E8-5F65-AB57-D20B-F7321BE98169}"/>
              </a:ext>
            </a:extLst>
          </p:cNvPr>
          <p:cNvCxnSpPr>
            <a:cxnSpLocks/>
          </p:cNvCxnSpPr>
          <p:nvPr/>
        </p:nvCxnSpPr>
        <p:spPr>
          <a:xfrm>
            <a:off x="9046860" y="544531"/>
            <a:ext cx="176084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E89BFF1F-366B-1752-2B43-CA16ECB20F99}"/>
              </a:ext>
            </a:extLst>
          </p:cNvPr>
          <p:cNvGrpSpPr/>
          <p:nvPr/>
        </p:nvGrpSpPr>
        <p:grpSpPr>
          <a:xfrm>
            <a:off x="2916245" y="5038032"/>
            <a:ext cx="1071603" cy="1118400"/>
            <a:chOff x="2576366" y="4663498"/>
            <a:chExt cx="1071603" cy="1118400"/>
          </a:xfrm>
        </p:grpSpPr>
        <p:grpSp>
          <p:nvGrpSpPr>
            <p:cNvPr id="38" name="Google Shape;65;p14">
              <a:extLst>
                <a:ext uri="{FF2B5EF4-FFF2-40B4-BE49-F238E27FC236}">
                  <a16:creationId xmlns:a16="http://schemas.microsoft.com/office/drawing/2014/main" id="{0AE53E85-B694-4592-508A-60B3F7767923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39" name="Google Shape;66;p14">
                <a:extLst>
                  <a:ext uri="{FF2B5EF4-FFF2-40B4-BE49-F238E27FC236}">
                    <a16:creationId xmlns:a16="http://schemas.microsoft.com/office/drawing/2014/main" id="{87A4F492-AD6E-33E4-169F-F0AEA52B2CFB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41" name="Google Shape;67;p14">
                  <a:extLst>
                    <a:ext uri="{FF2B5EF4-FFF2-40B4-BE49-F238E27FC236}">
                      <a16:creationId xmlns:a16="http://schemas.microsoft.com/office/drawing/2014/main" id="{75AB996D-415D-8610-543F-B80E9B834DBF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0x01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" name="Google Shape;68;p14">
                  <a:extLst>
                    <a:ext uri="{FF2B5EF4-FFF2-40B4-BE49-F238E27FC236}">
                      <a16:creationId xmlns:a16="http://schemas.microsoft.com/office/drawing/2014/main" id="{12E4D66A-61A4-B062-8561-B536BA847FBF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" name="Google Shape;69;p14">
                <a:extLst>
                  <a:ext uri="{FF2B5EF4-FFF2-40B4-BE49-F238E27FC236}">
                    <a16:creationId xmlns:a16="http://schemas.microsoft.com/office/drawing/2014/main" id="{9A576835-4E88-0C34-D9FD-D56D250E3CD5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4" name="Google Shape;81;p14">
              <a:extLst>
                <a:ext uri="{FF2B5EF4-FFF2-40B4-BE49-F238E27FC236}">
                  <a16:creationId xmlns:a16="http://schemas.microsoft.com/office/drawing/2014/main" id="{D5D452CA-9E29-D8D6-B362-78D49370CD82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" name="Google Shape;62;p14">
            <a:extLst>
              <a:ext uri="{FF2B5EF4-FFF2-40B4-BE49-F238E27FC236}">
                <a16:creationId xmlns:a16="http://schemas.microsoft.com/office/drawing/2014/main" id="{B9613A85-4DDC-B321-0DF4-B2A5A8EC9B43}"/>
              </a:ext>
            </a:extLst>
          </p:cNvPr>
          <p:cNvGrpSpPr/>
          <p:nvPr/>
        </p:nvGrpSpPr>
        <p:grpSpPr>
          <a:xfrm>
            <a:off x="2734233" y="1219200"/>
            <a:ext cx="1071600" cy="745600"/>
            <a:chOff x="725125" y="742575"/>
            <a:chExt cx="803700" cy="559200"/>
          </a:xfrm>
        </p:grpSpPr>
        <p:sp>
          <p:nvSpPr>
            <p:cNvPr id="14" name="Google Shape;63;p14">
              <a:extLst>
                <a:ext uri="{FF2B5EF4-FFF2-40B4-BE49-F238E27FC236}">
                  <a16:creationId xmlns:a16="http://schemas.microsoft.com/office/drawing/2014/main" id="{6B9F3781-C35F-3402-FB49-F255329374E3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pParent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64;p14">
              <a:extLst>
                <a:ext uri="{FF2B5EF4-FFF2-40B4-BE49-F238E27FC236}">
                  <a16:creationId xmlns:a16="http://schemas.microsoft.com/office/drawing/2014/main" id="{32AD02EB-DEDA-0EE3-CAB8-181364BB0FBF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8CA85124-F436-5E12-C6FC-946B5294503F}"/>
              </a:ext>
            </a:extLst>
          </p:cNvPr>
          <p:cNvGrpSpPr/>
          <p:nvPr/>
        </p:nvGrpSpPr>
        <p:grpSpPr>
          <a:xfrm>
            <a:off x="4505131" y="5032830"/>
            <a:ext cx="1071603" cy="1118400"/>
            <a:chOff x="2576366" y="4663498"/>
            <a:chExt cx="1071603" cy="1118400"/>
          </a:xfrm>
        </p:grpSpPr>
        <p:grpSp>
          <p:nvGrpSpPr>
            <p:cNvPr id="18" name="Google Shape;65;p14">
              <a:extLst>
                <a:ext uri="{FF2B5EF4-FFF2-40B4-BE49-F238E27FC236}">
                  <a16:creationId xmlns:a16="http://schemas.microsoft.com/office/drawing/2014/main" id="{6197C781-5B44-D5F0-E28D-2C0DF0B78DC6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24" name="Google Shape;66;p14">
                <a:extLst>
                  <a:ext uri="{FF2B5EF4-FFF2-40B4-BE49-F238E27FC236}">
                    <a16:creationId xmlns:a16="http://schemas.microsoft.com/office/drawing/2014/main" id="{037309AD-7D44-A75D-7BB6-6F2B71D7FBBC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27" name="Google Shape;67;p14">
                  <a:extLst>
                    <a:ext uri="{FF2B5EF4-FFF2-40B4-BE49-F238E27FC236}">
                      <a16:creationId xmlns:a16="http://schemas.microsoft.com/office/drawing/2014/main" id="{A4E5FEA2-5073-2238-7DA2-DB279B8E2C71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0x02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" name="Google Shape;68;p14">
                  <a:extLst>
                    <a:ext uri="{FF2B5EF4-FFF2-40B4-BE49-F238E27FC236}">
                      <a16:creationId xmlns:a16="http://schemas.microsoft.com/office/drawing/2014/main" id="{8A7A4BC1-382D-DF64-459F-5AE2FF837E6B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20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6" name="Google Shape;69;p14">
                <a:extLst>
                  <a:ext uri="{FF2B5EF4-FFF2-40B4-BE49-F238E27FC236}">
                    <a16:creationId xmlns:a16="http://schemas.microsoft.com/office/drawing/2014/main" id="{E2B8BD2C-CBBD-86B2-9336-5E0890BD6F7F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" name="Google Shape;81;p14">
              <a:extLst>
                <a:ext uri="{FF2B5EF4-FFF2-40B4-BE49-F238E27FC236}">
                  <a16:creationId xmlns:a16="http://schemas.microsoft.com/office/drawing/2014/main" id="{ADF232F0-5428-9E82-C8FE-225E5F4C703F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2" name="Google Shape;129;p15">
            <a:extLst>
              <a:ext uri="{FF2B5EF4-FFF2-40B4-BE49-F238E27FC236}">
                <a16:creationId xmlns:a16="http://schemas.microsoft.com/office/drawing/2014/main" id="{3B4F9C98-D06E-CB3E-6EA1-5EC3992E6FB2}"/>
              </a:ext>
            </a:extLst>
          </p:cNvPr>
          <p:cNvCxnSpPr>
            <a:cxnSpLocks/>
            <a:stCxn id="15" idx="1"/>
            <a:endCxn id="41" idx="1"/>
          </p:cNvCxnSpPr>
          <p:nvPr/>
        </p:nvCxnSpPr>
        <p:spPr>
          <a:xfrm>
            <a:off x="2734233" y="1778400"/>
            <a:ext cx="182012" cy="344603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9" name="Google Shape;62;p14">
            <a:extLst>
              <a:ext uri="{FF2B5EF4-FFF2-40B4-BE49-F238E27FC236}">
                <a16:creationId xmlns:a16="http://schemas.microsoft.com/office/drawing/2014/main" id="{44FE9CDF-2CB1-420A-A071-D57895681064}"/>
              </a:ext>
            </a:extLst>
          </p:cNvPr>
          <p:cNvGrpSpPr/>
          <p:nvPr/>
        </p:nvGrpSpPr>
        <p:grpSpPr>
          <a:xfrm>
            <a:off x="4326533" y="1219200"/>
            <a:ext cx="1071600" cy="745600"/>
            <a:chOff x="725125" y="742575"/>
            <a:chExt cx="803700" cy="559200"/>
          </a:xfrm>
        </p:grpSpPr>
        <p:sp>
          <p:nvSpPr>
            <p:cNvPr id="30" name="Google Shape;63;p14">
              <a:extLst>
                <a:ext uri="{FF2B5EF4-FFF2-40B4-BE49-F238E27FC236}">
                  <a16:creationId xmlns:a16="http://schemas.microsoft.com/office/drawing/2014/main" id="{47B894FD-F30F-443F-EF0E-E367366734B9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pLeft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64;p14">
              <a:extLst>
                <a:ext uri="{FF2B5EF4-FFF2-40B4-BE49-F238E27FC236}">
                  <a16:creationId xmlns:a16="http://schemas.microsoft.com/office/drawing/2014/main" id="{C6B75C8A-0319-01C3-C839-D8E6FA305EEB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0x02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6" name="Google Shape;129;p15">
            <a:extLst>
              <a:ext uri="{FF2B5EF4-FFF2-40B4-BE49-F238E27FC236}">
                <a16:creationId xmlns:a16="http://schemas.microsoft.com/office/drawing/2014/main" id="{071BABFD-9F3B-9B19-AF24-8AA827EBA97A}"/>
              </a:ext>
            </a:extLst>
          </p:cNvPr>
          <p:cNvCxnSpPr>
            <a:cxnSpLocks/>
            <a:stCxn id="31" idx="1"/>
            <a:endCxn id="27" idx="1"/>
          </p:cNvCxnSpPr>
          <p:nvPr/>
        </p:nvCxnSpPr>
        <p:spPr>
          <a:xfrm>
            <a:off x="4326533" y="1778400"/>
            <a:ext cx="178598" cy="344083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A6CD3E2-A30F-1FEE-13AC-4E2EB355BFAD}"/>
              </a:ext>
            </a:extLst>
          </p:cNvPr>
          <p:cNvSpPr txBox="1"/>
          <p:nvPr/>
        </p:nvSpPr>
        <p:spPr>
          <a:xfrm>
            <a:off x="266700" y="451668"/>
            <a:ext cx="406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66 </a:t>
            </a:r>
            <a:r>
              <a:rPr lang="en-US" altLang="ko-KR" dirty="0" err="1"/>
              <a:t>MakeLeft</a:t>
            </a:r>
            <a:r>
              <a:rPr lang="en-US" altLang="ko-KR" dirty="0"/>
              <a:t>(</a:t>
            </a:r>
            <a:r>
              <a:rPr lang="en-US" altLang="ko-KR" dirty="0" err="1"/>
              <a:t>pParent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 err="1"/>
              <a:t>pLeft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7" name="Google Shape;70;p14">
            <a:extLst>
              <a:ext uri="{FF2B5EF4-FFF2-40B4-BE49-F238E27FC236}">
                <a16:creationId xmlns:a16="http://schemas.microsoft.com/office/drawing/2014/main" id="{86B8C79F-DE74-68F3-8392-D62F63EE8625}"/>
              </a:ext>
            </a:extLst>
          </p:cNvPr>
          <p:cNvGrpSpPr/>
          <p:nvPr/>
        </p:nvGrpSpPr>
        <p:grpSpPr>
          <a:xfrm>
            <a:off x="5778160" y="3056200"/>
            <a:ext cx="1071600" cy="745600"/>
            <a:chOff x="725125" y="742575"/>
            <a:chExt cx="803700" cy="559200"/>
          </a:xfrm>
        </p:grpSpPr>
        <p:sp>
          <p:nvSpPr>
            <p:cNvPr id="8" name="Google Shape;71;p14">
              <a:extLst>
                <a:ext uri="{FF2B5EF4-FFF2-40B4-BE49-F238E27FC236}">
                  <a16:creationId xmlns:a16="http://schemas.microsoft.com/office/drawing/2014/main" id="{E2DB242A-5AB8-4AA7-7ECE-79E5704D45F6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pParent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72;p14">
              <a:extLst>
                <a:ext uri="{FF2B5EF4-FFF2-40B4-BE49-F238E27FC236}">
                  <a16:creationId xmlns:a16="http://schemas.microsoft.com/office/drawing/2014/main" id="{841B97B9-CEC4-8C8B-09A8-57F3DBA4F150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" name="Google Shape;70;p14">
            <a:extLst>
              <a:ext uri="{FF2B5EF4-FFF2-40B4-BE49-F238E27FC236}">
                <a16:creationId xmlns:a16="http://schemas.microsoft.com/office/drawing/2014/main" id="{26B4958B-417F-AF3D-2325-2B887B800861}"/>
              </a:ext>
            </a:extLst>
          </p:cNvPr>
          <p:cNvGrpSpPr/>
          <p:nvPr/>
        </p:nvGrpSpPr>
        <p:grpSpPr>
          <a:xfrm>
            <a:off x="7344333" y="3056200"/>
            <a:ext cx="1071600" cy="745600"/>
            <a:chOff x="725125" y="742575"/>
            <a:chExt cx="803700" cy="559200"/>
          </a:xfrm>
        </p:grpSpPr>
        <p:sp>
          <p:nvSpPr>
            <p:cNvPr id="21" name="Google Shape;71;p14">
              <a:extLst>
                <a:ext uri="{FF2B5EF4-FFF2-40B4-BE49-F238E27FC236}">
                  <a16:creationId xmlns:a16="http://schemas.microsoft.com/office/drawing/2014/main" id="{444B2D9F-6E5C-07BF-DAF3-6F073AC21DF5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pChilde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72;p14">
              <a:extLst>
                <a:ext uri="{FF2B5EF4-FFF2-40B4-BE49-F238E27FC236}">
                  <a16:creationId xmlns:a16="http://schemas.microsoft.com/office/drawing/2014/main" id="{D5E04E88-CCF6-C327-132E-5617145DC31E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0x02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3" name="Google Shape;324;p23">
            <a:extLst>
              <a:ext uri="{FF2B5EF4-FFF2-40B4-BE49-F238E27FC236}">
                <a16:creationId xmlns:a16="http://schemas.microsoft.com/office/drawing/2014/main" id="{7953E646-ADAB-50EE-7F50-54BD5F91DF8E}"/>
              </a:ext>
            </a:extLst>
          </p:cNvPr>
          <p:cNvCxnSpPr>
            <a:cxnSpLocks/>
            <a:stCxn id="15" idx="2"/>
            <a:endCxn id="8" idx="2"/>
          </p:cNvCxnSpPr>
          <p:nvPr/>
        </p:nvCxnSpPr>
        <p:spPr>
          <a:xfrm>
            <a:off x="3270033" y="1964800"/>
            <a:ext cx="3043927" cy="1464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73" name="Google Shape;324;p23">
            <a:extLst>
              <a:ext uri="{FF2B5EF4-FFF2-40B4-BE49-F238E27FC236}">
                <a16:creationId xmlns:a16="http://schemas.microsoft.com/office/drawing/2014/main" id="{DB8F6972-B0AC-D66D-F12E-08443811C67C}"/>
              </a:ext>
            </a:extLst>
          </p:cNvPr>
          <p:cNvCxnSpPr>
            <a:cxnSpLocks/>
            <a:stCxn id="31" idx="2"/>
            <a:endCxn id="21" idx="2"/>
          </p:cNvCxnSpPr>
          <p:nvPr/>
        </p:nvCxnSpPr>
        <p:spPr>
          <a:xfrm>
            <a:off x="4862333" y="1964800"/>
            <a:ext cx="3017800" cy="1464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76" name="Google Shape;129;p15">
            <a:extLst>
              <a:ext uri="{FF2B5EF4-FFF2-40B4-BE49-F238E27FC236}">
                <a16:creationId xmlns:a16="http://schemas.microsoft.com/office/drawing/2014/main" id="{06C9843F-38B4-35FB-47B2-70F27FCEF4F0}"/>
              </a:ext>
            </a:extLst>
          </p:cNvPr>
          <p:cNvCxnSpPr>
            <a:cxnSpLocks/>
            <a:stCxn id="10" idx="1"/>
            <a:endCxn id="41" idx="1"/>
          </p:cNvCxnSpPr>
          <p:nvPr/>
        </p:nvCxnSpPr>
        <p:spPr>
          <a:xfrm flipH="1">
            <a:off x="2916245" y="3615400"/>
            <a:ext cx="2861915" cy="160903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0" name="Google Shape;129;p15">
            <a:extLst>
              <a:ext uri="{FF2B5EF4-FFF2-40B4-BE49-F238E27FC236}">
                <a16:creationId xmlns:a16="http://schemas.microsoft.com/office/drawing/2014/main" id="{BE7050A3-68F2-58CE-4A9B-2330EF5452D5}"/>
              </a:ext>
            </a:extLst>
          </p:cNvPr>
          <p:cNvCxnSpPr>
            <a:cxnSpLocks/>
            <a:stCxn id="22" idx="1"/>
            <a:endCxn id="27" idx="1"/>
          </p:cNvCxnSpPr>
          <p:nvPr/>
        </p:nvCxnSpPr>
        <p:spPr>
          <a:xfrm flipH="1">
            <a:off x="4505131" y="3615400"/>
            <a:ext cx="2839202" cy="160383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5C3C7103-6F75-7550-6137-AAF3108513D3}"/>
              </a:ext>
            </a:extLst>
          </p:cNvPr>
          <p:cNvSpPr txBox="1"/>
          <p:nvPr/>
        </p:nvSpPr>
        <p:spPr>
          <a:xfrm>
            <a:off x="5021676" y="2366468"/>
            <a:ext cx="50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26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186033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C23B0-0BD9-0A75-F631-332EABB0D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Google Shape;324;p23">
            <a:extLst>
              <a:ext uri="{FF2B5EF4-FFF2-40B4-BE49-F238E27FC236}">
                <a16:creationId xmlns:a16="http://schemas.microsoft.com/office/drawing/2014/main" id="{542DACA6-2F76-5104-538A-60C8E3A66C51}"/>
              </a:ext>
            </a:extLst>
          </p:cNvPr>
          <p:cNvCxnSpPr>
            <a:cxnSpLocks/>
          </p:cNvCxnSpPr>
          <p:nvPr/>
        </p:nvCxnSpPr>
        <p:spPr>
          <a:xfrm>
            <a:off x="6849760" y="544531"/>
            <a:ext cx="176084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13" name="Google Shape;129;p15">
            <a:extLst>
              <a:ext uri="{FF2B5EF4-FFF2-40B4-BE49-F238E27FC236}">
                <a16:creationId xmlns:a16="http://schemas.microsoft.com/office/drawing/2014/main" id="{0B66E924-B642-3443-D8B7-9881E178B790}"/>
              </a:ext>
            </a:extLst>
          </p:cNvPr>
          <p:cNvCxnSpPr>
            <a:cxnSpLocks/>
          </p:cNvCxnSpPr>
          <p:nvPr/>
        </p:nvCxnSpPr>
        <p:spPr>
          <a:xfrm>
            <a:off x="9046860" y="544531"/>
            <a:ext cx="176084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C46E48E5-6B65-F773-9586-ED25C315491A}"/>
              </a:ext>
            </a:extLst>
          </p:cNvPr>
          <p:cNvGrpSpPr/>
          <p:nvPr/>
        </p:nvGrpSpPr>
        <p:grpSpPr>
          <a:xfrm>
            <a:off x="2916245" y="5038032"/>
            <a:ext cx="1071603" cy="1118400"/>
            <a:chOff x="2576366" y="4663498"/>
            <a:chExt cx="1071603" cy="1118400"/>
          </a:xfrm>
        </p:grpSpPr>
        <p:grpSp>
          <p:nvGrpSpPr>
            <p:cNvPr id="38" name="Google Shape;65;p14">
              <a:extLst>
                <a:ext uri="{FF2B5EF4-FFF2-40B4-BE49-F238E27FC236}">
                  <a16:creationId xmlns:a16="http://schemas.microsoft.com/office/drawing/2014/main" id="{39D1F712-FD7C-9772-0440-A7FF48AE8F63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39" name="Google Shape;66;p14">
                <a:extLst>
                  <a:ext uri="{FF2B5EF4-FFF2-40B4-BE49-F238E27FC236}">
                    <a16:creationId xmlns:a16="http://schemas.microsoft.com/office/drawing/2014/main" id="{5E0975C4-0E8B-ABC5-6C9F-942F8DC31AD1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41" name="Google Shape;67;p14">
                  <a:extLst>
                    <a:ext uri="{FF2B5EF4-FFF2-40B4-BE49-F238E27FC236}">
                      <a16:creationId xmlns:a16="http://schemas.microsoft.com/office/drawing/2014/main" id="{79494E37-B91A-B3D5-F69C-039696BC64A4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0x01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" name="Google Shape;68;p14">
                  <a:extLst>
                    <a:ext uri="{FF2B5EF4-FFF2-40B4-BE49-F238E27FC236}">
                      <a16:creationId xmlns:a16="http://schemas.microsoft.com/office/drawing/2014/main" id="{93AE8BEA-3E09-CE24-CCD2-D5CF81ABFC2B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" name="Google Shape;69;p14">
                <a:extLst>
                  <a:ext uri="{FF2B5EF4-FFF2-40B4-BE49-F238E27FC236}">
                    <a16:creationId xmlns:a16="http://schemas.microsoft.com/office/drawing/2014/main" id="{A9DB780B-B5C1-605F-5B7C-1B444E8D11BE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0x02</a:t>
                </a:r>
                <a:endParaRPr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4" name="Google Shape;81;p14">
              <a:extLst>
                <a:ext uri="{FF2B5EF4-FFF2-40B4-BE49-F238E27FC236}">
                  <a16:creationId xmlns:a16="http://schemas.microsoft.com/office/drawing/2014/main" id="{D1620578-A988-87B9-D082-2C05D7B82868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" name="Google Shape;62;p14">
            <a:extLst>
              <a:ext uri="{FF2B5EF4-FFF2-40B4-BE49-F238E27FC236}">
                <a16:creationId xmlns:a16="http://schemas.microsoft.com/office/drawing/2014/main" id="{72C77B5F-BBD8-9BC0-5FC3-3C00C4FD9759}"/>
              </a:ext>
            </a:extLst>
          </p:cNvPr>
          <p:cNvGrpSpPr/>
          <p:nvPr/>
        </p:nvGrpSpPr>
        <p:grpSpPr>
          <a:xfrm>
            <a:off x="2734233" y="1219200"/>
            <a:ext cx="1071600" cy="745600"/>
            <a:chOff x="725125" y="742575"/>
            <a:chExt cx="803700" cy="559200"/>
          </a:xfrm>
        </p:grpSpPr>
        <p:sp>
          <p:nvSpPr>
            <p:cNvPr id="14" name="Google Shape;63;p14">
              <a:extLst>
                <a:ext uri="{FF2B5EF4-FFF2-40B4-BE49-F238E27FC236}">
                  <a16:creationId xmlns:a16="http://schemas.microsoft.com/office/drawing/2014/main" id="{8BA3F59E-0BD2-DD5C-E1E5-B15C870524F5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pParent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64;p14">
              <a:extLst>
                <a:ext uri="{FF2B5EF4-FFF2-40B4-BE49-F238E27FC236}">
                  <a16:creationId xmlns:a16="http://schemas.microsoft.com/office/drawing/2014/main" id="{F880A2C7-31B3-64D4-999D-5E92272EDF40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7EE67040-5718-5EA2-FA02-4C5BF9D78C82}"/>
              </a:ext>
            </a:extLst>
          </p:cNvPr>
          <p:cNvGrpSpPr/>
          <p:nvPr/>
        </p:nvGrpSpPr>
        <p:grpSpPr>
          <a:xfrm>
            <a:off x="4505131" y="5032830"/>
            <a:ext cx="1071603" cy="1118400"/>
            <a:chOff x="2576366" y="4663498"/>
            <a:chExt cx="1071603" cy="1118400"/>
          </a:xfrm>
        </p:grpSpPr>
        <p:grpSp>
          <p:nvGrpSpPr>
            <p:cNvPr id="18" name="Google Shape;65;p14">
              <a:extLst>
                <a:ext uri="{FF2B5EF4-FFF2-40B4-BE49-F238E27FC236}">
                  <a16:creationId xmlns:a16="http://schemas.microsoft.com/office/drawing/2014/main" id="{F2ED2EB1-E5FD-738C-885E-8B0C63D1C06C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24" name="Google Shape;66;p14">
                <a:extLst>
                  <a:ext uri="{FF2B5EF4-FFF2-40B4-BE49-F238E27FC236}">
                    <a16:creationId xmlns:a16="http://schemas.microsoft.com/office/drawing/2014/main" id="{FDB77149-EB40-F03C-CC33-265C7A203E6E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27" name="Google Shape;67;p14">
                  <a:extLst>
                    <a:ext uri="{FF2B5EF4-FFF2-40B4-BE49-F238E27FC236}">
                      <a16:creationId xmlns:a16="http://schemas.microsoft.com/office/drawing/2014/main" id="{534B3D56-CA90-84AC-8BE3-ABBBA79E20D4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0x02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" name="Google Shape;68;p14">
                  <a:extLst>
                    <a:ext uri="{FF2B5EF4-FFF2-40B4-BE49-F238E27FC236}">
                      <a16:creationId xmlns:a16="http://schemas.microsoft.com/office/drawing/2014/main" id="{43D67D0C-7A43-6DC0-39B1-1D16E1EAD053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20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6" name="Google Shape;69;p14">
                <a:extLst>
                  <a:ext uri="{FF2B5EF4-FFF2-40B4-BE49-F238E27FC236}">
                    <a16:creationId xmlns:a16="http://schemas.microsoft.com/office/drawing/2014/main" id="{285DBF79-47F1-4ECA-E05B-61D89AEEE162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" name="Google Shape;81;p14">
              <a:extLst>
                <a:ext uri="{FF2B5EF4-FFF2-40B4-BE49-F238E27FC236}">
                  <a16:creationId xmlns:a16="http://schemas.microsoft.com/office/drawing/2014/main" id="{EBBE92C1-6386-29CE-E6C2-CB8C05F99EF6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2" name="Google Shape;129;p15">
            <a:extLst>
              <a:ext uri="{FF2B5EF4-FFF2-40B4-BE49-F238E27FC236}">
                <a16:creationId xmlns:a16="http://schemas.microsoft.com/office/drawing/2014/main" id="{E7401118-0C7C-6EDD-4B1B-6642E71E717B}"/>
              </a:ext>
            </a:extLst>
          </p:cNvPr>
          <p:cNvCxnSpPr>
            <a:cxnSpLocks/>
            <a:stCxn id="15" idx="1"/>
            <a:endCxn id="41" idx="1"/>
          </p:cNvCxnSpPr>
          <p:nvPr/>
        </p:nvCxnSpPr>
        <p:spPr>
          <a:xfrm>
            <a:off x="2734233" y="1778400"/>
            <a:ext cx="182012" cy="344603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9" name="Google Shape;62;p14">
            <a:extLst>
              <a:ext uri="{FF2B5EF4-FFF2-40B4-BE49-F238E27FC236}">
                <a16:creationId xmlns:a16="http://schemas.microsoft.com/office/drawing/2014/main" id="{17970856-EC35-B0FC-947F-CF017B74FA86}"/>
              </a:ext>
            </a:extLst>
          </p:cNvPr>
          <p:cNvGrpSpPr/>
          <p:nvPr/>
        </p:nvGrpSpPr>
        <p:grpSpPr>
          <a:xfrm>
            <a:off x="4326533" y="1219200"/>
            <a:ext cx="1071600" cy="745600"/>
            <a:chOff x="725125" y="742575"/>
            <a:chExt cx="803700" cy="559200"/>
          </a:xfrm>
        </p:grpSpPr>
        <p:sp>
          <p:nvSpPr>
            <p:cNvPr id="30" name="Google Shape;63;p14">
              <a:extLst>
                <a:ext uri="{FF2B5EF4-FFF2-40B4-BE49-F238E27FC236}">
                  <a16:creationId xmlns:a16="http://schemas.microsoft.com/office/drawing/2014/main" id="{A76BB432-9EF2-07C6-D868-9A0ABDBE20A5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pLeft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64;p14">
              <a:extLst>
                <a:ext uri="{FF2B5EF4-FFF2-40B4-BE49-F238E27FC236}">
                  <a16:creationId xmlns:a16="http://schemas.microsoft.com/office/drawing/2014/main" id="{3B88B406-DD21-ED97-2403-87FBBBDE3B4C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0x02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6" name="Google Shape;129;p15">
            <a:extLst>
              <a:ext uri="{FF2B5EF4-FFF2-40B4-BE49-F238E27FC236}">
                <a16:creationId xmlns:a16="http://schemas.microsoft.com/office/drawing/2014/main" id="{043303D4-E4D1-22C9-853C-264337234BDB}"/>
              </a:ext>
            </a:extLst>
          </p:cNvPr>
          <p:cNvCxnSpPr>
            <a:cxnSpLocks/>
            <a:stCxn id="31" idx="1"/>
            <a:endCxn id="27" idx="1"/>
          </p:cNvCxnSpPr>
          <p:nvPr/>
        </p:nvCxnSpPr>
        <p:spPr>
          <a:xfrm>
            <a:off x="4326533" y="1778400"/>
            <a:ext cx="178598" cy="344083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EC9465E-941A-171D-C28F-14EEB5527B57}"/>
              </a:ext>
            </a:extLst>
          </p:cNvPr>
          <p:cNvSpPr txBox="1"/>
          <p:nvPr/>
        </p:nvSpPr>
        <p:spPr>
          <a:xfrm>
            <a:off x="266700" y="451668"/>
            <a:ext cx="406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66 </a:t>
            </a:r>
            <a:r>
              <a:rPr lang="en-US" altLang="ko-KR" dirty="0" err="1"/>
              <a:t>MakeLeft</a:t>
            </a:r>
            <a:r>
              <a:rPr lang="en-US" altLang="ko-KR" dirty="0"/>
              <a:t>(</a:t>
            </a:r>
            <a:r>
              <a:rPr lang="en-US" altLang="ko-KR" dirty="0" err="1"/>
              <a:t>pParent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 err="1"/>
              <a:t>pLeft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7" name="Google Shape;70;p14">
            <a:extLst>
              <a:ext uri="{FF2B5EF4-FFF2-40B4-BE49-F238E27FC236}">
                <a16:creationId xmlns:a16="http://schemas.microsoft.com/office/drawing/2014/main" id="{13607B0E-91F9-68DE-8DAE-C18A5494624D}"/>
              </a:ext>
            </a:extLst>
          </p:cNvPr>
          <p:cNvGrpSpPr/>
          <p:nvPr/>
        </p:nvGrpSpPr>
        <p:grpSpPr>
          <a:xfrm>
            <a:off x="5778160" y="3056200"/>
            <a:ext cx="1071600" cy="745600"/>
            <a:chOff x="725125" y="742575"/>
            <a:chExt cx="803700" cy="559200"/>
          </a:xfrm>
        </p:grpSpPr>
        <p:sp>
          <p:nvSpPr>
            <p:cNvPr id="8" name="Google Shape;71;p14">
              <a:extLst>
                <a:ext uri="{FF2B5EF4-FFF2-40B4-BE49-F238E27FC236}">
                  <a16:creationId xmlns:a16="http://schemas.microsoft.com/office/drawing/2014/main" id="{BCCA4AE3-A76D-4AEA-D4C2-C5955E4AA27F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pParent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72;p14">
              <a:extLst>
                <a:ext uri="{FF2B5EF4-FFF2-40B4-BE49-F238E27FC236}">
                  <a16:creationId xmlns:a16="http://schemas.microsoft.com/office/drawing/2014/main" id="{99A1EB93-E691-4F5B-94CA-32AE126064A9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" name="Google Shape;70;p14">
            <a:extLst>
              <a:ext uri="{FF2B5EF4-FFF2-40B4-BE49-F238E27FC236}">
                <a16:creationId xmlns:a16="http://schemas.microsoft.com/office/drawing/2014/main" id="{A331A677-A17A-8A8E-CF3D-13014B098C21}"/>
              </a:ext>
            </a:extLst>
          </p:cNvPr>
          <p:cNvGrpSpPr/>
          <p:nvPr/>
        </p:nvGrpSpPr>
        <p:grpSpPr>
          <a:xfrm>
            <a:off x="7344333" y="3056200"/>
            <a:ext cx="1071600" cy="745600"/>
            <a:chOff x="725125" y="742575"/>
            <a:chExt cx="803700" cy="559200"/>
          </a:xfrm>
        </p:grpSpPr>
        <p:sp>
          <p:nvSpPr>
            <p:cNvPr id="21" name="Google Shape;71;p14">
              <a:extLst>
                <a:ext uri="{FF2B5EF4-FFF2-40B4-BE49-F238E27FC236}">
                  <a16:creationId xmlns:a16="http://schemas.microsoft.com/office/drawing/2014/main" id="{9F5E48BB-4FC2-9002-56CB-A13D4950C377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pChilde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72;p14">
              <a:extLst>
                <a:ext uri="{FF2B5EF4-FFF2-40B4-BE49-F238E27FC236}">
                  <a16:creationId xmlns:a16="http://schemas.microsoft.com/office/drawing/2014/main" id="{EB85BDA2-3331-5797-A8A5-118E1C76FD3F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0x02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3" name="Google Shape;324;p23">
            <a:extLst>
              <a:ext uri="{FF2B5EF4-FFF2-40B4-BE49-F238E27FC236}">
                <a16:creationId xmlns:a16="http://schemas.microsoft.com/office/drawing/2014/main" id="{DFC94A5F-62FB-E4D5-15C3-F7BCDEDDA100}"/>
              </a:ext>
            </a:extLst>
          </p:cNvPr>
          <p:cNvCxnSpPr>
            <a:cxnSpLocks/>
            <a:stCxn id="15" idx="2"/>
            <a:endCxn id="8" idx="2"/>
          </p:cNvCxnSpPr>
          <p:nvPr/>
        </p:nvCxnSpPr>
        <p:spPr>
          <a:xfrm>
            <a:off x="3270033" y="1964800"/>
            <a:ext cx="3043927" cy="1464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73" name="Google Shape;324;p23">
            <a:extLst>
              <a:ext uri="{FF2B5EF4-FFF2-40B4-BE49-F238E27FC236}">
                <a16:creationId xmlns:a16="http://schemas.microsoft.com/office/drawing/2014/main" id="{778567E4-E450-02C4-CAD1-03A5ECA48B9D}"/>
              </a:ext>
            </a:extLst>
          </p:cNvPr>
          <p:cNvCxnSpPr>
            <a:cxnSpLocks/>
            <a:stCxn id="31" idx="2"/>
            <a:endCxn id="21" idx="2"/>
          </p:cNvCxnSpPr>
          <p:nvPr/>
        </p:nvCxnSpPr>
        <p:spPr>
          <a:xfrm>
            <a:off x="4862333" y="1964800"/>
            <a:ext cx="3017800" cy="1464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76" name="Google Shape;129;p15">
            <a:extLst>
              <a:ext uri="{FF2B5EF4-FFF2-40B4-BE49-F238E27FC236}">
                <a16:creationId xmlns:a16="http://schemas.microsoft.com/office/drawing/2014/main" id="{9E8452C8-6706-4692-A74E-D02D1320B281}"/>
              </a:ext>
            </a:extLst>
          </p:cNvPr>
          <p:cNvCxnSpPr>
            <a:cxnSpLocks/>
            <a:stCxn id="10" idx="1"/>
            <a:endCxn id="41" idx="1"/>
          </p:cNvCxnSpPr>
          <p:nvPr/>
        </p:nvCxnSpPr>
        <p:spPr>
          <a:xfrm flipH="1">
            <a:off x="2916245" y="3615400"/>
            <a:ext cx="2861915" cy="160903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0" name="Google Shape;129;p15">
            <a:extLst>
              <a:ext uri="{FF2B5EF4-FFF2-40B4-BE49-F238E27FC236}">
                <a16:creationId xmlns:a16="http://schemas.microsoft.com/office/drawing/2014/main" id="{0ADB7498-F14C-B0DD-C597-F56D83CF1AFB}"/>
              </a:ext>
            </a:extLst>
          </p:cNvPr>
          <p:cNvCxnSpPr>
            <a:cxnSpLocks/>
            <a:stCxn id="22" idx="1"/>
            <a:endCxn id="27" idx="1"/>
          </p:cNvCxnSpPr>
          <p:nvPr/>
        </p:nvCxnSpPr>
        <p:spPr>
          <a:xfrm flipH="1">
            <a:off x="4505131" y="3615400"/>
            <a:ext cx="2839202" cy="160383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26E966B1-3FC1-6487-7FC3-FC8D10CD8FA5}"/>
              </a:ext>
            </a:extLst>
          </p:cNvPr>
          <p:cNvSpPr txBox="1"/>
          <p:nvPr/>
        </p:nvSpPr>
        <p:spPr>
          <a:xfrm>
            <a:off x="5259427" y="4157449"/>
            <a:ext cx="50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30</a:t>
            </a:r>
            <a:endParaRPr lang="ko-KR" altLang="en-US" dirty="0"/>
          </a:p>
        </p:txBody>
      </p:sp>
      <p:cxnSp>
        <p:nvCxnSpPr>
          <p:cNvPr id="2" name="Google Shape;324;p23">
            <a:extLst>
              <a:ext uri="{FF2B5EF4-FFF2-40B4-BE49-F238E27FC236}">
                <a16:creationId xmlns:a16="http://schemas.microsoft.com/office/drawing/2014/main" id="{DD30AC3F-8FBD-D007-4250-EBCAF258EA93}"/>
              </a:ext>
            </a:extLst>
          </p:cNvPr>
          <p:cNvCxnSpPr>
            <a:cxnSpLocks/>
            <a:stCxn id="22" idx="1"/>
            <a:endCxn id="40" idx="0"/>
          </p:cNvCxnSpPr>
          <p:nvPr/>
        </p:nvCxnSpPr>
        <p:spPr>
          <a:xfrm flipH="1">
            <a:off x="3174521" y="3615400"/>
            <a:ext cx="4169812" cy="21682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5" name="Google Shape;129;p15">
            <a:extLst>
              <a:ext uri="{FF2B5EF4-FFF2-40B4-BE49-F238E27FC236}">
                <a16:creationId xmlns:a16="http://schemas.microsoft.com/office/drawing/2014/main" id="{E431DAB5-3F93-D640-F331-DDF522F60DA5}"/>
              </a:ext>
            </a:extLst>
          </p:cNvPr>
          <p:cNvCxnSpPr>
            <a:cxnSpLocks/>
            <a:stCxn id="40" idx="0"/>
            <a:endCxn id="27" idx="1"/>
          </p:cNvCxnSpPr>
          <p:nvPr/>
        </p:nvCxnSpPr>
        <p:spPr>
          <a:xfrm flipV="1">
            <a:off x="3174521" y="5219230"/>
            <a:ext cx="1330610" cy="56440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6076180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DC32F-2D1A-21D5-9ED1-91252B107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Google Shape;324;p23">
            <a:extLst>
              <a:ext uri="{FF2B5EF4-FFF2-40B4-BE49-F238E27FC236}">
                <a16:creationId xmlns:a16="http://schemas.microsoft.com/office/drawing/2014/main" id="{BCA2FD41-770C-7DAE-7CEE-4EA462471076}"/>
              </a:ext>
            </a:extLst>
          </p:cNvPr>
          <p:cNvCxnSpPr>
            <a:cxnSpLocks/>
          </p:cNvCxnSpPr>
          <p:nvPr/>
        </p:nvCxnSpPr>
        <p:spPr>
          <a:xfrm>
            <a:off x="6849760" y="544531"/>
            <a:ext cx="176084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13" name="Google Shape;129;p15">
            <a:extLst>
              <a:ext uri="{FF2B5EF4-FFF2-40B4-BE49-F238E27FC236}">
                <a16:creationId xmlns:a16="http://schemas.microsoft.com/office/drawing/2014/main" id="{0808CFD8-D218-BF1F-F685-2519BDCDF637}"/>
              </a:ext>
            </a:extLst>
          </p:cNvPr>
          <p:cNvCxnSpPr>
            <a:cxnSpLocks/>
          </p:cNvCxnSpPr>
          <p:nvPr/>
        </p:nvCxnSpPr>
        <p:spPr>
          <a:xfrm>
            <a:off x="9046860" y="544531"/>
            <a:ext cx="176084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FF6353E9-FB4D-742A-9CEF-A4DB3E43BBD9}"/>
              </a:ext>
            </a:extLst>
          </p:cNvPr>
          <p:cNvGrpSpPr/>
          <p:nvPr/>
        </p:nvGrpSpPr>
        <p:grpSpPr>
          <a:xfrm>
            <a:off x="2877782" y="3849245"/>
            <a:ext cx="1071603" cy="1118400"/>
            <a:chOff x="2576366" y="4663498"/>
            <a:chExt cx="1071603" cy="1118400"/>
          </a:xfrm>
        </p:grpSpPr>
        <p:grpSp>
          <p:nvGrpSpPr>
            <p:cNvPr id="38" name="Google Shape;65;p14">
              <a:extLst>
                <a:ext uri="{FF2B5EF4-FFF2-40B4-BE49-F238E27FC236}">
                  <a16:creationId xmlns:a16="http://schemas.microsoft.com/office/drawing/2014/main" id="{234E567C-0959-B8B3-4404-C9739DBD5909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39" name="Google Shape;66;p14">
                <a:extLst>
                  <a:ext uri="{FF2B5EF4-FFF2-40B4-BE49-F238E27FC236}">
                    <a16:creationId xmlns:a16="http://schemas.microsoft.com/office/drawing/2014/main" id="{B4A55B26-6811-B03E-02F8-5A255E358057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41" name="Google Shape;67;p14">
                  <a:extLst>
                    <a:ext uri="{FF2B5EF4-FFF2-40B4-BE49-F238E27FC236}">
                      <a16:creationId xmlns:a16="http://schemas.microsoft.com/office/drawing/2014/main" id="{EF950C52-E123-5F80-DE57-DEE92CF6E7C7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0x01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" name="Google Shape;68;p14">
                  <a:extLst>
                    <a:ext uri="{FF2B5EF4-FFF2-40B4-BE49-F238E27FC236}">
                      <a16:creationId xmlns:a16="http://schemas.microsoft.com/office/drawing/2014/main" id="{C58BF8B4-39E6-9AA1-8D5B-BD2A2A18A2E5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" name="Google Shape;69;p14">
                <a:extLst>
                  <a:ext uri="{FF2B5EF4-FFF2-40B4-BE49-F238E27FC236}">
                    <a16:creationId xmlns:a16="http://schemas.microsoft.com/office/drawing/2014/main" id="{74E2A284-9A32-400B-6E10-F6F59F74EBFA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0x02</a:t>
                </a:r>
                <a:endParaRPr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4" name="Google Shape;81;p14">
              <a:extLst>
                <a:ext uri="{FF2B5EF4-FFF2-40B4-BE49-F238E27FC236}">
                  <a16:creationId xmlns:a16="http://schemas.microsoft.com/office/drawing/2014/main" id="{62DB9EB9-279C-1E24-63B4-9F6ADBB1E58C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" name="Google Shape;62;p14">
            <a:extLst>
              <a:ext uri="{FF2B5EF4-FFF2-40B4-BE49-F238E27FC236}">
                <a16:creationId xmlns:a16="http://schemas.microsoft.com/office/drawing/2014/main" id="{4FFC7C15-BE1C-1445-4013-3E816AC7DF39}"/>
              </a:ext>
            </a:extLst>
          </p:cNvPr>
          <p:cNvGrpSpPr/>
          <p:nvPr/>
        </p:nvGrpSpPr>
        <p:grpSpPr>
          <a:xfrm>
            <a:off x="2734233" y="1219200"/>
            <a:ext cx="1071600" cy="745600"/>
            <a:chOff x="725125" y="742575"/>
            <a:chExt cx="803700" cy="559200"/>
          </a:xfrm>
        </p:grpSpPr>
        <p:sp>
          <p:nvSpPr>
            <p:cNvPr id="14" name="Google Shape;63;p14">
              <a:extLst>
                <a:ext uri="{FF2B5EF4-FFF2-40B4-BE49-F238E27FC236}">
                  <a16:creationId xmlns:a16="http://schemas.microsoft.com/office/drawing/2014/main" id="{4F8AF37C-366C-F3C3-FC49-5A5FEFDFFF87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pParent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64;p14">
              <a:extLst>
                <a:ext uri="{FF2B5EF4-FFF2-40B4-BE49-F238E27FC236}">
                  <a16:creationId xmlns:a16="http://schemas.microsoft.com/office/drawing/2014/main" id="{E0B6A4E2-A64B-8FA0-0844-E862B63F1ED1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83EEF60A-3B64-C358-7894-517F507817BB}"/>
              </a:ext>
            </a:extLst>
          </p:cNvPr>
          <p:cNvGrpSpPr/>
          <p:nvPr/>
        </p:nvGrpSpPr>
        <p:grpSpPr>
          <a:xfrm>
            <a:off x="2064454" y="5287932"/>
            <a:ext cx="1071603" cy="1118400"/>
            <a:chOff x="2576366" y="4663498"/>
            <a:chExt cx="1071603" cy="1118400"/>
          </a:xfrm>
        </p:grpSpPr>
        <p:grpSp>
          <p:nvGrpSpPr>
            <p:cNvPr id="18" name="Google Shape;65;p14">
              <a:extLst>
                <a:ext uri="{FF2B5EF4-FFF2-40B4-BE49-F238E27FC236}">
                  <a16:creationId xmlns:a16="http://schemas.microsoft.com/office/drawing/2014/main" id="{7E25948D-6999-DD09-4F90-E43F721FDE10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24" name="Google Shape;66;p14">
                <a:extLst>
                  <a:ext uri="{FF2B5EF4-FFF2-40B4-BE49-F238E27FC236}">
                    <a16:creationId xmlns:a16="http://schemas.microsoft.com/office/drawing/2014/main" id="{BCF06CF1-C282-8A75-8228-7AA0A82AEBCD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27" name="Google Shape;67;p14">
                  <a:extLst>
                    <a:ext uri="{FF2B5EF4-FFF2-40B4-BE49-F238E27FC236}">
                      <a16:creationId xmlns:a16="http://schemas.microsoft.com/office/drawing/2014/main" id="{8BE439BD-8497-ABA1-2E9C-0472ADAF0787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0x02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" name="Google Shape;68;p14">
                  <a:extLst>
                    <a:ext uri="{FF2B5EF4-FFF2-40B4-BE49-F238E27FC236}">
                      <a16:creationId xmlns:a16="http://schemas.microsoft.com/office/drawing/2014/main" id="{8C76734C-BA18-CC18-13B2-F69545907017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20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6" name="Google Shape;69;p14">
                <a:extLst>
                  <a:ext uri="{FF2B5EF4-FFF2-40B4-BE49-F238E27FC236}">
                    <a16:creationId xmlns:a16="http://schemas.microsoft.com/office/drawing/2014/main" id="{9EA09EAC-3F95-B557-2371-088F0C1C7212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" name="Google Shape;81;p14">
              <a:extLst>
                <a:ext uri="{FF2B5EF4-FFF2-40B4-BE49-F238E27FC236}">
                  <a16:creationId xmlns:a16="http://schemas.microsoft.com/office/drawing/2014/main" id="{D09A58EF-CFA3-8122-EFD0-77AE6409A449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2" name="Google Shape;129;p15">
            <a:extLst>
              <a:ext uri="{FF2B5EF4-FFF2-40B4-BE49-F238E27FC236}">
                <a16:creationId xmlns:a16="http://schemas.microsoft.com/office/drawing/2014/main" id="{30AC3E58-6955-D428-10BD-838025EF8A37}"/>
              </a:ext>
            </a:extLst>
          </p:cNvPr>
          <p:cNvCxnSpPr>
            <a:cxnSpLocks/>
            <a:stCxn id="15" idx="1"/>
            <a:endCxn id="41" idx="1"/>
          </p:cNvCxnSpPr>
          <p:nvPr/>
        </p:nvCxnSpPr>
        <p:spPr>
          <a:xfrm>
            <a:off x="2734233" y="1778400"/>
            <a:ext cx="143549" cy="2257245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9" name="Google Shape;62;p14">
            <a:extLst>
              <a:ext uri="{FF2B5EF4-FFF2-40B4-BE49-F238E27FC236}">
                <a16:creationId xmlns:a16="http://schemas.microsoft.com/office/drawing/2014/main" id="{F3F696D2-CB64-3902-1ED2-C72810763E0F}"/>
              </a:ext>
            </a:extLst>
          </p:cNvPr>
          <p:cNvGrpSpPr/>
          <p:nvPr/>
        </p:nvGrpSpPr>
        <p:grpSpPr>
          <a:xfrm>
            <a:off x="4326533" y="1219200"/>
            <a:ext cx="1071600" cy="745600"/>
            <a:chOff x="725125" y="742575"/>
            <a:chExt cx="803700" cy="559200"/>
          </a:xfrm>
        </p:grpSpPr>
        <p:sp>
          <p:nvSpPr>
            <p:cNvPr id="30" name="Google Shape;63;p14">
              <a:extLst>
                <a:ext uri="{FF2B5EF4-FFF2-40B4-BE49-F238E27FC236}">
                  <a16:creationId xmlns:a16="http://schemas.microsoft.com/office/drawing/2014/main" id="{52CA12A5-D1A7-7E00-51DB-8AFB1AD080DC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pLeft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64;p14">
              <a:extLst>
                <a:ext uri="{FF2B5EF4-FFF2-40B4-BE49-F238E27FC236}">
                  <a16:creationId xmlns:a16="http://schemas.microsoft.com/office/drawing/2014/main" id="{6520D34C-A624-D882-E4D1-9C476D66E4B4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0x02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6" name="Google Shape;129;p15">
            <a:extLst>
              <a:ext uri="{FF2B5EF4-FFF2-40B4-BE49-F238E27FC236}">
                <a16:creationId xmlns:a16="http://schemas.microsoft.com/office/drawing/2014/main" id="{665906B3-5706-F49B-8BD8-803D15928D11}"/>
              </a:ext>
            </a:extLst>
          </p:cNvPr>
          <p:cNvCxnSpPr>
            <a:cxnSpLocks/>
            <a:stCxn id="31" idx="1"/>
            <a:endCxn id="27" idx="1"/>
          </p:cNvCxnSpPr>
          <p:nvPr/>
        </p:nvCxnSpPr>
        <p:spPr>
          <a:xfrm flipH="1">
            <a:off x="2064454" y="1778400"/>
            <a:ext cx="2262079" cy="369593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3A78DF9-023B-C125-6EDB-95BEDCF981DF}"/>
              </a:ext>
            </a:extLst>
          </p:cNvPr>
          <p:cNvSpPr txBox="1"/>
          <p:nvPr/>
        </p:nvSpPr>
        <p:spPr>
          <a:xfrm>
            <a:off x="266700" y="451668"/>
            <a:ext cx="406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67 </a:t>
            </a:r>
            <a:r>
              <a:rPr lang="en-US" altLang="ko-KR" dirty="0" err="1"/>
              <a:t>MakeRight</a:t>
            </a:r>
            <a:r>
              <a:rPr lang="en-US" altLang="ko-KR" dirty="0"/>
              <a:t>(</a:t>
            </a:r>
            <a:r>
              <a:rPr lang="en-US" altLang="ko-KR" dirty="0" err="1"/>
              <a:t>pParent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 err="1"/>
              <a:t>pRight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7" name="Google Shape;70;p14">
            <a:extLst>
              <a:ext uri="{FF2B5EF4-FFF2-40B4-BE49-F238E27FC236}">
                <a16:creationId xmlns:a16="http://schemas.microsoft.com/office/drawing/2014/main" id="{7995C5C2-1552-864C-69C5-07B9E7ECC196}"/>
              </a:ext>
            </a:extLst>
          </p:cNvPr>
          <p:cNvGrpSpPr/>
          <p:nvPr/>
        </p:nvGrpSpPr>
        <p:grpSpPr>
          <a:xfrm>
            <a:off x="5778160" y="3056200"/>
            <a:ext cx="1071600" cy="745600"/>
            <a:chOff x="725125" y="742575"/>
            <a:chExt cx="803700" cy="559200"/>
          </a:xfrm>
        </p:grpSpPr>
        <p:sp>
          <p:nvSpPr>
            <p:cNvPr id="8" name="Google Shape;71;p14">
              <a:extLst>
                <a:ext uri="{FF2B5EF4-FFF2-40B4-BE49-F238E27FC236}">
                  <a16:creationId xmlns:a16="http://schemas.microsoft.com/office/drawing/2014/main" id="{9B858CF6-01D9-0387-E8E6-4855277FCA73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pParent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72;p14">
              <a:extLst>
                <a:ext uri="{FF2B5EF4-FFF2-40B4-BE49-F238E27FC236}">
                  <a16:creationId xmlns:a16="http://schemas.microsoft.com/office/drawing/2014/main" id="{3895F41C-A3FA-44BF-B9E6-8907F66E5369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" name="Google Shape;70;p14">
            <a:extLst>
              <a:ext uri="{FF2B5EF4-FFF2-40B4-BE49-F238E27FC236}">
                <a16:creationId xmlns:a16="http://schemas.microsoft.com/office/drawing/2014/main" id="{D1BFBA4F-15D4-AE8D-683E-3A102D069B26}"/>
              </a:ext>
            </a:extLst>
          </p:cNvPr>
          <p:cNvGrpSpPr/>
          <p:nvPr/>
        </p:nvGrpSpPr>
        <p:grpSpPr>
          <a:xfrm>
            <a:off x="7344333" y="3056200"/>
            <a:ext cx="1071600" cy="745600"/>
            <a:chOff x="725125" y="742575"/>
            <a:chExt cx="803700" cy="559200"/>
          </a:xfrm>
        </p:grpSpPr>
        <p:sp>
          <p:nvSpPr>
            <p:cNvPr id="21" name="Google Shape;71;p14">
              <a:extLst>
                <a:ext uri="{FF2B5EF4-FFF2-40B4-BE49-F238E27FC236}">
                  <a16:creationId xmlns:a16="http://schemas.microsoft.com/office/drawing/2014/main" id="{21F48947-322D-B95D-E6C7-2C62671AB988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pChilde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72;p14">
              <a:extLst>
                <a:ext uri="{FF2B5EF4-FFF2-40B4-BE49-F238E27FC236}">
                  <a16:creationId xmlns:a16="http://schemas.microsoft.com/office/drawing/2014/main" id="{D3722DC4-7B48-11F1-F73B-39E1513FCA97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3" name="Google Shape;324;p23">
            <a:extLst>
              <a:ext uri="{FF2B5EF4-FFF2-40B4-BE49-F238E27FC236}">
                <a16:creationId xmlns:a16="http://schemas.microsoft.com/office/drawing/2014/main" id="{1FEE5AB4-9AFF-0386-354C-AC36BF622A86}"/>
              </a:ext>
            </a:extLst>
          </p:cNvPr>
          <p:cNvCxnSpPr>
            <a:cxnSpLocks/>
            <a:stCxn id="15" idx="2"/>
            <a:endCxn id="8" idx="2"/>
          </p:cNvCxnSpPr>
          <p:nvPr/>
        </p:nvCxnSpPr>
        <p:spPr>
          <a:xfrm>
            <a:off x="3270033" y="1964800"/>
            <a:ext cx="3043927" cy="1464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73" name="Google Shape;324;p23">
            <a:extLst>
              <a:ext uri="{FF2B5EF4-FFF2-40B4-BE49-F238E27FC236}">
                <a16:creationId xmlns:a16="http://schemas.microsoft.com/office/drawing/2014/main" id="{6D8B92CC-C05D-1B14-3667-C8262E8BC929}"/>
              </a:ext>
            </a:extLst>
          </p:cNvPr>
          <p:cNvCxnSpPr>
            <a:cxnSpLocks/>
            <a:stCxn id="49" idx="2"/>
            <a:endCxn id="21" idx="2"/>
          </p:cNvCxnSpPr>
          <p:nvPr/>
        </p:nvCxnSpPr>
        <p:spPr>
          <a:xfrm>
            <a:off x="6451219" y="1964800"/>
            <a:ext cx="1428914" cy="1464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76" name="Google Shape;129;p15">
            <a:extLst>
              <a:ext uri="{FF2B5EF4-FFF2-40B4-BE49-F238E27FC236}">
                <a16:creationId xmlns:a16="http://schemas.microsoft.com/office/drawing/2014/main" id="{84051E08-93C6-72B6-1E7E-EBECE4760A1E}"/>
              </a:ext>
            </a:extLst>
          </p:cNvPr>
          <p:cNvCxnSpPr>
            <a:cxnSpLocks/>
            <a:stCxn id="10" idx="1"/>
            <a:endCxn id="41" idx="1"/>
          </p:cNvCxnSpPr>
          <p:nvPr/>
        </p:nvCxnSpPr>
        <p:spPr>
          <a:xfrm flipH="1">
            <a:off x="2877782" y="3615400"/>
            <a:ext cx="2900378" cy="420245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0" name="Google Shape;129;p15">
            <a:extLst>
              <a:ext uri="{FF2B5EF4-FFF2-40B4-BE49-F238E27FC236}">
                <a16:creationId xmlns:a16="http://schemas.microsoft.com/office/drawing/2014/main" id="{9C049040-20C9-E99F-9971-231B124562A6}"/>
              </a:ext>
            </a:extLst>
          </p:cNvPr>
          <p:cNvCxnSpPr>
            <a:cxnSpLocks/>
            <a:stCxn id="22" idx="1"/>
            <a:endCxn id="45" idx="3"/>
          </p:cNvCxnSpPr>
          <p:nvPr/>
        </p:nvCxnSpPr>
        <p:spPr>
          <a:xfrm flipH="1">
            <a:off x="6049225" y="3615400"/>
            <a:ext cx="1295108" cy="16506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1C8AE2AF-B806-7632-4EC6-086563821BE1}"/>
              </a:ext>
            </a:extLst>
          </p:cNvPr>
          <p:cNvSpPr txBox="1"/>
          <p:nvPr/>
        </p:nvSpPr>
        <p:spPr>
          <a:xfrm>
            <a:off x="6965052" y="2161400"/>
            <a:ext cx="50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33</a:t>
            </a:r>
            <a:endParaRPr lang="ko-KR" altLang="en-US" dirty="0"/>
          </a:p>
        </p:txBody>
      </p:sp>
      <p:cxnSp>
        <p:nvCxnSpPr>
          <p:cNvPr id="5" name="Google Shape;129;p15">
            <a:extLst>
              <a:ext uri="{FF2B5EF4-FFF2-40B4-BE49-F238E27FC236}">
                <a16:creationId xmlns:a16="http://schemas.microsoft.com/office/drawing/2014/main" id="{50CA5D12-CFCD-7B4A-1D8F-A7773F9FB8F2}"/>
              </a:ext>
            </a:extLst>
          </p:cNvPr>
          <p:cNvCxnSpPr>
            <a:cxnSpLocks/>
            <a:stCxn id="40" idx="2"/>
            <a:endCxn id="27" idx="0"/>
          </p:cNvCxnSpPr>
          <p:nvPr/>
        </p:nvCxnSpPr>
        <p:spPr>
          <a:xfrm flipH="1">
            <a:off x="2600254" y="4967645"/>
            <a:ext cx="535804" cy="320287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A99D6869-F44A-FCD2-1986-69BE83BAEADD}"/>
              </a:ext>
            </a:extLst>
          </p:cNvPr>
          <p:cNvGrpSpPr/>
          <p:nvPr/>
        </p:nvGrpSpPr>
        <p:grpSpPr>
          <a:xfrm>
            <a:off x="4977625" y="5079600"/>
            <a:ext cx="1071603" cy="1118400"/>
            <a:chOff x="2576366" y="4663498"/>
            <a:chExt cx="1071603" cy="1118400"/>
          </a:xfrm>
        </p:grpSpPr>
        <p:grpSp>
          <p:nvGrpSpPr>
            <p:cNvPr id="34" name="Google Shape;65;p14">
              <a:extLst>
                <a:ext uri="{FF2B5EF4-FFF2-40B4-BE49-F238E27FC236}">
                  <a16:creationId xmlns:a16="http://schemas.microsoft.com/office/drawing/2014/main" id="{D6FC09D4-7970-2ABC-B425-C4C9459DB1EE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37" name="Google Shape;66;p14">
                <a:extLst>
                  <a:ext uri="{FF2B5EF4-FFF2-40B4-BE49-F238E27FC236}">
                    <a16:creationId xmlns:a16="http://schemas.microsoft.com/office/drawing/2014/main" id="{040BD79E-F51E-8EB9-293D-809FEDF8A510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45" name="Google Shape;67;p14">
                  <a:extLst>
                    <a:ext uri="{FF2B5EF4-FFF2-40B4-BE49-F238E27FC236}">
                      <a16:creationId xmlns:a16="http://schemas.microsoft.com/office/drawing/2014/main" id="{AF962E00-58C9-F908-EF45-C49C8144ABFC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0x03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" name="Google Shape;68;p14">
                  <a:extLst>
                    <a:ext uri="{FF2B5EF4-FFF2-40B4-BE49-F238E27FC236}">
                      <a16:creationId xmlns:a16="http://schemas.microsoft.com/office/drawing/2014/main" id="{9CB30DB7-9C4B-8646-92F0-B5E378713696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30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3" name="Google Shape;69;p14">
                <a:extLst>
                  <a:ext uri="{FF2B5EF4-FFF2-40B4-BE49-F238E27FC236}">
                    <a16:creationId xmlns:a16="http://schemas.microsoft.com/office/drawing/2014/main" id="{C8EE5938-753C-8057-9D52-C684E2A595B0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5" name="Google Shape;81;p14">
              <a:extLst>
                <a:ext uri="{FF2B5EF4-FFF2-40B4-BE49-F238E27FC236}">
                  <a16:creationId xmlns:a16="http://schemas.microsoft.com/office/drawing/2014/main" id="{27FBBB18-8BAF-B971-D67C-49B2A708856B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" name="Google Shape;62;p14">
            <a:extLst>
              <a:ext uri="{FF2B5EF4-FFF2-40B4-BE49-F238E27FC236}">
                <a16:creationId xmlns:a16="http://schemas.microsoft.com/office/drawing/2014/main" id="{2E5790E1-E1DC-E2CD-73D4-FC6D527D18F6}"/>
              </a:ext>
            </a:extLst>
          </p:cNvPr>
          <p:cNvGrpSpPr/>
          <p:nvPr/>
        </p:nvGrpSpPr>
        <p:grpSpPr>
          <a:xfrm>
            <a:off x="5915419" y="1219200"/>
            <a:ext cx="1071600" cy="745600"/>
            <a:chOff x="725125" y="742575"/>
            <a:chExt cx="803700" cy="559200"/>
          </a:xfrm>
        </p:grpSpPr>
        <p:sp>
          <p:nvSpPr>
            <p:cNvPr id="48" name="Google Shape;63;p14">
              <a:extLst>
                <a:ext uri="{FF2B5EF4-FFF2-40B4-BE49-F238E27FC236}">
                  <a16:creationId xmlns:a16="http://schemas.microsoft.com/office/drawing/2014/main" id="{9B20C4AB-325E-8E7D-4E7B-0EBC7A6C1D68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pRight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64;p14">
              <a:extLst>
                <a:ext uri="{FF2B5EF4-FFF2-40B4-BE49-F238E27FC236}">
                  <a16:creationId xmlns:a16="http://schemas.microsoft.com/office/drawing/2014/main" id="{E872C1BA-882E-DB12-AB4E-47CCE419AF4D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0" name="Google Shape;129;p15">
            <a:extLst>
              <a:ext uri="{FF2B5EF4-FFF2-40B4-BE49-F238E27FC236}">
                <a16:creationId xmlns:a16="http://schemas.microsoft.com/office/drawing/2014/main" id="{BA8D5F6A-482E-DDFB-E6F3-861A39D2D44D}"/>
              </a:ext>
            </a:extLst>
          </p:cNvPr>
          <p:cNvCxnSpPr>
            <a:cxnSpLocks/>
            <a:stCxn id="49" idx="1"/>
            <a:endCxn id="45" idx="1"/>
          </p:cNvCxnSpPr>
          <p:nvPr/>
        </p:nvCxnSpPr>
        <p:spPr>
          <a:xfrm flipH="1">
            <a:off x="4977625" y="1778400"/>
            <a:ext cx="937794" cy="34876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2967853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719C6-D3D3-9486-E5B3-46FBF4668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Google Shape;324;p23">
            <a:extLst>
              <a:ext uri="{FF2B5EF4-FFF2-40B4-BE49-F238E27FC236}">
                <a16:creationId xmlns:a16="http://schemas.microsoft.com/office/drawing/2014/main" id="{5616385A-3A30-0E71-3D0D-3A7E9AA8BF22}"/>
              </a:ext>
            </a:extLst>
          </p:cNvPr>
          <p:cNvCxnSpPr>
            <a:cxnSpLocks/>
          </p:cNvCxnSpPr>
          <p:nvPr/>
        </p:nvCxnSpPr>
        <p:spPr>
          <a:xfrm>
            <a:off x="6849760" y="544531"/>
            <a:ext cx="176084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13" name="Google Shape;129;p15">
            <a:extLst>
              <a:ext uri="{FF2B5EF4-FFF2-40B4-BE49-F238E27FC236}">
                <a16:creationId xmlns:a16="http://schemas.microsoft.com/office/drawing/2014/main" id="{FD513DEA-1E82-4676-1923-58A8DD9DEEBB}"/>
              </a:ext>
            </a:extLst>
          </p:cNvPr>
          <p:cNvCxnSpPr>
            <a:cxnSpLocks/>
          </p:cNvCxnSpPr>
          <p:nvPr/>
        </p:nvCxnSpPr>
        <p:spPr>
          <a:xfrm>
            <a:off x="9046860" y="544531"/>
            <a:ext cx="176084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271E2DE7-CA73-783A-B129-A6F45312A92C}"/>
              </a:ext>
            </a:extLst>
          </p:cNvPr>
          <p:cNvGrpSpPr/>
          <p:nvPr/>
        </p:nvGrpSpPr>
        <p:grpSpPr>
          <a:xfrm>
            <a:off x="2877782" y="3849245"/>
            <a:ext cx="1071603" cy="1118400"/>
            <a:chOff x="2576366" y="4663498"/>
            <a:chExt cx="1071603" cy="1118400"/>
          </a:xfrm>
        </p:grpSpPr>
        <p:grpSp>
          <p:nvGrpSpPr>
            <p:cNvPr id="38" name="Google Shape;65;p14">
              <a:extLst>
                <a:ext uri="{FF2B5EF4-FFF2-40B4-BE49-F238E27FC236}">
                  <a16:creationId xmlns:a16="http://schemas.microsoft.com/office/drawing/2014/main" id="{09B021CD-7E8C-E20C-5F44-772CF1F74B3E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39" name="Google Shape;66;p14">
                <a:extLst>
                  <a:ext uri="{FF2B5EF4-FFF2-40B4-BE49-F238E27FC236}">
                    <a16:creationId xmlns:a16="http://schemas.microsoft.com/office/drawing/2014/main" id="{993EF2D6-AC15-2D88-BB21-792FEB0E7796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41" name="Google Shape;67;p14">
                  <a:extLst>
                    <a:ext uri="{FF2B5EF4-FFF2-40B4-BE49-F238E27FC236}">
                      <a16:creationId xmlns:a16="http://schemas.microsoft.com/office/drawing/2014/main" id="{2FC841A3-7A71-A0FF-66C9-72941A2015BF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0x01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" name="Google Shape;68;p14">
                  <a:extLst>
                    <a:ext uri="{FF2B5EF4-FFF2-40B4-BE49-F238E27FC236}">
                      <a16:creationId xmlns:a16="http://schemas.microsoft.com/office/drawing/2014/main" id="{9FBE3CA9-A0D2-D2B0-3021-844EBE623093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" name="Google Shape;69;p14">
                <a:extLst>
                  <a:ext uri="{FF2B5EF4-FFF2-40B4-BE49-F238E27FC236}">
                    <a16:creationId xmlns:a16="http://schemas.microsoft.com/office/drawing/2014/main" id="{BFA8F1FE-54D4-955E-C144-FD6CFC48EA22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0x02</a:t>
                </a:r>
                <a:endParaRPr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4" name="Google Shape;81;p14">
              <a:extLst>
                <a:ext uri="{FF2B5EF4-FFF2-40B4-BE49-F238E27FC236}">
                  <a16:creationId xmlns:a16="http://schemas.microsoft.com/office/drawing/2014/main" id="{4249108F-F53C-78CB-74CE-33F7EE8DB6B2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0x03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" name="Google Shape;62;p14">
            <a:extLst>
              <a:ext uri="{FF2B5EF4-FFF2-40B4-BE49-F238E27FC236}">
                <a16:creationId xmlns:a16="http://schemas.microsoft.com/office/drawing/2014/main" id="{69A8F054-07C0-DB9A-98C9-0148F9A6A681}"/>
              </a:ext>
            </a:extLst>
          </p:cNvPr>
          <p:cNvGrpSpPr/>
          <p:nvPr/>
        </p:nvGrpSpPr>
        <p:grpSpPr>
          <a:xfrm>
            <a:off x="2734233" y="1219200"/>
            <a:ext cx="1071600" cy="745600"/>
            <a:chOff x="725125" y="742575"/>
            <a:chExt cx="803700" cy="559200"/>
          </a:xfrm>
        </p:grpSpPr>
        <p:sp>
          <p:nvSpPr>
            <p:cNvPr id="14" name="Google Shape;63;p14">
              <a:extLst>
                <a:ext uri="{FF2B5EF4-FFF2-40B4-BE49-F238E27FC236}">
                  <a16:creationId xmlns:a16="http://schemas.microsoft.com/office/drawing/2014/main" id="{A08A0854-1296-4ACB-0A9C-9F6B3B132C8F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pParent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64;p14">
              <a:extLst>
                <a:ext uri="{FF2B5EF4-FFF2-40B4-BE49-F238E27FC236}">
                  <a16:creationId xmlns:a16="http://schemas.microsoft.com/office/drawing/2014/main" id="{2AD89E62-D6CE-5329-173F-71DB65EE93F0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B793F92F-F8EE-E489-56BC-4CEA8E7A125F}"/>
              </a:ext>
            </a:extLst>
          </p:cNvPr>
          <p:cNvGrpSpPr/>
          <p:nvPr/>
        </p:nvGrpSpPr>
        <p:grpSpPr>
          <a:xfrm>
            <a:off x="2064454" y="5287932"/>
            <a:ext cx="1071603" cy="1118400"/>
            <a:chOff x="2576366" y="4663498"/>
            <a:chExt cx="1071603" cy="1118400"/>
          </a:xfrm>
        </p:grpSpPr>
        <p:grpSp>
          <p:nvGrpSpPr>
            <p:cNvPr id="18" name="Google Shape;65;p14">
              <a:extLst>
                <a:ext uri="{FF2B5EF4-FFF2-40B4-BE49-F238E27FC236}">
                  <a16:creationId xmlns:a16="http://schemas.microsoft.com/office/drawing/2014/main" id="{888B26C2-9DC4-C2B7-EA53-7FCE7009700E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24" name="Google Shape;66;p14">
                <a:extLst>
                  <a:ext uri="{FF2B5EF4-FFF2-40B4-BE49-F238E27FC236}">
                    <a16:creationId xmlns:a16="http://schemas.microsoft.com/office/drawing/2014/main" id="{CD3BEF90-D9C4-0712-7AB1-1F8B079F35B5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27" name="Google Shape;67;p14">
                  <a:extLst>
                    <a:ext uri="{FF2B5EF4-FFF2-40B4-BE49-F238E27FC236}">
                      <a16:creationId xmlns:a16="http://schemas.microsoft.com/office/drawing/2014/main" id="{1970A062-C549-3A2E-39DF-F967D46E9DF1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0x02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" name="Google Shape;68;p14">
                  <a:extLst>
                    <a:ext uri="{FF2B5EF4-FFF2-40B4-BE49-F238E27FC236}">
                      <a16:creationId xmlns:a16="http://schemas.microsoft.com/office/drawing/2014/main" id="{412D3901-0047-9885-4B90-9F502BA85374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20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6" name="Google Shape;69;p14">
                <a:extLst>
                  <a:ext uri="{FF2B5EF4-FFF2-40B4-BE49-F238E27FC236}">
                    <a16:creationId xmlns:a16="http://schemas.microsoft.com/office/drawing/2014/main" id="{12C1C931-F569-3EF6-ED94-85D3ED0EC6D0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" name="Google Shape;81;p14">
              <a:extLst>
                <a:ext uri="{FF2B5EF4-FFF2-40B4-BE49-F238E27FC236}">
                  <a16:creationId xmlns:a16="http://schemas.microsoft.com/office/drawing/2014/main" id="{4CAFC184-C56B-726E-D7E3-D0E9ED408FC7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2" name="Google Shape;129;p15">
            <a:extLst>
              <a:ext uri="{FF2B5EF4-FFF2-40B4-BE49-F238E27FC236}">
                <a16:creationId xmlns:a16="http://schemas.microsoft.com/office/drawing/2014/main" id="{D80C7877-4759-B4C3-2E7E-7EDD4F5999C8}"/>
              </a:ext>
            </a:extLst>
          </p:cNvPr>
          <p:cNvCxnSpPr>
            <a:cxnSpLocks/>
            <a:stCxn id="15" idx="1"/>
            <a:endCxn id="41" idx="1"/>
          </p:cNvCxnSpPr>
          <p:nvPr/>
        </p:nvCxnSpPr>
        <p:spPr>
          <a:xfrm>
            <a:off x="2734233" y="1778400"/>
            <a:ext cx="143549" cy="2257245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9" name="Google Shape;62;p14">
            <a:extLst>
              <a:ext uri="{FF2B5EF4-FFF2-40B4-BE49-F238E27FC236}">
                <a16:creationId xmlns:a16="http://schemas.microsoft.com/office/drawing/2014/main" id="{68099870-AE70-4D4E-EFC8-0FB982A5F6D5}"/>
              </a:ext>
            </a:extLst>
          </p:cNvPr>
          <p:cNvGrpSpPr/>
          <p:nvPr/>
        </p:nvGrpSpPr>
        <p:grpSpPr>
          <a:xfrm>
            <a:off x="4326533" y="1219200"/>
            <a:ext cx="1071600" cy="745600"/>
            <a:chOff x="725125" y="742575"/>
            <a:chExt cx="803700" cy="559200"/>
          </a:xfrm>
        </p:grpSpPr>
        <p:sp>
          <p:nvSpPr>
            <p:cNvPr id="30" name="Google Shape;63;p14">
              <a:extLst>
                <a:ext uri="{FF2B5EF4-FFF2-40B4-BE49-F238E27FC236}">
                  <a16:creationId xmlns:a16="http://schemas.microsoft.com/office/drawing/2014/main" id="{53055BAA-A881-D549-0AE4-B213F873493D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pLeft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64;p14">
              <a:extLst>
                <a:ext uri="{FF2B5EF4-FFF2-40B4-BE49-F238E27FC236}">
                  <a16:creationId xmlns:a16="http://schemas.microsoft.com/office/drawing/2014/main" id="{9CB5F4B7-F585-FF8D-7578-222C434AA009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0x02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6" name="Google Shape;129;p15">
            <a:extLst>
              <a:ext uri="{FF2B5EF4-FFF2-40B4-BE49-F238E27FC236}">
                <a16:creationId xmlns:a16="http://schemas.microsoft.com/office/drawing/2014/main" id="{BDFE4FCD-9952-A050-C444-BC53C805DDB0}"/>
              </a:ext>
            </a:extLst>
          </p:cNvPr>
          <p:cNvCxnSpPr>
            <a:cxnSpLocks/>
            <a:stCxn id="31" idx="1"/>
            <a:endCxn id="27" idx="1"/>
          </p:cNvCxnSpPr>
          <p:nvPr/>
        </p:nvCxnSpPr>
        <p:spPr>
          <a:xfrm flipH="1">
            <a:off x="2064454" y="1778400"/>
            <a:ext cx="2262079" cy="369593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ED5C041-F5AA-D6E2-9294-96844A517258}"/>
              </a:ext>
            </a:extLst>
          </p:cNvPr>
          <p:cNvSpPr txBox="1"/>
          <p:nvPr/>
        </p:nvSpPr>
        <p:spPr>
          <a:xfrm>
            <a:off x="266700" y="451668"/>
            <a:ext cx="406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67 </a:t>
            </a:r>
            <a:r>
              <a:rPr lang="en-US" altLang="ko-KR" dirty="0" err="1"/>
              <a:t>MakeRight</a:t>
            </a:r>
            <a:r>
              <a:rPr lang="en-US" altLang="ko-KR" dirty="0"/>
              <a:t>(</a:t>
            </a:r>
            <a:r>
              <a:rPr lang="en-US" altLang="ko-KR" dirty="0" err="1"/>
              <a:t>pParent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 err="1"/>
              <a:t>pRight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7" name="Google Shape;70;p14">
            <a:extLst>
              <a:ext uri="{FF2B5EF4-FFF2-40B4-BE49-F238E27FC236}">
                <a16:creationId xmlns:a16="http://schemas.microsoft.com/office/drawing/2014/main" id="{BCA4F9B4-6DD7-25D7-BC95-968D6C0B7149}"/>
              </a:ext>
            </a:extLst>
          </p:cNvPr>
          <p:cNvGrpSpPr/>
          <p:nvPr/>
        </p:nvGrpSpPr>
        <p:grpSpPr>
          <a:xfrm>
            <a:off x="5778160" y="3056200"/>
            <a:ext cx="1071600" cy="745600"/>
            <a:chOff x="725125" y="742575"/>
            <a:chExt cx="803700" cy="559200"/>
          </a:xfrm>
        </p:grpSpPr>
        <p:sp>
          <p:nvSpPr>
            <p:cNvPr id="8" name="Google Shape;71;p14">
              <a:extLst>
                <a:ext uri="{FF2B5EF4-FFF2-40B4-BE49-F238E27FC236}">
                  <a16:creationId xmlns:a16="http://schemas.microsoft.com/office/drawing/2014/main" id="{0E53D0A2-D132-68C4-4562-C094154D2D58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pParent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72;p14">
              <a:extLst>
                <a:ext uri="{FF2B5EF4-FFF2-40B4-BE49-F238E27FC236}">
                  <a16:creationId xmlns:a16="http://schemas.microsoft.com/office/drawing/2014/main" id="{29D7595C-C503-131F-E29D-0D9A9443ACE5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" name="Google Shape;70;p14">
            <a:extLst>
              <a:ext uri="{FF2B5EF4-FFF2-40B4-BE49-F238E27FC236}">
                <a16:creationId xmlns:a16="http://schemas.microsoft.com/office/drawing/2014/main" id="{81E6DE4C-DF90-B180-0C7D-AC8A63A92C4B}"/>
              </a:ext>
            </a:extLst>
          </p:cNvPr>
          <p:cNvGrpSpPr/>
          <p:nvPr/>
        </p:nvGrpSpPr>
        <p:grpSpPr>
          <a:xfrm>
            <a:off x="7344333" y="3056200"/>
            <a:ext cx="1071600" cy="745600"/>
            <a:chOff x="725125" y="742575"/>
            <a:chExt cx="803700" cy="559200"/>
          </a:xfrm>
        </p:grpSpPr>
        <p:sp>
          <p:nvSpPr>
            <p:cNvPr id="21" name="Google Shape;71;p14">
              <a:extLst>
                <a:ext uri="{FF2B5EF4-FFF2-40B4-BE49-F238E27FC236}">
                  <a16:creationId xmlns:a16="http://schemas.microsoft.com/office/drawing/2014/main" id="{ED6745F1-182E-723A-9DBA-45CDBC6E8A43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pChilde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72;p14">
              <a:extLst>
                <a:ext uri="{FF2B5EF4-FFF2-40B4-BE49-F238E27FC236}">
                  <a16:creationId xmlns:a16="http://schemas.microsoft.com/office/drawing/2014/main" id="{67B9FCFA-9381-ADD6-629E-6AB23302CA22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3" name="Google Shape;324;p23">
            <a:extLst>
              <a:ext uri="{FF2B5EF4-FFF2-40B4-BE49-F238E27FC236}">
                <a16:creationId xmlns:a16="http://schemas.microsoft.com/office/drawing/2014/main" id="{AAAC7CA3-BD3A-1AD2-A933-1B73D27D450B}"/>
              </a:ext>
            </a:extLst>
          </p:cNvPr>
          <p:cNvCxnSpPr>
            <a:cxnSpLocks/>
            <a:stCxn id="15" idx="2"/>
            <a:endCxn id="8" idx="2"/>
          </p:cNvCxnSpPr>
          <p:nvPr/>
        </p:nvCxnSpPr>
        <p:spPr>
          <a:xfrm>
            <a:off x="3270033" y="1964800"/>
            <a:ext cx="3043927" cy="1464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73" name="Google Shape;324;p23">
            <a:extLst>
              <a:ext uri="{FF2B5EF4-FFF2-40B4-BE49-F238E27FC236}">
                <a16:creationId xmlns:a16="http://schemas.microsoft.com/office/drawing/2014/main" id="{941989D9-C5D5-8EFD-F51E-34DAE1C85A9E}"/>
              </a:ext>
            </a:extLst>
          </p:cNvPr>
          <p:cNvCxnSpPr>
            <a:cxnSpLocks/>
            <a:stCxn id="49" idx="2"/>
            <a:endCxn id="21" idx="2"/>
          </p:cNvCxnSpPr>
          <p:nvPr/>
        </p:nvCxnSpPr>
        <p:spPr>
          <a:xfrm>
            <a:off x="6451219" y="1964800"/>
            <a:ext cx="1428914" cy="1464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76" name="Google Shape;129;p15">
            <a:extLst>
              <a:ext uri="{FF2B5EF4-FFF2-40B4-BE49-F238E27FC236}">
                <a16:creationId xmlns:a16="http://schemas.microsoft.com/office/drawing/2014/main" id="{D9692D2B-58FA-7ADB-629F-CD2E35C4580E}"/>
              </a:ext>
            </a:extLst>
          </p:cNvPr>
          <p:cNvCxnSpPr>
            <a:cxnSpLocks/>
            <a:stCxn id="10" idx="1"/>
            <a:endCxn id="41" idx="1"/>
          </p:cNvCxnSpPr>
          <p:nvPr/>
        </p:nvCxnSpPr>
        <p:spPr>
          <a:xfrm flipH="1">
            <a:off x="2877782" y="3615400"/>
            <a:ext cx="2900378" cy="420245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0" name="Google Shape;129;p15">
            <a:extLst>
              <a:ext uri="{FF2B5EF4-FFF2-40B4-BE49-F238E27FC236}">
                <a16:creationId xmlns:a16="http://schemas.microsoft.com/office/drawing/2014/main" id="{CB24D340-3C00-55C9-3822-92940CC98611}"/>
              </a:ext>
            </a:extLst>
          </p:cNvPr>
          <p:cNvCxnSpPr>
            <a:cxnSpLocks/>
            <a:stCxn id="22" idx="1"/>
            <a:endCxn id="45" idx="3"/>
          </p:cNvCxnSpPr>
          <p:nvPr/>
        </p:nvCxnSpPr>
        <p:spPr>
          <a:xfrm flipH="1">
            <a:off x="6049225" y="3615400"/>
            <a:ext cx="1295108" cy="16506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AEA806BC-D900-AA0B-41C4-21F97AB85C66}"/>
              </a:ext>
            </a:extLst>
          </p:cNvPr>
          <p:cNvSpPr txBox="1"/>
          <p:nvPr/>
        </p:nvSpPr>
        <p:spPr>
          <a:xfrm>
            <a:off x="4420158" y="3955145"/>
            <a:ext cx="50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37</a:t>
            </a:r>
            <a:endParaRPr lang="ko-KR" altLang="en-US" dirty="0"/>
          </a:p>
        </p:txBody>
      </p:sp>
      <p:cxnSp>
        <p:nvCxnSpPr>
          <p:cNvPr id="5" name="Google Shape;129;p15">
            <a:extLst>
              <a:ext uri="{FF2B5EF4-FFF2-40B4-BE49-F238E27FC236}">
                <a16:creationId xmlns:a16="http://schemas.microsoft.com/office/drawing/2014/main" id="{ACA11E3B-513A-23DE-6B31-C18BD57B69E9}"/>
              </a:ext>
            </a:extLst>
          </p:cNvPr>
          <p:cNvCxnSpPr>
            <a:cxnSpLocks/>
            <a:stCxn id="40" idx="2"/>
            <a:endCxn id="27" idx="0"/>
          </p:cNvCxnSpPr>
          <p:nvPr/>
        </p:nvCxnSpPr>
        <p:spPr>
          <a:xfrm flipH="1">
            <a:off x="2600254" y="4967645"/>
            <a:ext cx="535804" cy="320287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65F27987-2240-13A4-9EB2-B4BE2C115D4D}"/>
              </a:ext>
            </a:extLst>
          </p:cNvPr>
          <p:cNvGrpSpPr/>
          <p:nvPr/>
        </p:nvGrpSpPr>
        <p:grpSpPr>
          <a:xfrm>
            <a:off x="4977625" y="5079600"/>
            <a:ext cx="1071603" cy="1118400"/>
            <a:chOff x="2576366" y="4663498"/>
            <a:chExt cx="1071603" cy="1118400"/>
          </a:xfrm>
        </p:grpSpPr>
        <p:grpSp>
          <p:nvGrpSpPr>
            <p:cNvPr id="34" name="Google Shape;65;p14">
              <a:extLst>
                <a:ext uri="{FF2B5EF4-FFF2-40B4-BE49-F238E27FC236}">
                  <a16:creationId xmlns:a16="http://schemas.microsoft.com/office/drawing/2014/main" id="{4E88AC71-80BC-6871-DE16-1208269E2E30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37" name="Google Shape;66;p14">
                <a:extLst>
                  <a:ext uri="{FF2B5EF4-FFF2-40B4-BE49-F238E27FC236}">
                    <a16:creationId xmlns:a16="http://schemas.microsoft.com/office/drawing/2014/main" id="{F39F83BE-85D3-EA06-F965-7E504EE7DE3A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45" name="Google Shape;67;p14">
                  <a:extLst>
                    <a:ext uri="{FF2B5EF4-FFF2-40B4-BE49-F238E27FC236}">
                      <a16:creationId xmlns:a16="http://schemas.microsoft.com/office/drawing/2014/main" id="{3FD98ECF-E85E-934F-F491-07077FB89E89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0x03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" name="Google Shape;68;p14">
                  <a:extLst>
                    <a:ext uri="{FF2B5EF4-FFF2-40B4-BE49-F238E27FC236}">
                      <a16:creationId xmlns:a16="http://schemas.microsoft.com/office/drawing/2014/main" id="{A675563D-405D-3F12-256A-565799BAB8BF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30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3" name="Google Shape;69;p14">
                <a:extLst>
                  <a:ext uri="{FF2B5EF4-FFF2-40B4-BE49-F238E27FC236}">
                    <a16:creationId xmlns:a16="http://schemas.microsoft.com/office/drawing/2014/main" id="{DEB1ADF7-0E4D-8CBB-8815-90CDB1D7FF19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5" name="Google Shape;81;p14">
              <a:extLst>
                <a:ext uri="{FF2B5EF4-FFF2-40B4-BE49-F238E27FC236}">
                  <a16:creationId xmlns:a16="http://schemas.microsoft.com/office/drawing/2014/main" id="{9BC24060-F755-799E-9D40-5A401A61432B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" name="Google Shape;62;p14">
            <a:extLst>
              <a:ext uri="{FF2B5EF4-FFF2-40B4-BE49-F238E27FC236}">
                <a16:creationId xmlns:a16="http://schemas.microsoft.com/office/drawing/2014/main" id="{7802BFB0-5990-1911-FE36-034DD51E20F6}"/>
              </a:ext>
            </a:extLst>
          </p:cNvPr>
          <p:cNvGrpSpPr/>
          <p:nvPr/>
        </p:nvGrpSpPr>
        <p:grpSpPr>
          <a:xfrm>
            <a:off x="5915419" y="1219200"/>
            <a:ext cx="1071600" cy="745600"/>
            <a:chOff x="725125" y="742575"/>
            <a:chExt cx="803700" cy="559200"/>
          </a:xfrm>
        </p:grpSpPr>
        <p:sp>
          <p:nvSpPr>
            <p:cNvPr id="48" name="Google Shape;63;p14">
              <a:extLst>
                <a:ext uri="{FF2B5EF4-FFF2-40B4-BE49-F238E27FC236}">
                  <a16:creationId xmlns:a16="http://schemas.microsoft.com/office/drawing/2014/main" id="{F3AD1207-8344-1329-603B-5B24C5133F01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pRight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64;p14">
              <a:extLst>
                <a:ext uri="{FF2B5EF4-FFF2-40B4-BE49-F238E27FC236}">
                  <a16:creationId xmlns:a16="http://schemas.microsoft.com/office/drawing/2014/main" id="{06868BC7-9B7C-7907-72C4-DB2DBE8D3B94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0" name="Google Shape;129;p15">
            <a:extLst>
              <a:ext uri="{FF2B5EF4-FFF2-40B4-BE49-F238E27FC236}">
                <a16:creationId xmlns:a16="http://schemas.microsoft.com/office/drawing/2014/main" id="{1EA8DD07-8DB3-0AF0-3EA6-DC6731BDA46F}"/>
              </a:ext>
            </a:extLst>
          </p:cNvPr>
          <p:cNvCxnSpPr>
            <a:cxnSpLocks/>
            <a:stCxn id="49" idx="1"/>
            <a:endCxn id="45" idx="1"/>
          </p:cNvCxnSpPr>
          <p:nvPr/>
        </p:nvCxnSpPr>
        <p:spPr>
          <a:xfrm flipH="1">
            <a:off x="4977625" y="1778400"/>
            <a:ext cx="937794" cy="34876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" name="Google Shape;324;p23">
            <a:extLst>
              <a:ext uri="{FF2B5EF4-FFF2-40B4-BE49-F238E27FC236}">
                <a16:creationId xmlns:a16="http://schemas.microsoft.com/office/drawing/2014/main" id="{F8E5E303-7EFE-43F6-1E64-64875EF2C154}"/>
              </a:ext>
            </a:extLst>
          </p:cNvPr>
          <p:cNvCxnSpPr>
            <a:cxnSpLocks/>
            <a:stCxn id="22" idx="1"/>
            <a:endCxn id="44" idx="0"/>
          </p:cNvCxnSpPr>
          <p:nvPr/>
        </p:nvCxnSpPr>
        <p:spPr>
          <a:xfrm flipH="1">
            <a:off x="3671855" y="3615400"/>
            <a:ext cx="3672478" cy="97500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6" name="Google Shape;129;p15">
            <a:extLst>
              <a:ext uri="{FF2B5EF4-FFF2-40B4-BE49-F238E27FC236}">
                <a16:creationId xmlns:a16="http://schemas.microsoft.com/office/drawing/2014/main" id="{85F5E451-0323-372B-7D4E-27E13C80ADC1}"/>
              </a:ext>
            </a:extLst>
          </p:cNvPr>
          <p:cNvCxnSpPr>
            <a:cxnSpLocks/>
            <a:stCxn id="44" idx="2"/>
            <a:endCxn id="45" idx="1"/>
          </p:cNvCxnSpPr>
          <p:nvPr/>
        </p:nvCxnSpPr>
        <p:spPr>
          <a:xfrm>
            <a:off x="3671855" y="4962443"/>
            <a:ext cx="1305770" cy="303557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37767219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3B6E3-F16C-4716-BD24-AA1595B2D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Google Shape;324;p23">
            <a:extLst>
              <a:ext uri="{FF2B5EF4-FFF2-40B4-BE49-F238E27FC236}">
                <a16:creationId xmlns:a16="http://schemas.microsoft.com/office/drawing/2014/main" id="{024C14B7-AB92-81E2-5182-52D72B26353D}"/>
              </a:ext>
            </a:extLst>
          </p:cNvPr>
          <p:cNvCxnSpPr>
            <a:cxnSpLocks/>
          </p:cNvCxnSpPr>
          <p:nvPr/>
        </p:nvCxnSpPr>
        <p:spPr>
          <a:xfrm>
            <a:off x="6849760" y="544531"/>
            <a:ext cx="176084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13" name="Google Shape;129;p15">
            <a:extLst>
              <a:ext uri="{FF2B5EF4-FFF2-40B4-BE49-F238E27FC236}">
                <a16:creationId xmlns:a16="http://schemas.microsoft.com/office/drawing/2014/main" id="{7235D388-43D1-3B65-E45B-54E4E5B89CF6}"/>
              </a:ext>
            </a:extLst>
          </p:cNvPr>
          <p:cNvCxnSpPr>
            <a:cxnSpLocks/>
          </p:cNvCxnSpPr>
          <p:nvPr/>
        </p:nvCxnSpPr>
        <p:spPr>
          <a:xfrm>
            <a:off x="9046860" y="544531"/>
            <a:ext cx="176084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EA297E28-FE38-CECE-D9B5-8D96F45BD925}"/>
              </a:ext>
            </a:extLst>
          </p:cNvPr>
          <p:cNvGrpSpPr/>
          <p:nvPr/>
        </p:nvGrpSpPr>
        <p:grpSpPr>
          <a:xfrm>
            <a:off x="2454148" y="2310600"/>
            <a:ext cx="1071603" cy="1118400"/>
            <a:chOff x="2576366" y="4663498"/>
            <a:chExt cx="1071603" cy="1118400"/>
          </a:xfrm>
        </p:grpSpPr>
        <p:grpSp>
          <p:nvGrpSpPr>
            <p:cNvPr id="38" name="Google Shape;65;p14">
              <a:extLst>
                <a:ext uri="{FF2B5EF4-FFF2-40B4-BE49-F238E27FC236}">
                  <a16:creationId xmlns:a16="http://schemas.microsoft.com/office/drawing/2014/main" id="{5BB1E0B8-043B-A419-0C0F-94A2F09CD2C8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39" name="Google Shape;66;p14">
                <a:extLst>
                  <a:ext uri="{FF2B5EF4-FFF2-40B4-BE49-F238E27FC236}">
                    <a16:creationId xmlns:a16="http://schemas.microsoft.com/office/drawing/2014/main" id="{E4C27C88-ABB9-1CB7-EB9B-81425723213B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41" name="Google Shape;67;p14">
                  <a:extLst>
                    <a:ext uri="{FF2B5EF4-FFF2-40B4-BE49-F238E27FC236}">
                      <a16:creationId xmlns:a16="http://schemas.microsoft.com/office/drawing/2014/main" id="{627B8D9A-50E7-79F5-C615-BE801C234533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0x01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" name="Google Shape;68;p14">
                  <a:extLst>
                    <a:ext uri="{FF2B5EF4-FFF2-40B4-BE49-F238E27FC236}">
                      <a16:creationId xmlns:a16="http://schemas.microsoft.com/office/drawing/2014/main" id="{DF0F10D7-F88A-8FED-349D-8B0A2AE41192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" name="Google Shape;69;p14">
                <a:extLst>
                  <a:ext uri="{FF2B5EF4-FFF2-40B4-BE49-F238E27FC236}">
                    <a16:creationId xmlns:a16="http://schemas.microsoft.com/office/drawing/2014/main" id="{82B6CE0C-587F-D147-F73F-D246070DCC6A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0x02</a:t>
                </a:r>
                <a:endParaRPr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4" name="Google Shape;81;p14">
              <a:extLst>
                <a:ext uri="{FF2B5EF4-FFF2-40B4-BE49-F238E27FC236}">
                  <a16:creationId xmlns:a16="http://schemas.microsoft.com/office/drawing/2014/main" id="{EE4D1DC6-595F-9B11-F6F7-401D8E341A7A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0x03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" name="Google Shape;62;p14">
            <a:extLst>
              <a:ext uri="{FF2B5EF4-FFF2-40B4-BE49-F238E27FC236}">
                <a16:creationId xmlns:a16="http://schemas.microsoft.com/office/drawing/2014/main" id="{FC2705D3-EDAF-EC59-5BD1-80DE4FEFB891}"/>
              </a:ext>
            </a:extLst>
          </p:cNvPr>
          <p:cNvGrpSpPr/>
          <p:nvPr/>
        </p:nvGrpSpPr>
        <p:grpSpPr>
          <a:xfrm>
            <a:off x="2734233" y="1219200"/>
            <a:ext cx="1071600" cy="745600"/>
            <a:chOff x="725125" y="742575"/>
            <a:chExt cx="803700" cy="559200"/>
          </a:xfrm>
        </p:grpSpPr>
        <p:sp>
          <p:nvSpPr>
            <p:cNvPr id="14" name="Google Shape;63;p14">
              <a:extLst>
                <a:ext uri="{FF2B5EF4-FFF2-40B4-BE49-F238E27FC236}">
                  <a16:creationId xmlns:a16="http://schemas.microsoft.com/office/drawing/2014/main" id="{EBBE88AF-E35D-2F1E-9FB6-7771C6D9B888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pParent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64;p14">
              <a:extLst>
                <a:ext uri="{FF2B5EF4-FFF2-40B4-BE49-F238E27FC236}">
                  <a16:creationId xmlns:a16="http://schemas.microsoft.com/office/drawing/2014/main" id="{7EACD5E3-9B71-4EDE-ACB7-D60E85AF6FCF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A3C8C4B1-C7B6-2478-469E-B5476C109D69}"/>
              </a:ext>
            </a:extLst>
          </p:cNvPr>
          <p:cNvGrpSpPr/>
          <p:nvPr/>
        </p:nvGrpSpPr>
        <p:grpSpPr>
          <a:xfrm>
            <a:off x="1288348" y="3704466"/>
            <a:ext cx="1071603" cy="1118400"/>
            <a:chOff x="2576366" y="4663498"/>
            <a:chExt cx="1071603" cy="1118400"/>
          </a:xfrm>
        </p:grpSpPr>
        <p:grpSp>
          <p:nvGrpSpPr>
            <p:cNvPr id="18" name="Google Shape;65;p14">
              <a:extLst>
                <a:ext uri="{FF2B5EF4-FFF2-40B4-BE49-F238E27FC236}">
                  <a16:creationId xmlns:a16="http://schemas.microsoft.com/office/drawing/2014/main" id="{E0E8EE5B-B9B2-1ECA-B517-3AD49C319DC2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24" name="Google Shape;66;p14">
                <a:extLst>
                  <a:ext uri="{FF2B5EF4-FFF2-40B4-BE49-F238E27FC236}">
                    <a16:creationId xmlns:a16="http://schemas.microsoft.com/office/drawing/2014/main" id="{074A5BCB-06B2-F7B0-972A-0FF11C43B21B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27" name="Google Shape;67;p14">
                  <a:extLst>
                    <a:ext uri="{FF2B5EF4-FFF2-40B4-BE49-F238E27FC236}">
                      <a16:creationId xmlns:a16="http://schemas.microsoft.com/office/drawing/2014/main" id="{3C258C3F-375A-0C5C-FAF1-2E9839F408B6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0x02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" name="Google Shape;68;p14">
                  <a:extLst>
                    <a:ext uri="{FF2B5EF4-FFF2-40B4-BE49-F238E27FC236}">
                      <a16:creationId xmlns:a16="http://schemas.microsoft.com/office/drawing/2014/main" id="{20071627-CE8A-EC68-6B08-1F7984F4736E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20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6" name="Google Shape;69;p14">
                <a:extLst>
                  <a:ext uri="{FF2B5EF4-FFF2-40B4-BE49-F238E27FC236}">
                    <a16:creationId xmlns:a16="http://schemas.microsoft.com/office/drawing/2014/main" id="{0D9FECA3-5ACC-BC15-3B6E-B05F607FD5F0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" name="Google Shape;81;p14">
              <a:extLst>
                <a:ext uri="{FF2B5EF4-FFF2-40B4-BE49-F238E27FC236}">
                  <a16:creationId xmlns:a16="http://schemas.microsoft.com/office/drawing/2014/main" id="{C4053C8E-5474-CF12-EA98-E1B06CD3EA25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2" name="Google Shape;129;p15">
            <a:extLst>
              <a:ext uri="{FF2B5EF4-FFF2-40B4-BE49-F238E27FC236}">
                <a16:creationId xmlns:a16="http://schemas.microsoft.com/office/drawing/2014/main" id="{F7DCCDDE-6E5E-E8AE-3773-773D3AC6F24C}"/>
              </a:ext>
            </a:extLst>
          </p:cNvPr>
          <p:cNvCxnSpPr>
            <a:cxnSpLocks/>
            <a:stCxn id="15" idx="1"/>
            <a:endCxn id="41" idx="1"/>
          </p:cNvCxnSpPr>
          <p:nvPr/>
        </p:nvCxnSpPr>
        <p:spPr>
          <a:xfrm flipH="1">
            <a:off x="2454148" y="1778400"/>
            <a:ext cx="280085" cy="7186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9" name="Google Shape;62;p14">
            <a:extLst>
              <a:ext uri="{FF2B5EF4-FFF2-40B4-BE49-F238E27FC236}">
                <a16:creationId xmlns:a16="http://schemas.microsoft.com/office/drawing/2014/main" id="{158D2EDA-AD8C-1215-BE06-D94062D1A83D}"/>
              </a:ext>
            </a:extLst>
          </p:cNvPr>
          <p:cNvGrpSpPr/>
          <p:nvPr/>
        </p:nvGrpSpPr>
        <p:grpSpPr>
          <a:xfrm>
            <a:off x="4326533" y="1219200"/>
            <a:ext cx="1071600" cy="745600"/>
            <a:chOff x="725125" y="742575"/>
            <a:chExt cx="803700" cy="559200"/>
          </a:xfrm>
        </p:grpSpPr>
        <p:sp>
          <p:nvSpPr>
            <p:cNvPr id="30" name="Google Shape;63;p14">
              <a:extLst>
                <a:ext uri="{FF2B5EF4-FFF2-40B4-BE49-F238E27FC236}">
                  <a16:creationId xmlns:a16="http://schemas.microsoft.com/office/drawing/2014/main" id="{36FE27AA-7F61-531A-6C70-899D0F259376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pLeft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64;p14">
              <a:extLst>
                <a:ext uri="{FF2B5EF4-FFF2-40B4-BE49-F238E27FC236}">
                  <a16:creationId xmlns:a16="http://schemas.microsoft.com/office/drawing/2014/main" id="{A47FFC18-07E6-CB69-786F-D8D8DFC33730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0x02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6" name="Google Shape;129;p15">
            <a:extLst>
              <a:ext uri="{FF2B5EF4-FFF2-40B4-BE49-F238E27FC236}">
                <a16:creationId xmlns:a16="http://schemas.microsoft.com/office/drawing/2014/main" id="{D313F426-2E59-C933-4CD5-5FF7FBD419DE}"/>
              </a:ext>
            </a:extLst>
          </p:cNvPr>
          <p:cNvCxnSpPr>
            <a:cxnSpLocks/>
            <a:stCxn id="31" idx="1"/>
            <a:endCxn id="27" idx="1"/>
          </p:cNvCxnSpPr>
          <p:nvPr/>
        </p:nvCxnSpPr>
        <p:spPr>
          <a:xfrm flipH="1">
            <a:off x="1288348" y="1778400"/>
            <a:ext cx="3038185" cy="211246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63A2BB4-8771-5987-79AE-F26ED18E1EC4}"/>
              </a:ext>
            </a:extLst>
          </p:cNvPr>
          <p:cNvSpPr txBox="1"/>
          <p:nvPr/>
        </p:nvSpPr>
        <p:spPr>
          <a:xfrm>
            <a:off x="266700" y="451668"/>
            <a:ext cx="406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69 </a:t>
            </a:r>
            <a:r>
              <a:rPr lang="en-US" altLang="ko-KR" dirty="0" err="1"/>
              <a:t>MakeLeft</a:t>
            </a:r>
            <a:r>
              <a:rPr lang="en-US" altLang="ko-KR" dirty="0"/>
              <a:t>(</a:t>
            </a:r>
            <a:r>
              <a:rPr lang="en-US" altLang="ko-KR" dirty="0" err="1"/>
              <a:t>pLeft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 err="1"/>
              <a:t>pD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7" name="Google Shape;70;p14">
            <a:extLst>
              <a:ext uri="{FF2B5EF4-FFF2-40B4-BE49-F238E27FC236}">
                <a16:creationId xmlns:a16="http://schemas.microsoft.com/office/drawing/2014/main" id="{F68012D4-F83F-5F67-EE47-68966B7FB0AE}"/>
              </a:ext>
            </a:extLst>
          </p:cNvPr>
          <p:cNvGrpSpPr/>
          <p:nvPr/>
        </p:nvGrpSpPr>
        <p:grpSpPr>
          <a:xfrm>
            <a:off x="5778160" y="3056200"/>
            <a:ext cx="1071600" cy="745600"/>
            <a:chOff x="725125" y="742575"/>
            <a:chExt cx="803700" cy="559200"/>
          </a:xfrm>
        </p:grpSpPr>
        <p:sp>
          <p:nvSpPr>
            <p:cNvPr id="8" name="Google Shape;71;p14">
              <a:extLst>
                <a:ext uri="{FF2B5EF4-FFF2-40B4-BE49-F238E27FC236}">
                  <a16:creationId xmlns:a16="http://schemas.microsoft.com/office/drawing/2014/main" id="{EEEAFE3B-E710-901E-6A2D-AF2BA816DC73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pParent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72;p14">
              <a:extLst>
                <a:ext uri="{FF2B5EF4-FFF2-40B4-BE49-F238E27FC236}">
                  <a16:creationId xmlns:a16="http://schemas.microsoft.com/office/drawing/2014/main" id="{AAD203DB-7B88-47D8-FDFD-F9DEB52B2D65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0x02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" name="Google Shape;70;p14">
            <a:extLst>
              <a:ext uri="{FF2B5EF4-FFF2-40B4-BE49-F238E27FC236}">
                <a16:creationId xmlns:a16="http://schemas.microsoft.com/office/drawing/2014/main" id="{66117C71-422D-DBD1-B148-42827A445983}"/>
              </a:ext>
            </a:extLst>
          </p:cNvPr>
          <p:cNvGrpSpPr/>
          <p:nvPr/>
        </p:nvGrpSpPr>
        <p:grpSpPr>
          <a:xfrm>
            <a:off x="7344333" y="3056200"/>
            <a:ext cx="1071600" cy="745600"/>
            <a:chOff x="725125" y="742575"/>
            <a:chExt cx="803700" cy="559200"/>
          </a:xfrm>
        </p:grpSpPr>
        <p:sp>
          <p:nvSpPr>
            <p:cNvPr id="21" name="Google Shape;71;p14">
              <a:extLst>
                <a:ext uri="{FF2B5EF4-FFF2-40B4-BE49-F238E27FC236}">
                  <a16:creationId xmlns:a16="http://schemas.microsoft.com/office/drawing/2014/main" id="{414EFCB2-7F9B-62C4-34A8-D9CAD660C2A6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pChilde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72;p14">
              <a:extLst>
                <a:ext uri="{FF2B5EF4-FFF2-40B4-BE49-F238E27FC236}">
                  <a16:creationId xmlns:a16="http://schemas.microsoft.com/office/drawing/2014/main" id="{D7A4006A-9AEB-D10B-EE1F-89F40EA0D0DC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0x04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3" name="Google Shape;324;p23">
            <a:extLst>
              <a:ext uri="{FF2B5EF4-FFF2-40B4-BE49-F238E27FC236}">
                <a16:creationId xmlns:a16="http://schemas.microsoft.com/office/drawing/2014/main" id="{0BD391E3-EE41-A9D1-6DBF-FF63AC6D787F}"/>
              </a:ext>
            </a:extLst>
          </p:cNvPr>
          <p:cNvCxnSpPr>
            <a:cxnSpLocks/>
            <a:stCxn id="31" idx="2"/>
            <a:endCxn id="8" idx="2"/>
          </p:cNvCxnSpPr>
          <p:nvPr/>
        </p:nvCxnSpPr>
        <p:spPr>
          <a:xfrm>
            <a:off x="4862333" y="1964800"/>
            <a:ext cx="1451627" cy="1464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73" name="Google Shape;324;p23">
            <a:extLst>
              <a:ext uri="{FF2B5EF4-FFF2-40B4-BE49-F238E27FC236}">
                <a16:creationId xmlns:a16="http://schemas.microsoft.com/office/drawing/2014/main" id="{F0822017-B680-A7AB-991A-976B70EF95B2}"/>
              </a:ext>
            </a:extLst>
          </p:cNvPr>
          <p:cNvCxnSpPr>
            <a:cxnSpLocks/>
            <a:stCxn id="59" idx="2"/>
            <a:endCxn id="21" idx="2"/>
          </p:cNvCxnSpPr>
          <p:nvPr/>
        </p:nvCxnSpPr>
        <p:spPr>
          <a:xfrm flipH="1">
            <a:off x="7880133" y="1953132"/>
            <a:ext cx="159228" cy="147586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5" name="Google Shape;129;p15">
            <a:extLst>
              <a:ext uri="{FF2B5EF4-FFF2-40B4-BE49-F238E27FC236}">
                <a16:creationId xmlns:a16="http://schemas.microsoft.com/office/drawing/2014/main" id="{984B893D-3C85-396E-5FAD-919FF38E727C}"/>
              </a:ext>
            </a:extLst>
          </p:cNvPr>
          <p:cNvCxnSpPr>
            <a:cxnSpLocks/>
            <a:stCxn id="40" idx="2"/>
            <a:endCxn id="27" idx="0"/>
          </p:cNvCxnSpPr>
          <p:nvPr/>
        </p:nvCxnSpPr>
        <p:spPr>
          <a:xfrm flipH="1">
            <a:off x="1824148" y="3429000"/>
            <a:ext cx="888276" cy="27546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6F56DE60-C7D9-2C25-86CE-396C80DBC574}"/>
              </a:ext>
            </a:extLst>
          </p:cNvPr>
          <p:cNvGrpSpPr/>
          <p:nvPr/>
        </p:nvGrpSpPr>
        <p:grpSpPr>
          <a:xfrm>
            <a:off x="3348552" y="3704466"/>
            <a:ext cx="1071603" cy="1118400"/>
            <a:chOff x="2576366" y="4663498"/>
            <a:chExt cx="1071603" cy="1118400"/>
          </a:xfrm>
        </p:grpSpPr>
        <p:grpSp>
          <p:nvGrpSpPr>
            <p:cNvPr id="34" name="Google Shape;65;p14">
              <a:extLst>
                <a:ext uri="{FF2B5EF4-FFF2-40B4-BE49-F238E27FC236}">
                  <a16:creationId xmlns:a16="http://schemas.microsoft.com/office/drawing/2014/main" id="{B1AFC572-960D-3BFC-B351-5C15965BA634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37" name="Google Shape;66;p14">
                <a:extLst>
                  <a:ext uri="{FF2B5EF4-FFF2-40B4-BE49-F238E27FC236}">
                    <a16:creationId xmlns:a16="http://schemas.microsoft.com/office/drawing/2014/main" id="{3E2C2F12-B2BB-A5F6-5533-1238EB05C783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45" name="Google Shape;67;p14">
                  <a:extLst>
                    <a:ext uri="{FF2B5EF4-FFF2-40B4-BE49-F238E27FC236}">
                      <a16:creationId xmlns:a16="http://schemas.microsoft.com/office/drawing/2014/main" id="{A49581D9-4A6D-7A97-20F3-D0059F1CC8C3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0x03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" name="Google Shape;68;p14">
                  <a:extLst>
                    <a:ext uri="{FF2B5EF4-FFF2-40B4-BE49-F238E27FC236}">
                      <a16:creationId xmlns:a16="http://schemas.microsoft.com/office/drawing/2014/main" id="{3B11DBF2-73DB-8CD5-BC82-04311FFC1836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30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3" name="Google Shape;69;p14">
                <a:extLst>
                  <a:ext uri="{FF2B5EF4-FFF2-40B4-BE49-F238E27FC236}">
                    <a16:creationId xmlns:a16="http://schemas.microsoft.com/office/drawing/2014/main" id="{4AE4ABEB-EE07-B6C9-476A-1E05F943A051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5" name="Google Shape;81;p14">
              <a:extLst>
                <a:ext uri="{FF2B5EF4-FFF2-40B4-BE49-F238E27FC236}">
                  <a16:creationId xmlns:a16="http://schemas.microsoft.com/office/drawing/2014/main" id="{62D403BD-B24B-46B2-B26E-8DABF02D7D42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" name="Google Shape;62;p14">
            <a:extLst>
              <a:ext uri="{FF2B5EF4-FFF2-40B4-BE49-F238E27FC236}">
                <a16:creationId xmlns:a16="http://schemas.microsoft.com/office/drawing/2014/main" id="{B2FB78CA-CBF4-C866-C906-A4F5D8848E2E}"/>
              </a:ext>
            </a:extLst>
          </p:cNvPr>
          <p:cNvGrpSpPr/>
          <p:nvPr/>
        </p:nvGrpSpPr>
        <p:grpSpPr>
          <a:xfrm>
            <a:off x="5915419" y="1219200"/>
            <a:ext cx="1071600" cy="745600"/>
            <a:chOff x="725125" y="742575"/>
            <a:chExt cx="803700" cy="559200"/>
          </a:xfrm>
        </p:grpSpPr>
        <p:sp>
          <p:nvSpPr>
            <p:cNvPr id="48" name="Google Shape;63;p14">
              <a:extLst>
                <a:ext uri="{FF2B5EF4-FFF2-40B4-BE49-F238E27FC236}">
                  <a16:creationId xmlns:a16="http://schemas.microsoft.com/office/drawing/2014/main" id="{971E9F69-D511-41B2-C0B6-B08552462321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pRight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64;p14">
              <a:extLst>
                <a:ext uri="{FF2B5EF4-FFF2-40B4-BE49-F238E27FC236}">
                  <a16:creationId xmlns:a16="http://schemas.microsoft.com/office/drawing/2014/main" id="{687859E8-6528-C1D4-BC74-AA3C9B789656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0" name="Google Shape;129;p15">
            <a:extLst>
              <a:ext uri="{FF2B5EF4-FFF2-40B4-BE49-F238E27FC236}">
                <a16:creationId xmlns:a16="http://schemas.microsoft.com/office/drawing/2014/main" id="{1A8BAF5F-F210-24B5-7DC3-2133C5C9E293}"/>
              </a:ext>
            </a:extLst>
          </p:cNvPr>
          <p:cNvCxnSpPr>
            <a:cxnSpLocks/>
            <a:stCxn id="49" idx="1"/>
            <a:endCxn id="45" idx="1"/>
          </p:cNvCxnSpPr>
          <p:nvPr/>
        </p:nvCxnSpPr>
        <p:spPr>
          <a:xfrm flipH="1">
            <a:off x="3348552" y="1778400"/>
            <a:ext cx="2566867" cy="211246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" name="Google Shape;129;p15">
            <a:extLst>
              <a:ext uri="{FF2B5EF4-FFF2-40B4-BE49-F238E27FC236}">
                <a16:creationId xmlns:a16="http://schemas.microsoft.com/office/drawing/2014/main" id="{BF865F76-17B3-5D69-6794-8502EAD9EE1A}"/>
              </a:ext>
            </a:extLst>
          </p:cNvPr>
          <p:cNvCxnSpPr>
            <a:cxnSpLocks/>
            <a:stCxn id="44" idx="2"/>
            <a:endCxn id="45" idx="1"/>
          </p:cNvCxnSpPr>
          <p:nvPr/>
        </p:nvCxnSpPr>
        <p:spPr>
          <a:xfrm>
            <a:off x="3248221" y="3423798"/>
            <a:ext cx="100331" cy="467068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6" name="Google Shape;129;p15">
            <a:extLst>
              <a:ext uri="{FF2B5EF4-FFF2-40B4-BE49-F238E27FC236}">
                <a16:creationId xmlns:a16="http://schemas.microsoft.com/office/drawing/2014/main" id="{0724D6D4-DB49-93B0-ACC2-B0B2746CFEB8}"/>
              </a:ext>
            </a:extLst>
          </p:cNvPr>
          <p:cNvCxnSpPr>
            <a:cxnSpLocks/>
            <a:stCxn id="10" idx="1"/>
            <a:endCxn id="27" idx="3"/>
          </p:cNvCxnSpPr>
          <p:nvPr/>
        </p:nvCxnSpPr>
        <p:spPr>
          <a:xfrm flipH="1">
            <a:off x="2359948" y="3615400"/>
            <a:ext cx="3418212" cy="27546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1B73A68A-291D-570D-1B18-6EE13378C3FB}"/>
              </a:ext>
            </a:extLst>
          </p:cNvPr>
          <p:cNvGrpSpPr/>
          <p:nvPr/>
        </p:nvGrpSpPr>
        <p:grpSpPr>
          <a:xfrm>
            <a:off x="752546" y="5287932"/>
            <a:ext cx="1071603" cy="1118400"/>
            <a:chOff x="2576366" y="4663498"/>
            <a:chExt cx="1071603" cy="1118400"/>
          </a:xfrm>
        </p:grpSpPr>
        <p:grpSp>
          <p:nvGrpSpPr>
            <p:cNvPr id="25" name="Google Shape;65;p14">
              <a:extLst>
                <a:ext uri="{FF2B5EF4-FFF2-40B4-BE49-F238E27FC236}">
                  <a16:creationId xmlns:a16="http://schemas.microsoft.com/office/drawing/2014/main" id="{677D276C-9805-DCCE-3639-7F5A38979221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53" name="Google Shape;66;p14">
                <a:extLst>
                  <a:ext uri="{FF2B5EF4-FFF2-40B4-BE49-F238E27FC236}">
                    <a16:creationId xmlns:a16="http://schemas.microsoft.com/office/drawing/2014/main" id="{B61BCCE2-4AB7-578F-EF3A-5D515EC34F69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55" name="Google Shape;67;p14">
                  <a:extLst>
                    <a:ext uri="{FF2B5EF4-FFF2-40B4-BE49-F238E27FC236}">
                      <a16:creationId xmlns:a16="http://schemas.microsoft.com/office/drawing/2014/main" id="{772B19DD-2DCE-228E-A5D0-2A27948362F5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0x04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" name="Google Shape;68;p14">
                  <a:extLst>
                    <a:ext uri="{FF2B5EF4-FFF2-40B4-BE49-F238E27FC236}">
                      <a16:creationId xmlns:a16="http://schemas.microsoft.com/office/drawing/2014/main" id="{EB712E75-FD4E-BE0A-3B2E-89C600E46EFE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40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54" name="Google Shape;69;p14">
                <a:extLst>
                  <a:ext uri="{FF2B5EF4-FFF2-40B4-BE49-F238E27FC236}">
                    <a16:creationId xmlns:a16="http://schemas.microsoft.com/office/drawing/2014/main" id="{02E19A1E-C7A9-DC46-FC17-EF1CE41C0BE9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2" name="Google Shape;81;p14">
              <a:extLst>
                <a:ext uri="{FF2B5EF4-FFF2-40B4-BE49-F238E27FC236}">
                  <a16:creationId xmlns:a16="http://schemas.microsoft.com/office/drawing/2014/main" id="{949F3F70-827F-2B30-6402-8CF98497766E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7" name="Google Shape;62;p14">
            <a:extLst>
              <a:ext uri="{FF2B5EF4-FFF2-40B4-BE49-F238E27FC236}">
                <a16:creationId xmlns:a16="http://schemas.microsoft.com/office/drawing/2014/main" id="{B8236294-4C1E-628B-CD3F-54ED21F86B66}"/>
              </a:ext>
            </a:extLst>
          </p:cNvPr>
          <p:cNvGrpSpPr/>
          <p:nvPr/>
        </p:nvGrpSpPr>
        <p:grpSpPr>
          <a:xfrm>
            <a:off x="7503561" y="1207532"/>
            <a:ext cx="1071600" cy="745600"/>
            <a:chOff x="725125" y="742575"/>
            <a:chExt cx="803700" cy="559200"/>
          </a:xfrm>
        </p:grpSpPr>
        <p:sp>
          <p:nvSpPr>
            <p:cNvPr id="58" name="Google Shape;63;p14">
              <a:extLst>
                <a:ext uri="{FF2B5EF4-FFF2-40B4-BE49-F238E27FC236}">
                  <a16:creationId xmlns:a16="http://schemas.microsoft.com/office/drawing/2014/main" id="{E667E350-9E33-57F8-FFC1-7417B92CFB96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64;p14">
              <a:extLst>
                <a:ext uri="{FF2B5EF4-FFF2-40B4-BE49-F238E27FC236}">
                  <a16:creationId xmlns:a16="http://schemas.microsoft.com/office/drawing/2014/main" id="{09A55B80-9743-AEF3-182B-6DF1AD8482D8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0x04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0" name="Google Shape;129;p15">
            <a:extLst>
              <a:ext uri="{FF2B5EF4-FFF2-40B4-BE49-F238E27FC236}">
                <a16:creationId xmlns:a16="http://schemas.microsoft.com/office/drawing/2014/main" id="{ED2F2205-060E-72F6-0884-6BAB3F0E4ED0}"/>
              </a:ext>
            </a:extLst>
          </p:cNvPr>
          <p:cNvCxnSpPr>
            <a:cxnSpLocks/>
            <a:stCxn id="59" idx="1"/>
            <a:endCxn id="55" idx="3"/>
          </p:cNvCxnSpPr>
          <p:nvPr/>
        </p:nvCxnSpPr>
        <p:spPr>
          <a:xfrm flipH="1">
            <a:off x="1824146" y="1766732"/>
            <a:ext cx="5679415" cy="37076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0" name="Google Shape;129;p15">
            <a:extLst>
              <a:ext uri="{FF2B5EF4-FFF2-40B4-BE49-F238E27FC236}">
                <a16:creationId xmlns:a16="http://schemas.microsoft.com/office/drawing/2014/main" id="{6E9C3C99-0434-7847-BCF2-F31AEC6A958F}"/>
              </a:ext>
            </a:extLst>
          </p:cNvPr>
          <p:cNvCxnSpPr>
            <a:cxnSpLocks/>
            <a:stCxn id="22" idx="1"/>
            <a:endCxn id="55" idx="3"/>
          </p:cNvCxnSpPr>
          <p:nvPr/>
        </p:nvCxnSpPr>
        <p:spPr>
          <a:xfrm flipH="1">
            <a:off x="1824146" y="3615400"/>
            <a:ext cx="5520187" cy="185893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FE62EB03-AEFD-8166-2D3B-C82EA6B5B82B}"/>
              </a:ext>
            </a:extLst>
          </p:cNvPr>
          <p:cNvSpPr txBox="1"/>
          <p:nvPr/>
        </p:nvSpPr>
        <p:spPr>
          <a:xfrm>
            <a:off x="7997280" y="2420066"/>
            <a:ext cx="50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26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890512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EB9C6-1BFD-77C9-6F83-2F7DA3218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Google Shape;324;p23">
            <a:extLst>
              <a:ext uri="{FF2B5EF4-FFF2-40B4-BE49-F238E27FC236}">
                <a16:creationId xmlns:a16="http://schemas.microsoft.com/office/drawing/2014/main" id="{ECF6C9AD-C5CF-C1D1-A444-3E86A189B4C9}"/>
              </a:ext>
            </a:extLst>
          </p:cNvPr>
          <p:cNvCxnSpPr>
            <a:cxnSpLocks/>
          </p:cNvCxnSpPr>
          <p:nvPr/>
        </p:nvCxnSpPr>
        <p:spPr>
          <a:xfrm>
            <a:off x="6849760" y="544531"/>
            <a:ext cx="176084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13" name="Google Shape;129;p15">
            <a:extLst>
              <a:ext uri="{FF2B5EF4-FFF2-40B4-BE49-F238E27FC236}">
                <a16:creationId xmlns:a16="http://schemas.microsoft.com/office/drawing/2014/main" id="{6A5B6681-ED28-E379-71D2-33106AD09928}"/>
              </a:ext>
            </a:extLst>
          </p:cNvPr>
          <p:cNvCxnSpPr>
            <a:cxnSpLocks/>
          </p:cNvCxnSpPr>
          <p:nvPr/>
        </p:nvCxnSpPr>
        <p:spPr>
          <a:xfrm>
            <a:off x="9046860" y="544531"/>
            <a:ext cx="176084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37B89EEC-A95B-558A-FE02-3D4F4E104216}"/>
              </a:ext>
            </a:extLst>
          </p:cNvPr>
          <p:cNvGrpSpPr/>
          <p:nvPr/>
        </p:nvGrpSpPr>
        <p:grpSpPr>
          <a:xfrm>
            <a:off x="2454148" y="2310600"/>
            <a:ext cx="1071603" cy="1118400"/>
            <a:chOff x="2576366" y="4663498"/>
            <a:chExt cx="1071603" cy="1118400"/>
          </a:xfrm>
        </p:grpSpPr>
        <p:grpSp>
          <p:nvGrpSpPr>
            <p:cNvPr id="38" name="Google Shape;65;p14">
              <a:extLst>
                <a:ext uri="{FF2B5EF4-FFF2-40B4-BE49-F238E27FC236}">
                  <a16:creationId xmlns:a16="http://schemas.microsoft.com/office/drawing/2014/main" id="{A52DA380-8BC9-3C6F-962A-B3ED7CBB90DE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39" name="Google Shape;66;p14">
                <a:extLst>
                  <a:ext uri="{FF2B5EF4-FFF2-40B4-BE49-F238E27FC236}">
                    <a16:creationId xmlns:a16="http://schemas.microsoft.com/office/drawing/2014/main" id="{F8B8160B-B916-16A6-6491-43EAD868E51A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41" name="Google Shape;67;p14">
                  <a:extLst>
                    <a:ext uri="{FF2B5EF4-FFF2-40B4-BE49-F238E27FC236}">
                      <a16:creationId xmlns:a16="http://schemas.microsoft.com/office/drawing/2014/main" id="{266520D7-1A57-BE2B-7E17-9174CC08985A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0x01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" name="Google Shape;68;p14">
                  <a:extLst>
                    <a:ext uri="{FF2B5EF4-FFF2-40B4-BE49-F238E27FC236}">
                      <a16:creationId xmlns:a16="http://schemas.microsoft.com/office/drawing/2014/main" id="{ECAA6655-AD1C-5C24-5373-B7E0B8F1D31E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" name="Google Shape;69;p14">
                <a:extLst>
                  <a:ext uri="{FF2B5EF4-FFF2-40B4-BE49-F238E27FC236}">
                    <a16:creationId xmlns:a16="http://schemas.microsoft.com/office/drawing/2014/main" id="{A48306D4-BF7B-66BD-E031-B5E832BF4065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0x02</a:t>
                </a:r>
                <a:endParaRPr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4" name="Google Shape;81;p14">
              <a:extLst>
                <a:ext uri="{FF2B5EF4-FFF2-40B4-BE49-F238E27FC236}">
                  <a16:creationId xmlns:a16="http://schemas.microsoft.com/office/drawing/2014/main" id="{2093C182-0A63-88FE-1F73-9DE05E145DD6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0x03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" name="Google Shape;62;p14">
            <a:extLst>
              <a:ext uri="{FF2B5EF4-FFF2-40B4-BE49-F238E27FC236}">
                <a16:creationId xmlns:a16="http://schemas.microsoft.com/office/drawing/2014/main" id="{AC1ABD73-88E7-87A6-DB43-CF7D125F0393}"/>
              </a:ext>
            </a:extLst>
          </p:cNvPr>
          <p:cNvGrpSpPr/>
          <p:nvPr/>
        </p:nvGrpSpPr>
        <p:grpSpPr>
          <a:xfrm>
            <a:off x="2734233" y="1219200"/>
            <a:ext cx="1071600" cy="745600"/>
            <a:chOff x="725125" y="742575"/>
            <a:chExt cx="803700" cy="559200"/>
          </a:xfrm>
        </p:grpSpPr>
        <p:sp>
          <p:nvSpPr>
            <p:cNvPr id="14" name="Google Shape;63;p14">
              <a:extLst>
                <a:ext uri="{FF2B5EF4-FFF2-40B4-BE49-F238E27FC236}">
                  <a16:creationId xmlns:a16="http://schemas.microsoft.com/office/drawing/2014/main" id="{3ECC28EF-008D-8936-0266-9EA00AC34DD6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pParent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64;p14">
              <a:extLst>
                <a:ext uri="{FF2B5EF4-FFF2-40B4-BE49-F238E27FC236}">
                  <a16:creationId xmlns:a16="http://schemas.microsoft.com/office/drawing/2014/main" id="{F6FB8157-88F5-E5A0-5BE7-B1A41BB91C0B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FF1B63B2-5C7F-D441-4164-C6687FFE28B2}"/>
              </a:ext>
            </a:extLst>
          </p:cNvPr>
          <p:cNvGrpSpPr/>
          <p:nvPr/>
        </p:nvGrpSpPr>
        <p:grpSpPr>
          <a:xfrm>
            <a:off x="1288348" y="3704466"/>
            <a:ext cx="1071603" cy="1118400"/>
            <a:chOff x="2576366" y="4663498"/>
            <a:chExt cx="1071603" cy="1118400"/>
          </a:xfrm>
        </p:grpSpPr>
        <p:grpSp>
          <p:nvGrpSpPr>
            <p:cNvPr id="18" name="Google Shape;65;p14">
              <a:extLst>
                <a:ext uri="{FF2B5EF4-FFF2-40B4-BE49-F238E27FC236}">
                  <a16:creationId xmlns:a16="http://schemas.microsoft.com/office/drawing/2014/main" id="{97C7BA7D-1EB6-C846-24F7-F5F33D31DA43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24" name="Google Shape;66;p14">
                <a:extLst>
                  <a:ext uri="{FF2B5EF4-FFF2-40B4-BE49-F238E27FC236}">
                    <a16:creationId xmlns:a16="http://schemas.microsoft.com/office/drawing/2014/main" id="{AF9F7320-20B8-698A-C74C-E95046B0C268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27" name="Google Shape;67;p14">
                  <a:extLst>
                    <a:ext uri="{FF2B5EF4-FFF2-40B4-BE49-F238E27FC236}">
                      <a16:creationId xmlns:a16="http://schemas.microsoft.com/office/drawing/2014/main" id="{3B4ED2B9-0561-EBE8-E102-056AE36657F9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0x02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" name="Google Shape;68;p14">
                  <a:extLst>
                    <a:ext uri="{FF2B5EF4-FFF2-40B4-BE49-F238E27FC236}">
                      <a16:creationId xmlns:a16="http://schemas.microsoft.com/office/drawing/2014/main" id="{D3D1CA0E-ABE0-A71B-5DD6-37D8A2AED899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20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6" name="Google Shape;69;p14">
                <a:extLst>
                  <a:ext uri="{FF2B5EF4-FFF2-40B4-BE49-F238E27FC236}">
                    <a16:creationId xmlns:a16="http://schemas.microsoft.com/office/drawing/2014/main" id="{0CB7D234-BC0C-01E6-6B46-C10896645782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0x04</a:t>
                </a:r>
                <a:endParaRPr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" name="Google Shape;81;p14">
              <a:extLst>
                <a:ext uri="{FF2B5EF4-FFF2-40B4-BE49-F238E27FC236}">
                  <a16:creationId xmlns:a16="http://schemas.microsoft.com/office/drawing/2014/main" id="{84ABF340-B02D-DCA4-87F4-0C5FCD141050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2" name="Google Shape;129;p15">
            <a:extLst>
              <a:ext uri="{FF2B5EF4-FFF2-40B4-BE49-F238E27FC236}">
                <a16:creationId xmlns:a16="http://schemas.microsoft.com/office/drawing/2014/main" id="{F65BD668-F256-CFEE-E810-3B087718DAD5}"/>
              </a:ext>
            </a:extLst>
          </p:cNvPr>
          <p:cNvCxnSpPr>
            <a:cxnSpLocks/>
            <a:stCxn id="15" idx="1"/>
            <a:endCxn id="41" idx="1"/>
          </p:cNvCxnSpPr>
          <p:nvPr/>
        </p:nvCxnSpPr>
        <p:spPr>
          <a:xfrm flipH="1">
            <a:off x="2454148" y="1778400"/>
            <a:ext cx="280085" cy="7186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9" name="Google Shape;62;p14">
            <a:extLst>
              <a:ext uri="{FF2B5EF4-FFF2-40B4-BE49-F238E27FC236}">
                <a16:creationId xmlns:a16="http://schemas.microsoft.com/office/drawing/2014/main" id="{662721F8-492F-2575-31BC-1DFF3352EDB5}"/>
              </a:ext>
            </a:extLst>
          </p:cNvPr>
          <p:cNvGrpSpPr/>
          <p:nvPr/>
        </p:nvGrpSpPr>
        <p:grpSpPr>
          <a:xfrm>
            <a:off x="4326533" y="1219200"/>
            <a:ext cx="1071600" cy="745600"/>
            <a:chOff x="725125" y="742575"/>
            <a:chExt cx="803700" cy="559200"/>
          </a:xfrm>
        </p:grpSpPr>
        <p:sp>
          <p:nvSpPr>
            <p:cNvPr id="30" name="Google Shape;63;p14">
              <a:extLst>
                <a:ext uri="{FF2B5EF4-FFF2-40B4-BE49-F238E27FC236}">
                  <a16:creationId xmlns:a16="http://schemas.microsoft.com/office/drawing/2014/main" id="{6E9536FA-16A2-B291-4E9E-6322A2A5FB04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pLeft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64;p14">
              <a:extLst>
                <a:ext uri="{FF2B5EF4-FFF2-40B4-BE49-F238E27FC236}">
                  <a16:creationId xmlns:a16="http://schemas.microsoft.com/office/drawing/2014/main" id="{8881ACAD-6083-1D8A-DC6B-EA912A7F8AAF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0x02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6" name="Google Shape;129;p15">
            <a:extLst>
              <a:ext uri="{FF2B5EF4-FFF2-40B4-BE49-F238E27FC236}">
                <a16:creationId xmlns:a16="http://schemas.microsoft.com/office/drawing/2014/main" id="{95588AC3-C574-C80E-746D-259DF24E0C15}"/>
              </a:ext>
            </a:extLst>
          </p:cNvPr>
          <p:cNvCxnSpPr>
            <a:cxnSpLocks/>
            <a:stCxn id="31" idx="1"/>
            <a:endCxn id="27" idx="1"/>
          </p:cNvCxnSpPr>
          <p:nvPr/>
        </p:nvCxnSpPr>
        <p:spPr>
          <a:xfrm flipH="1">
            <a:off x="1288348" y="1778400"/>
            <a:ext cx="3038185" cy="211246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BFA4069-128A-E439-D474-45B0A54233BE}"/>
              </a:ext>
            </a:extLst>
          </p:cNvPr>
          <p:cNvSpPr txBox="1"/>
          <p:nvPr/>
        </p:nvSpPr>
        <p:spPr>
          <a:xfrm>
            <a:off x="266700" y="451668"/>
            <a:ext cx="406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69 </a:t>
            </a:r>
            <a:r>
              <a:rPr lang="en-US" altLang="ko-KR" dirty="0" err="1"/>
              <a:t>MakeLeft</a:t>
            </a:r>
            <a:r>
              <a:rPr lang="en-US" altLang="ko-KR" dirty="0"/>
              <a:t>(</a:t>
            </a:r>
            <a:r>
              <a:rPr lang="en-US" altLang="ko-KR" dirty="0" err="1"/>
              <a:t>pLeft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 err="1"/>
              <a:t>pD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7" name="Google Shape;70;p14">
            <a:extLst>
              <a:ext uri="{FF2B5EF4-FFF2-40B4-BE49-F238E27FC236}">
                <a16:creationId xmlns:a16="http://schemas.microsoft.com/office/drawing/2014/main" id="{064729CE-2403-868D-C2BC-A2BA15BED4BC}"/>
              </a:ext>
            </a:extLst>
          </p:cNvPr>
          <p:cNvGrpSpPr/>
          <p:nvPr/>
        </p:nvGrpSpPr>
        <p:grpSpPr>
          <a:xfrm>
            <a:off x="5778160" y="3056200"/>
            <a:ext cx="1071600" cy="745600"/>
            <a:chOff x="725125" y="742575"/>
            <a:chExt cx="803700" cy="559200"/>
          </a:xfrm>
        </p:grpSpPr>
        <p:sp>
          <p:nvSpPr>
            <p:cNvPr id="8" name="Google Shape;71;p14">
              <a:extLst>
                <a:ext uri="{FF2B5EF4-FFF2-40B4-BE49-F238E27FC236}">
                  <a16:creationId xmlns:a16="http://schemas.microsoft.com/office/drawing/2014/main" id="{EF64607B-AB7E-DA1D-AB6A-E658AC26D754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pParent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72;p14">
              <a:extLst>
                <a:ext uri="{FF2B5EF4-FFF2-40B4-BE49-F238E27FC236}">
                  <a16:creationId xmlns:a16="http://schemas.microsoft.com/office/drawing/2014/main" id="{EF6DA0E1-AAB6-3AB6-CB26-27A390BACEEF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0x02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" name="Google Shape;70;p14">
            <a:extLst>
              <a:ext uri="{FF2B5EF4-FFF2-40B4-BE49-F238E27FC236}">
                <a16:creationId xmlns:a16="http://schemas.microsoft.com/office/drawing/2014/main" id="{F0DE8331-4054-F608-8EA7-75683A93A07C}"/>
              </a:ext>
            </a:extLst>
          </p:cNvPr>
          <p:cNvGrpSpPr/>
          <p:nvPr/>
        </p:nvGrpSpPr>
        <p:grpSpPr>
          <a:xfrm>
            <a:off x="7344333" y="3056200"/>
            <a:ext cx="1071600" cy="745600"/>
            <a:chOff x="725125" y="742575"/>
            <a:chExt cx="803700" cy="559200"/>
          </a:xfrm>
        </p:grpSpPr>
        <p:sp>
          <p:nvSpPr>
            <p:cNvPr id="21" name="Google Shape;71;p14">
              <a:extLst>
                <a:ext uri="{FF2B5EF4-FFF2-40B4-BE49-F238E27FC236}">
                  <a16:creationId xmlns:a16="http://schemas.microsoft.com/office/drawing/2014/main" id="{8666BD72-21CC-3666-9215-48966BDFDEFB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pChilde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72;p14">
              <a:extLst>
                <a:ext uri="{FF2B5EF4-FFF2-40B4-BE49-F238E27FC236}">
                  <a16:creationId xmlns:a16="http://schemas.microsoft.com/office/drawing/2014/main" id="{15732D09-E5B9-B8AF-6D59-088BDE46CAA6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0x04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3" name="Google Shape;324;p23">
            <a:extLst>
              <a:ext uri="{FF2B5EF4-FFF2-40B4-BE49-F238E27FC236}">
                <a16:creationId xmlns:a16="http://schemas.microsoft.com/office/drawing/2014/main" id="{4929684A-10D2-EEE9-FD73-46C5023584A7}"/>
              </a:ext>
            </a:extLst>
          </p:cNvPr>
          <p:cNvCxnSpPr>
            <a:cxnSpLocks/>
            <a:stCxn id="31" idx="2"/>
            <a:endCxn id="8" idx="2"/>
          </p:cNvCxnSpPr>
          <p:nvPr/>
        </p:nvCxnSpPr>
        <p:spPr>
          <a:xfrm>
            <a:off x="4862333" y="1964800"/>
            <a:ext cx="1451627" cy="1464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73" name="Google Shape;324;p23">
            <a:extLst>
              <a:ext uri="{FF2B5EF4-FFF2-40B4-BE49-F238E27FC236}">
                <a16:creationId xmlns:a16="http://schemas.microsoft.com/office/drawing/2014/main" id="{A810CA44-745F-1149-70EC-AD5D169E19A7}"/>
              </a:ext>
            </a:extLst>
          </p:cNvPr>
          <p:cNvCxnSpPr>
            <a:cxnSpLocks/>
            <a:stCxn id="59" idx="2"/>
            <a:endCxn id="21" idx="2"/>
          </p:cNvCxnSpPr>
          <p:nvPr/>
        </p:nvCxnSpPr>
        <p:spPr>
          <a:xfrm flipH="1">
            <a:off x="7880133" y="1953132"/>
            <a:ext cx="159228" cy="147586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5" name="Google Shape;129;p15">
            <a:extLst>
              <a:ext uri="{FF2B5EF4-FFF2-40B4-BE49-F238E27FC236}">
                <a16:creationId xmlns:a16="http://schemas.microsoft.com/office/drawing/2014/main" id="{BC0E7B4D-9ED5-DE78-E129-9BF39D44B775}"/>
              </a:ext>
            </a:extLst>
          </p:cNvPr>
          <p:cNvCxnSpPr>
            <a:cxnSpLocks/>
            <a:stCxn id="40" idx="2"/>
            <a:endCxn id="27" idx="0"/>
          </p:cNvCxnSpPr>
          <p:nvPr/>
        </p:nvCxnSpPr>
        <p:spPr>
          <a:xfrm flipH="1">
            <a:off x="1824148" y="3429000"/>
            <a:ext cx="888276" cy="27546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5FED2556-1206-5292-45E9-231130A93ECF}"/>
              </a:ext>
            </a:extLst>
          </p:cNvPr>
          <p:cNvGrpSpPr/>
          <p:nvPr/>
        </p:nvGrpSpPr>
        <p:grpSpPr>
          <a:xfrm>
            <a:off x="3348552" y="3704466"/>
            <a:ext cx="1071603" cy="1118400"/>
            <a:chOff x="2576366" y="4663498"/>
            <a:chExt cx="1071603" cy="1118400"/>
          </a:xfrm>
        </p:grpSpPr>
        <p:grpSp>
          <p:nvGrpSpPr>
            <p:cNvPr id="34" name="Google Shape;65;p14">
              <a:extLst>
                <a:ext uri="{FF2B5EF4-FFF2-40B4-BE49-F238E27FC236}">
                  <a16:creationId xmlns:a16="http://schemas.microsoft.com/office/drawing/2014/main" id="{60D003F5-560E-DBB3-9F9A-3E540B3C3F8F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37" name="Google Shape;66;p14">
                <a:extLst>
                  <a:ext uri="{FF2B5EF4-FFF2-40B4-BE49-F238E27FC236}">
                    <a16:creationId xmlns:a16="http://schemas.microsoft.com/office/drawing/2014/main" id="{2822B968-74B7-7EA4-1CB4-ABD604463307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45" name="Google Shape;67;p14">
                  <a:extLst>
                    <a:ext uri="{FF2B5EF4-FFF2-40B4-BE49-F238E27FC236}">
                      <a16:creationId xmlns:a16="http://schemas.microsoft.com/office/drawing/2014/main" id="{2B3D5BB2-5B24-2E87-FD60-49484CBCC66E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0x03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" name="Google Shape;68;p14">
                  <a:extLst>
                    <a:ext uri="{FF2B5EF4-FFF2-40B4-BE49-F238E27FC236}">
                      <a16:creationId xmlns:a16="http://schemas.microsoft.com/office/drawing/2014/main" id="{9C436447-77BB-5C5E-31A0-54B17A70AF73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30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3" name="Google Shape;69;p14">
                <a:extLst>
                  <a:ext uri="{FF2B5EF4-FFF2-40B4-BE49-F238E27FC236}">
                    <a16:creationId xmlns:a16="http://schemas.microsoft.com/office/drawing/2014/main" id="{6096521E-1DF7-536C-9BF2-0BE17762D948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5" name="Google Shape;81;p14">
              <a:extLst>
                <a:ext uri="{FF2B5EF4-FFF2-40B4-BE49-F238E27FC236}">
                  <a16:creationId xmlns:a16="http://schemas.microsoft.com/office/drawing/2014/main" id="{AFCFC5F5-C3C1-1ED9-A6C8-402E7F89D92D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" name="Google Shape;62;p14">
            <a:extLst>
              <a:ext uri="{FF2B5EF4-FFF2-40B4-BE49-F238E27FC236}">
                <a16:creationId xmlns:a16="http://schemas.microsoft.com/office/drawing/2014/main" id="{DA932A6A-A36E-6F10-357C-E6D84499D362}"/>
              </a:ext>
            </a:extLst>
          </p:cNvPr>
          <p:cNvGrpSpPr/>
          <p:nvPr/>
        </p:nvGrpSpPr>
        <p:grpSpPr>
          <a:xfrm>
            <a:off x="5915419" y="1219200"/>
            <a:ext cx="1071600" cy="745600"/>
            <a:chOff x="725125" y="742575"/>
            <a:chExt cx="803700" cy="559200"/>
          </a:xfrm>
        </p:grpSpPr>
        <p:sp>
          <p:nvSpPr>
            <p:cNvPr id="48" name="Google Shape;63;p14">
              <a:extLst>
                <a:ext uri="{FF2B5EF4-FFF2-40B4-BE49-F238E27FC236}">
                  <a16:creationId xmlns:a16="http://schemas.microsoft.com/office/drawing/2014/main" id="{A47024A2-BF5C-0AB2-581F-709B8D02099A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pRight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64;p14">
              <a:extLst>
                <a:ext uri="{FF2B5EF4-FFF2-40B4-BE49-F238E27FC236}">
                  <a16:creationId xmlns:a16="http://schemas.microsoft.com/office/drawing/2014/main" id="{09099EBB-18A8-14CB-609F-EE8B06EA7EAD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0" name="Google Shape;129;p15">
            <a:extLst>
              <a:ext uri="{FF2B5EF4-FFF2-40B4-BE49-F238E27FC236}">
                <a16:creationId xmlns:a16="http://schemas.microsoft.com/office/drawing/2014/main" id="{BFF997FC-760B-FA45-5EDF-29970D784055}"/>
              </a:ext>
            </a:extLst>
          </p:cNvPr>
          <p:cNvCxnSpPr>
            <a:cxnSpLocks/>
            <a:stCxn id="49" idx="1"/>
            <a:endCxn id="45" idx="1"/>
          </p:cNvCxnSpPr>
          <p:nvPr/>
        </p:nvCxnSpPr>
        <p:spPr>
          <a:xfrm flipH="1">
            <a:off x="3348552" y="1778400"/>
            <a:ext cx="2566867" cy="211246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" name="Google Shape;129;p15">
            <a:extLst>
              <a:ext uri="{FF2B5EF4-FFF2-40B4-BE49-F238E27FC236}">
                <a16:creationId xmlns:a16="http://schemas.microsoft.com/office/drawing/2014/main" id="{0832A964-017E-6CA8-C75D-03EEF269319B}"/>
              </a:ext>
            </a:extLst>
          </p:cNvPr>
          <p:cNvCxnSpPr>
            <a:cxnSpLocks/>
            <a:stCxn id="44" idx="2"/>
            <a:endCxn id="45" idx="1"/>
          </p:cNvCxnSpPr>
          <p:nvPr/>
        </p:nvCxnSpPr>
        <p:spPr>
          <a:xfrm>
            <a:off x="3248221" y="3423798"/>
            <a:ext cx="100331" cy="467068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6" name="Google Shape;129;p15">
            <a:extLst>
              <a:ext uri="{FF2B5EF4-FFF2-40B4-BE49-F238E27FC236}">
                <a16:creationId xmlns:a16="http://schemas.microsoft.com/office/drawing/2014/main" id="{628AE384-991F-6A86-35C3-DA7EA00AFC5E}"/>
              </a:ext>
            </a:extLst>
          </p:cNvPr>
          <p:cNvCxnSpPr>
            <a:cxnSpLocks/>
            <a:stCxn id="10" idx="1"/>
            <a:endCxn id="27" idx="3"/>
          </p:cNvCxnSpPr>
          <p:nvPr/>
        </p:nvCxnSpPr>
        <p:spPr>
          <a:xfrm flipH="1">
            <a:off x="2359948" y="3615400"/>
            <a:ext cx="3418212" cy="27546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9242CF44-34F8-947B-D072-37F56B48459B}"/>
              </a:ext>
            </a:extLst>
          </p:cNvPr>
          <p:cNvGrpSpPr/>
          <p:nvPr/>
        </p:nvGrpSpPr>
        <p:grpSpPr>
          <a:xfrm>
            <a:off x="752546" y="5287932"/>
            <a:ext cx="1071603" cy="1118400"/>
            <a:chOff x="2576366" y="4663498"/>
            <a:chExt cx="1071603" cy="1118400"/>
          </a:xfrm>
        </p:grpSpPr>
        <p:grpSp>
          <p:nvGrpSpPr>
            <p:cNvPr id="25" name="Google Shape;65;p14">
              <a:extLst>
                <a:ext uri="{FF2B5EF4-FFF2-40B4-BE49-F238E27FC236}">
                  <a16:creationId xmlns:a16="http://schemas.microsoft.com/office/drawing/2014/main" id="{33CEC627-7EEA-15CF-C721-5D2703E3D0EE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53" name="Google Shape;66;p14">
                <a:extLst>
                  <a:ext uri="{FF2B5EF4-FFF2-40B4-BE49-F238E27FC236}">
                    <a16:creationId xmlns:a16="http://schemas.microsoft.com/office/drawing/2014/main" id="{17A60637-7B32-5EC2-479D-B024F7E14E9D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55" name="Google Shape;67;p14">
                  <a:extLst>
                    <a:ext uri="{FF2B5EF4-FFF2-40B4-BE49-F238E27FC236}">
                      <a16:creationId xmlns:a16="http://schemas.microsoft.com/office/drawing/2014/main" id="{440C268A-C470-831D-2492-2E0836E34F3F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0x04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" name="Google Shape;68;p14">
                  <a:extLst>
                    <a:ext uri="{FF2B5EF4-FFF2-40B4-BE49-F238E27FC236}">
                      <a16:creationId xmlns:a16="http://schemas.microsoft.com/office/drawing/2014/main" id="{4FEB3DAD-3850-32B8-BD93-0300D7397BA8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40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54" name="Google Shape;69;p14">
                <a:extLst>
                  <a:ext uri="{FF2B5EF4-FFF2-40B4-BE49-F238E27FC236}">
                    <a16:creationId xmlns:a16="http://schemas.microsoft.com/office/drawing/2014/main" id="{BF590F48-F32E-DE16-E722-BA43566956B6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2" name="Google Shape;81;p14">
              <a:extLst>
                <a:ext uri="{FF2B5EF4-FFF2-40B4-BE49-F238E27FC236}">
                  <a16:creationId xmlns:a16="http://schemas.microsoft.com/office/drawing/2014/main" id="{72625A2A-2E9B-2B78-B08E-3162395FB0D5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7" name="Google Shape;62;p14">
            <a:extLst>
              <a:ext uri="{FF2B5EF4-FFF2-40B4-BE49-F238E27FC236}">
                <a16:creationId xmlns:a16="http://schemas.microsoft.com/office/drawing/2014/main" id="{FC0A3298-CCD1-9340-008F-A81EFBB1749C}"/>
              </a:ext>
            </a:extLst>
          </p:cNvPr>
          <p:cNvGrpSpPr/>
          <p:nvPr/>
        </p:nvGrpSpPr>
        <p:grpSpPr>
          <a:xfrm>
            <a:off x="7503561" y="1207532"/>
            <a:ext cx="1071600" cy="745600"/>
            <a:chOff x="725125" y="742575"/>
            <a:chExt cx="803700" cy="559200"/>
          </a:xfrm>
        </p:grpSpPr>
        <p:sp>
          <p:nvSpPr>
            <p:cNvPr id="58" name="Google Shape;63;p14">
              <a:extLst>
                <a:ext uri="{FF2B5EF4-FFF2-40B4-BE49-F238E27FC236}">
                  <a16:creationId xmlns:a16="http://schemas.microsoft.com/office/drawing/2014/main" id="{D994B17A-1DFC-3369-2A93-76B59B0B6766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64;p14">
              <a:extLst>
                <a:ext uri="{FF2B5EF4-FFF2-40B4-BE49-F238E27FC236}">
                  <a16:creationId xmlns:a16="http://schemas.microsoft.com/office/drawing/2014/main" id="{F449D090-2D4E-84DB-BBDA-0C500DBB2761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0x04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0" name="Google Shape;129;p15">
            <a:extLst>
              <a:ext uri="{FF2B5EF4-FFF2-40B4-BE49-F238E27FC236}">
                <a16:creationId xmlns:a16="http://schemas.microsoft.com/office/drawing/2014/main" id="{901EA313-FC74-85D3-0540-34062EC364AB}"/>
              </a:ext>
            </a:extLst>
          </p:cNvPr>
          <p:cNvCxnSpPr>
            <a:cxnSpLocks/>
            <a:stCxn id="59" idx="1"/>
            <a:endCxn id="55" idx="3"/>
          </p:cNvCxnSpPr>
          <p:nvPr/>
        </p:nvCxnSpPr>
        <p:spPr>
          <a:xfrm flipH="1">
            <a:off x="1824146" y="1766732"/>
            <a:ext cx="5679415" cy="37076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0" name="Google Shape;129;p15">
            <a:extLst>
              <a:ext uri="{FF2B5EF4-FFF2-40B4-BE49-F238E27FC236}">
                <a16:creationId xmlns:a16="http://schemas.microsoft.com/office/drawing/2014/main" id="{A4CECEB6-0F29-9072-F249-20046D6A5CEF}"/>
              </a:ext>
            </a:extLst>
          </p:cNvPr>
          <p:cNvCxnSpPr>
            <a:cxnSpLocks/>
            <a:stCxn id="22" idx="1"/>
            <a:endCxn id="55" idx="3"/>
          </p:cNvCxnSpPr>
          <p:nvPr/>
        </p:nvCxnSpPr>
        <p:spPr>
          <a:xfrm flipH="1">
            <a:off x="1824146" y="3615400"/>
            <a:ext cx="5520187" cy="185893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221077CD-A432-D896-7536-D2DCF4F060B4}"/>
              </a:ext>
            </a:extLst>
          </p:cNvPr>
          <p:cNvSpPr txBox="1"/>
          <p:nvPr/>
        </p:nvSpPr>
        <p:spPr>
          <a:xfrm>
            <a:off x="2637470" y="4272336"/>
            <a:ext cx="50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30</a:t>
            </a:r>
            <a:endParaRPr lang="ko-KR" altLang="en-US" dirty="0"/>
          </a:p>
        </p:txBody>
      </p:sp>
      <p:cxnSp>
        <p:nvCxnSpPr>
          <p:cNvPr id="2" name="Google Shape;324;p23">
            <a:extLst>
              <a:ext uri="{FF2B5EF4-FFF2-40B4-BE49-F238E27FC236}">
                <a16:creationId xmlns:a16="http://schemas.microsoft.com/office/drawing/2014/main" id="{1C3FE430-8A2B-400C-0F9A-A75951AB2BAC}"/>
              </a:ext>
            </a:extLst>
          </p:cNvPr>
          <p:cNvCxnSpPr>
            <a:cxnSpLocks/>
            <a:stCxn id="22" idx="1"/>
            <a:endCxn id="26" idx="0"/>
          </p:cNvCxnSpPr>
          <p:nvPr/>
        </p:nvCxnSpPr>
        <p:spPr>
          <a:xfrm flipH="1">
            <a:off x="1546624" y="3615400"/>
            <a:ext cx="5797709" cy="834666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61" name="Google Shape;129;p15">
            <a:extLst>
              <a:ext uri="{FF2B5EF4-FFF2-40B4-BE49-F238E27FC236}">
                <a16:creationId xmlns:a16="http://schemas.microsoft.com/office/drawing/2014/main" id="{4D54813D-F5C8-0D2D-33E3-8D561B88B198}"/>
              </a:ext>
            </a:extLst>
          </p:cNvPr>
          <p:cNvCxnSpPr>
            <a:cxnSpLocks/>
            <a:stCxn id="26" idx="2"/>
            <a:endCxn id="55" idx="0"/>
          </p:cNvCxnSpPr>
          <p:nvPr/>
        </p:nvCxnSpPr>
        <p:spPr>
          <a:xfrm flipH="1">
            <a:off x="1288346" y="4822866"/>
            <a:ext cx="258278" cy="46506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9985333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1C07B-E95F-1254-A306-C6135A1AC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Google Shape;324;p23">
            <a:extLst>
              <a:ext uri="{FF2B5EF4-FFF2-40B4-BE49-F238E27FC236}">
                <a16:creationId xmlns:a16="http://schemas.microsoft.com/office/drawing/2014/main" id="{4F572BAE-866F-ECA7-ADA1-9E26D3806A30}"/>
              </a:ext>
            </a:extLst>
          </p:cNvPr>
          <p:cNvCxnSpPr>
            <a:cxnSpLocks/>
          </p:cNvCxnSpPr>
          <p:nvPr/>
        </p:nvCxnSpPr>
        <p:spPr>
          <a:xfrm>
            <a:off x="6849760" y="544531"/>
            <a:ext cx="176084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13" name="Google Shape;129;p15">
            <a:extLst>
              <a:ext uri="{FF2B5EF4-FFF2-40B4-BE49-F238E27FC236}">
                <a16:creationId xmlns:a16="http://schemas.microsoft.com/office/drawing/2014/main" id="{51F4EBDC-10C5-474C-7BEB-146C3D27C84D}"/>
              </a:ext>
            </a:extLst>
          </p:cNvPr>
          <p:cNvCxnSpPr>
            <a:cxnSpLocks/>
          </p:cNvCxnSpPr>
          <p:nvPr/>
        </p:nvCxnSpPr>
        <p:spPr>
          <a:xfrm>
            <a:off x="9046860" y="544531"/>
            <a:ext cx="176084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289749A2-EE56-E346-5015-E8C95C5A4179}"/>
              </a:ext>
            </a:extLst>
          </p:cNvPr>
          <p:cNvGrpSpPr/>
          <p:nvPr/>
        </p:nvGrpSpPr>
        <p:grpSpPr>
          <a:xfrm>
            <a:off x="2454148" y="2310600"/>
            <a:ext cx="1071603" cy="1118400"/>
            <a:chOff x="2576366" y="4663498"/>
            <a:chExt cx="1071603" cy="1118400"/>
          </a:xfrm>
        </p:grpSpPr>
        <p:grpSp>
          <p:nvGrpSpPr>
            <p:cNvPr id="38" name="Google Shape;65;p14">
              <a:extLst>
                <a:ext uri="{FF2B5EF4-FFF2-40B4-BE49-F238E27FC236}">
                  <a16:creationId xmlns:a16="http://schemas.microsoft.com/office/drawing/2014/main" id="{A9AC67FA-5BFD-19F2-54B3-B73B9DC3FFEE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39" name="Google Shape;66;p14">
                <a:extLst>
                  <a:ext uri="{FF2B5EF4-FFF2-40B4-BE49-F238E27FC236}">
                    <a16:creationId xmlns:a16="http://schemas.microsoft.com/office/drawing/2014/main" id="{684311F3-BBEC-BF56-AAA8-8A5284D07A83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41" name="Google Shape;67;p14">
                  <a:extLst>
                    <a:ext uri="{FF2B5EF4-FFF2-40B4-BE49-F238E27FC236}">
                      <a16:creationId xmlns:a16="http://schemas.microsoft.com/office/drawing/2014/main" id="{24328F8B-4FBA-ABA6-C897-6BB0B0F305B1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0x01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" name="Google Shape;68;p14">
                  <a:extLst>
                    <a:ext uri="{FF2B5EF4-FFF2-40B4-BE49-F238E27FC236}">
                      <a16:creationId xmlns:a16="http://schemas.microsoft.com/office/drawing/2014/main" id="{0CA550B4-4BFC-0CA5-B78C-8CFAE79303F2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" name="Google Shape;69;p14">
                <a:extLst>
                  <a:ext uri="{FF2B5EF4-FFF2-40B4-BE49-F238E27FC236}">
                    <a16:creationId xmlns:a16="http://schemas.microsoft.com/office/drawing/2014/main" id="{3A96A107-42D5-CFF7-8C7A-D85AD907ED8E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0x02</a:t>
                </a:r>
                <a:endParaRPr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4" name="Google Shape;81;p14">
              <a:extLst>
                <a:ext uri="{FF2B5EF4-FFF2-40B4-BE49-F238E27FC236}">
                  <a16:creationId xmlns:a16="http://schemas.microsoft.com/office/drawing/2014/main" id="{500C0634-D547-8824-3CB7-940381BA1CF5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0x03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" name="Google Shape;62;p14">
            <a:extLst>
              <a:ext uri="{FF2B5EF4-FFF2-40B4-BE49-F238E27FC236}">
                <a16:creationId xmlns:a16="http://schemas.microsoft.com/office/drawing/2014/main" id="{0E5C1D1E-2CB2-F455-EF6E-20CE4314757C}"/>
              </a:ext>
            </a:extLst>
          </p:cNvPr>
          <p:cNvGrpSpPr/>
          <p:nvPr/>
        </p:nvGrpSpPr>
        <p:grpSpPr>
          <a:xfrm>
            <a:off x="2734233" y="1219200"/>
            <a:ext cx="1071600" cy="745600"/>
            <a:chOff x="725125" y="742575"/>
            <a:chExt cx="803700" cy="559200"/>
          </a:xfrm>
        </p:grpSpPr>
        <p:sp>
          <p:nvSpPr>
            <p:cNvPr id="14" name="Google Shape;63;p14">
              <a:extLst>
                <a:ext uri="{FF2B5EF4-FFF2-40B4-BE49-F238E27FC236}">
                  <a16:creationId xmlns:a16="http://schemas.microsoft.com/office/drawing/2014/main" id="{0C58D985-D30C-FB6B-8016-D683F6DEA926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pParent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64;p14">
              <a:extLst>
                <a:ext uri="{FF2B5EF4-FFF2-40B4-BE49-F238E27FC236}">
                  <a16:creationId xmlns:a16="http://schemas.microsoft.com/office/drawing/2014/main" id="{51D2E750-1A3C-3FC6-4EBB-AB8E77F1B2D3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018BA76B-1278-A796-1877-F31024897CFB}"/>
              </a:ext>
            </a:extLst>
          </p:cNvPr>
          <p:cNvGrpSpPr/>
          <p:nvPr/>
        </p:nvGrpSpPr>
        <p:grpSpPr>
          <a:xfrm>
            <a:off x="1288348" y="3704466"/>
            <a:ext cx="1071603" cy="1118400"/>
            <a:chOff x="2576366" y="4663498"/>
            <a:chExt cx="1071603" cy="1118400"/>
          </a:xfrm>
        </p:grpSpPr>
        <p:grpSp>
          <p:nvGrpSpPr>
            <p:cNvPr id="18" name="Google Shape;65;p14">
              <a:extLst>
                <a:ext uri="{FF2B5EF4-FFF2-40B4-BE49-F238E27FC236}">
                  <a16:creationId xmlns:a16="http://schemas.microsoft.com/office/drawing/2014/main" id="{4506FDAE-7854-EFB0-BF3F-DBB1681C5EE7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24" name="Google Shape;66;p14">
                <a:extLst>
                  <a:ext uri="{FF2B5EF4-FFF2-40B4-BE49-F238E27FC236}">
                    <a16:creationId xmlns:a16="http://schemas.microsoft.com/office/drawing/2014/main" id="{7D9546F9-73C2-2168-DC7A-64C89A8659C2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27" name="Google Shape;67;p14">
                  <a:extLst>
                    <a:ext uri="{FF2B5EF4-FFF2-40B4-BE49-F238E27FC236}">
                      <a16:creationId xmlns:a16="http://schemas.microsoft.com/office/drawing/2014/main" id="{1701D548-6D72-644E-04D3-A4DA7A905180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0x02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" name="Google Shape;68;p14">
                  <a:extLst>
                    <a:ext uri="{FF2B5EF4-FFF2-40B4-BE49-F238E27FC236}">
                      <a16:creationId xmlns:a16="http://schemas.microsoft.com/office/drawing/2014/main" id="{22088EA3-4340-A7A8-43C0-84F80C3BC860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20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6" name="Google Shape;69;p14">
                <a:extLst>
                  <a:ext uri="{FF2B5EF4-FFF2-40B4-BE49-F238E27FC236}">
                    <a16:creationId xmlns:a16="http://schemas.microsoft.com/office/drawing/2014/main" id="{1D1A665F-2F67-81A7-3130-0E5C46700EB2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0x04</a:t>
                </a:r>
                <a:endParaRPr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" name="Google Shape;81;p14">
              <a:extLst>
                <a:ext uri="{FF2B5EF4-FFF2-40B4-BE49-F238E27FC236}">
                  <a16:creationId xmlns:a16="http://schemas.microsoft.com/office/drawing/2014/main" id="{2671B4D6-D9CA-2C6A-01A1-6BAB9A725D5D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2" name="Google Shape;129;p15">
            <a:extLst>
              <a:ext uri="{FF2B5EF4-FFF2-40B4-BE49-F238E27FC236}">
                <a16:creationId xmlns:a16="http://schemas.microsoft.com/office/drawing/2014/main" id="{966340FC-9D6B-E099-1374-4E00A314B228}"/>
              </a:ext>
            </a:extLst>
          </p:cNvPr>
          <p:cNvCxnSpPr>
            <a:cxnSpLocks/>
            <a:stCxn id="15" idx="1"/>
            <a:endCxn id="41" idx="1"/>
          </p:cNvCxnSpPr>
          <p:nvPr/>
        </p:nvCxnSpPr>
        <p:spPr>
          <a:xfrm flipH="1">
            <a:off x="2454148" y="1778400"/>
            <a:ext cx="280085" cy="7186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9" name="Google Shape;62;p14">
            <a:extLst>
              <a:ext uri="{FF2B5EF4-FFF2-40B4-BE49-F238E27FC236}">
                <a16:creationId xmlns:a16="http://schemas.microsoft.com/office/drawing/2014/main" id="{8CFC808E-F7B9-61BA-77DE-31C4970C55C6}"/>
              </a:ext>
            </a:extLst>
          </p:cNvPr>
          <p:cNvGrpSpPr/>
          <p:nvPr/>
        </p:nvGrpSpPr>
        <p:grpSpPr>
          <a:xfrm>
            <a:off x="4326533" y="1219200"/>
            <a:ext cx="1071600" cy="745600"/>
            <a:chOff x="725125" y="742575"/>
            <a:chExt cx="803700" cy="559200"/>
          </a:xfrm>
        </p:grpSpPr>
        <p:sp>
          <p:nvSpPr>
            <p:cNvPr id="30" name="Google Shape;63;p14">
              <a:extLst>
                <a:ext uri="{FF2B5EF4-FFF2-40B4-BE49-F238E27FC236}">
                  <a16:creationId xmlns:a16="http://schemas.microsoft.com/office/drawing/2014/main" id="{7320155F-5009-57C9-FE73-74BB1A3A84DB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pLeft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64;p14">
              <a:extLst>
                <a:ext uri="{FF2B5EF4-FFF2-40B4-BE49-F238E27FC236}">
                  <a16:creationId xmlns:a16="http://schemas.microsoft.com/office/drawing/2014/main" id="{CD079C8D-4E19-BE2D-C2F1-9138549651C1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0x02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6" name="Google Shape;129;p15">
            <a:extLst>
              <a:ext uri="{FF2B5EF4-FFF2-40B4-BE49-F238E27FC236}">
                <a16:creationId xmlns:a16="http://schemas.microsoft.com/office/drawing/2014/main" id="{CF821848-BC81-BC63-CDA8-9BEA93787B3E}"/>
              </a:ext>
            </a:extLst>
          </p:cNvPr>
          <p:cNvCxnSpPr>
            <a:cxnSpLocks/>
            <a:stCxn id="31" idx="1"/>
            <a:endCxn id="27" idx="1"/>
          </p:cNvCxnSpPr>
          <p:nvPr/>
        </p:nvCxnSpPr>
        <p:spPr>
          <a:xfrm flipH="1">
            <a:off x="1288348" y="1778400"/>
            <a:ext cx="3038185" cy="211246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FAC64D4-B36A-F800-0408-E6C14241A339}"/>
              </a:ext>
            </a:extLst>
          </p:cNvPr>
          <p:cNvSpPr txBox="1"/>
          <p:nvPr/>
        </p:nvSpPr>
        <p:spPr>
          <a:xfrm>
            <a:off x="266700" y="451668"/>
            <a:ext cx="406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70 </a:t>
            </a:r>
            <a:r>
              <a:rPr lang="en-US" altLang="ko-KR" dirty="0" err="1"/>
              <a:t>MakeLeft</a:t>
            </a:r>
            <a:r>
              <a:rPr lang="en-US" altLang="ko-KR" dirty="0"/>
              <a:t>(</a:t>
            </a:r>
            <a:r>
              <a:rPr lang="en-US" altLang="ko-KR" dirty="0" err="1"/>
              <a:t>pLeft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 err="1"/>
              <a:t>pE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7" name="Google Shape;70;p14">
            <a:extLst>
              <a:ext uri="{FF2B5EF4-FFF2-40B4-BE49-F238E27FC236}">
                <a16:creationId xmlns:a16="http://schemas.microsoft.com/office/drawing/2014/main" id="{02CED87E-DF23-8E9D-6D45-B8AC276301F5}"/>
              </a:ext>
            </a:extLst>
          </p:cNvPr>
          <p:cNvGrpSpPr/>
          <p:nvPr/>
        </p:nvGrpSpPr>
        <p:grpSpPr>
          <a:xfrm>
            <a:off x="5778160" y="3056200"/>
            <a:ext cx="1071600" cy="745600"/>
            <a:chOff x="725125" y="742575"/>
            <a:chExt cx="803700" cy="559200"/>
          </a:xfrm>
        </p:grpSpPr>
        <p:sp>
          <p:nvSpPr>
            <p:cNvPr id="8" name="Google Shape;71;p14">
              <a:extLst>
                <a:ext uri="{FF2B5EF4-FFF2-40B4-BE49-F238E27FC236}">
                  <a16:creationId xmlns:a16="http://schemas.microsoft.com/office/drawing/2014/main" id="{4CE57B68-3354-3881-807E-B86F5B1F24D9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pParent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72;p14">
              <a:extLst>
                <a:ext uri="{FF2B5EF4-FFF2-40B4-BE49-F238E27FC236}">
                  <a16:creationId xmlns:a16="http://schemas.microsoft.com/office/drawing/2014/main" id="{927B607E-B36F-F86A-748F-9B8FB2FDA2EC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0x02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" name="Google Shape;70;p14">
            <a:extLst>
              <a:ext uri="{FF2B5EF4-FFF2-40B4-BE49-F238E27FC236}">
                <a16:creationId xmlns:a16="http://schemas.microsoft.com/office/drawing/2014/main" id="{41B76F42-6119-19B2-9328-6A6063D4152A}"/>
              </a:ext>
            </a:extLst>
          </p:cNvPr>
          <p:cNvGrpSpPr/>
          <p:nvPr/>
        </p:nvGrpSpPr>
        <p:grpSpPr>
          <a:xfrm>
            <a:off x="7344333" y="3056200"/>
            <a:ext cx="1071600" cy="745600"/>
            <a:chOff x="725125" y="742575"/>
            <a:chExt cx="803700" cy="559200"/>
          </a:xfrm>
        </p:grpSpPr>
        <p:sp>
          <p:nvSpPr>
            <p:cNvPr id="21" name="Google Shape;71;p14">
              <a:extLst>
                <a:ext uri="{FF2B5EF4-FFF2-40B4-BE49-F238E27FC236}">
                  <a16:creationId xmlns:a16="http://schemas.microsoft.com/office/drawing/2014/main" id="{D385BD86-5791-4624-74F7-96BFAA57D4F0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pChilde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72;p14">
              <a:extLst>
                <a:ext uri="{FF2B5EF4-FFF2-40B4-BE49-F238E27FC236}">
                  <a16:creationId xmlns:a16="http://schemas.microsoft.com/office/drawing/2014/main" id="{70E1402F-4337-483D-5DD6-72780594AE64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3" name="Google Shape;324;p23">
            <a:extLst>
              <a:ext uri="{FF2B5EF4-FFF2-40B4-BE49-F238E27FC236}">
                <a16:creationId xmlns:a16="http://schemas.microsoft.com/office/drawing/2014/main" id="{4036D1AE-8A32-6064-FACE-77A3CC6EB8A3}"/>
              </a:ext>
            </a:extLst>
          </p:cNvPr>
          <p:cNvCxnSpPr>
            <a:cxnSpLocks/>
            <a:stCxn id="31" idx="2"/>
            <a:endCxn id="8" idx="2"/>
          </p:cNvCxnSpPr>
          <p:nvPr/>
        </p:nvCxnSpPr>
        <p:spPr>
          <a:xfrm>
            <a:off x="4862333" y="1964800"/>
            <a:ext cx="1451627" cy="1464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73" name="Google Shape;324;p23">
            <a:extLst>
              <a:ext uri="{FF2B5EF4-FFF2-40B4-BE49-F238E27FC236}">
                <a16:creationId xmlns:a16="http://schemas.microsoft.com/office/drawing/2014/main" id="{7BBED9F5-6A6F-3FD7-A444-8705D031A3D6}"/>
              </a:ext>
            </a:extLst>
          </p:cNvPr>
          <p:cNvCxnSpPr>
            <a:cxnSpLocks/>
            <a:stCxn id="70" idx="2"/>
            <a:endCxn id="21" idx="2"/>
          </p:cNvCxnSpPr>
          <p:nvPr/>
        </p:nvCxnSpPr>
        <p:spPr>
          <a:xfrm flipH="1">
            <a:off x="7880133" y="1964800"/>
            <a:ext cx="1713518" cy="1464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5" name="Google Shape;129;p15">
            <a:extLst>
              <a:ext uri="{FF2B5EF4-FFF2-40B4-BE49-F238E27FC236}">
                <a16:creationId xmlns:a16="http://schemas.microsoft.com/office/drawing/2014/main" id="{3FF75182-B68E-E66F-6F44-4196F5CAB255}"/>
              </a:ext>
            </a:extLst>
          </p:cNvPr>
          <p:cNvCxnSpPr>
            <a:cxnSpLocks/>
            <a:stCxn id="40" idx="2"/>
            <a:endCxn id="27" idx="0"/>
          </p:cNvCxnSpPr>
          <p:nvPr/>
        </p:nvCxnSpPr>
        <p:spPr>
          <a:xfrm flipH="1">
            <a:off x="1824148" y="3429000"/>
            <a:ext cx="888276" cy="27546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412955E5-62BF-0956-AEA9-425D784B2E21}"/>
              </a:ext>
            </a:extLst>
          </p:cNvPr>
          <p:cNvGrpSpPr/>
          <p:nvPr/>
        </p:nvGrpSpPr>
        <p:grpSpPr>
          <a:xfrm>
            <a:off x="3348552" y="3704466"/>
            <a:ext cx="1071603" cy="1118400"/>
            <a:chOff x="2576366" y="4663498"/>
            <a:chExt cx="1071603" cy="1118400"/>
          </a:xfrm>
        </p:grpSpPr>
        <p:grpSp>
          <p:nvGrpSpPr>
            <p:cNvPr id="34" name="Google Shape;65;p14">
              <a:extLst>
                <a:ext uri="{FF2B5EF4-FFF2-40B4-BE49-F238E27FC236}">
                  <a16:creationId xmlns:a16="http://schemas.microsoft.com/office/drawing/2014/main" id="{D32FD750-EDAF-3D43-5B4D-79A7BBDEED1E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37" name="Google Shape;66;p14">
                <a:extLst>
                  <a:ext uri="{FF2B5EF4-FFF2-40B4-BE49-F238E27FC236}">
                    <a16:creationId xmlns:a16="http://schemas.microsoft.com/office/drawing/2014/main" id="{4FE9D669-207C-82AE-5775-994C99F4EA7F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45" name="Google Shape;67;p14">
                  <a:extLst>
                    <a:ext uri="{FF2B5EF4-FFF2-40B4-BE49-F238E27FC236}">
                      <a16:creationId xmlns:a16="http://schemas.microsoft.com/office/drawing/2014/main" id="{276E5738-D62A-28CB-8FAD-BDECF8AB8C4B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0x03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" name="Google Shape;68;p14">
                  <a:extLst>
                    <a:ext uri="{FF2B5EF4-FFF2-40B4-BE49-F238E27FC236}">
                      <a16:creationId xmlns:a16="http://schemas.microsoft.com/office/drawing/2014/main" id="{18FFD230-818B-A5A5-4850-C5DB3CF6BD90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30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3" name="Google Shape;69;p14">
                <a:extLst>
                  <a:ext uri="{FF2B5EF4-FFF2-40B4-BE49-F238E27FC236}">
                    <a16:creationId xmlns:a16="http://schemas.microsoft.com/office/drawing/2014/main" id="{0C0CBB00-1237-9466-DB3F-A665AD09DF97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5" name="Google Shape;81;p14">
              <a:extLst>
                <a:ext uri="{FF2B5EF4-FFF2-40B4-BE49-F238E27FC236}">
                  <a16:creationId xmlns:a16="http://schemas.microsoft.com/office/drawing/2014/main" id="{23240090-A344-E573-9371-FCDFEF58A94B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" name="Google Shape;62;p14">
            <a:extLst>
              <a:ext uri="{FF2B5EF4-FFF2-40B4-BE49-F238E27FC236}">
                <a16:creationId xmlns:a16="http://schemas.microsoft.com/office/drawing/2014/main" id="{95504399-A19D-3387-A6B0-041A62EC04E6}"/>
              </a:ext>
            </a:extLst>
          </p:cNvPr>
          <p:cNvGrpSpPr/>
          <p:nvPr/>
        </p:nvGrpSpPr>
        <p:grpSpPr>
          <a:xfrm>
            <a:off x="5915419" y="1219200"/>
            <a:ext cx="1071600" cy="745600"/>
            <a:chOff x="725125" y="742575"/>
            <a:chExt cx="803700" cy="559200"/>
          </a:xfrm>
        </p:grpSpPr>
        <p:sp>
          <p:nvSpPr>
            <p:cNvPr id="48" name="Google Shape;63;p14">
              <a:extLst>
                <a:ext uri="{FF2B5EF4-FFF2-40B4-BE49-F238E27FC236}">
                  <a16:creationId xmlns:a16="http://schemas.microsoft.com/office/drawing/2014/main" id="{A3A409E6-9D08-B1C3-4D83-0207CCAB4584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pRight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64;p14">
              <a:extLst>
                <a:ext uri="{FF2B5EF4-FFF2-40B4-BE49-F238E27FC236}">
                  <a16:creationId xmlns:a16="http://schemas.microsoft.com/office/drawing/2014/main" id="{FBADA3D3-9EAF-8C1B-23BA-71053BC74437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0" name="Google Shape;129;p15">
            <a:extLst>
              <a:ext uri="{FF2B5EF4-FFF2-40B4-BE49-F238E27FC236}">
                <a16:creationId xmlns:a16="http://schemas.microsoft.com/office/drawing/2014/main" id="{FF434373-9780-D318-EE08-BF30BAA5E131}"/>
              </a:ext>
            </a:extLst>
          </p:cNvPr>
          <p:cNvCxnSpPr>
            <a:cxnSpLocks/>
            <a:stCxn id="49" idx="1"/>
            <a:endCxn id="45" idx="1"/>
          </p:cNvCxnSpPr>
          <p:nvPr/>
        </p:nvCxnSpPr>
        <p:spPr>
          <a:xfrm flipH="1">
            <a:off x="3348552" y="1778400"/>
            <a:ext cx="2566867" cy="211246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" name="Google Shape;129;p15">
            <a:extLst>
              <a:ext uri="{FF2B5EF4-FFF2-40B4-BE49-F238E27FC236}">
                <a16:creationId xmlns:a16="http://schemas.microsoft.com/office/drawing/2014/main" id="{9C34501D-8C10-F1B7-BBC5-B1BBEB2A9C08}"/>
              </a:ext>
            </a:extLst>
          </p:cNvPr>
          <p:cNvCxnSpPr>
            <a:cxnSpLocks/>
            <a:stCxn id="44" idx="2"/>
            <a:endCxn id="45" idx="1"/>
          </p:cNvCxnSpPr>
          <p:nvPr/>
        </p:nvCxnSpPr>
        <p:spPr>
          <a:xfrm>
            <a:off x="3248221" y="3423798"/>
            <a:ext cx="100331" cy="467068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6" name="Google Shape;129;p15">
            <a:extLst>
              <a:ext uri="{FF2B5EF4-FFF2-40B4-BE49-F238E27FC236}">
                <a16:creationId xmlns:a16="http://schemas.microsoft.com/office/drawing/2014/main" id="{12F817B4-6C1B-0773-E26B-2684CC236D53}"/>
              </a:ext>
            </a:extLst>
          </p:cNvPr>
          <p:cNvCxnSpPr>
            <a:cxnSpLocks/>
            <a:stCxn id="10" idx="1"/>
            <a:endCxn id="27" idx="3"/>
          </p:cNvCxnSpPr>
          <p:nvPr/>
        </p:nvCxnSpPr>
        <p:spPr>
          <a:xfrm flipH="1">
            <a:off x="2359948" y="3615400"/>
            <a:ext cx="3418212" cy="27546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E88A45A3-AC03-7FCC-72E3-052857DE7211}"/>
              </a:ext>
            </a:extLst>
          </p:cNvPr>
          <p:cNvGrpSpPr/>
          <p:nvPr/>
        </p:nvGrpSpPr>
        <p:grpSpPr>
          <a:xfrm>
            <a:off x="752546" y="5287932"/>
            <a:ext cx="1071603" cy="1118400"/>
            <a:chOff x="2576366" y="4663498"/>
            <a:chExt cx="1071603" cy="1118400"/>
          </a:xfrm>
        </p:grpSpPr>
        <p:grpSp>
          <p:nvGrpSpPr>
            <p:cNvPr id="25" name="Google Shape;65;p14">
              <a:extLst>
                <a:ext uri="{FF2B5EF4-FFF2-40B4-BE49-F238E27FC236}">
                  <a16:creationId xmlns:a16="http://schemas.microsoft.com/office/drawing/2014/main" id="{9F30E415-63EA-2853-7212-BBE533A5E4C9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53" name="Google Shape;66;p14">
                <a:extLst>
                  <a:ext uri="{FF2B5EF4-FFF2-40B4-BE49-F238E27FC236}">
                    <a16:creationId xmlns:a16="http://schemas.microsoft.com/office/drawing/2014/main" id="{AC3C2983-99C5-00E0-A0FC-97FD13C486AF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55" name="Google Shape;67;p14">
                  <a:extLst>
                    <a:ext uri="{FF2B5EF4-FFF2-40B4-BE49-F238E27FC236}">
                      <a16:creationId xmlns:a16="http://schemas.microsoft.com/office/drawing/2014/main" id="{FC7F86B7-895F-3C8F-BF17-C808B5C8F775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0x04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" name="Google Shape;68;p14">
                  <a:extLst>
                    <a:ext uri="{FF2B5EF4-FFF2-40B4-BE49-F238E27FC236}">
                      <a16:creationId xmlns:a16="http://schemas.microsoft.com/office/drawing/2014/main" id="{CEE7FBD4-D4F1-A998-D65B-FB6AFB8F2B58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40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54" name="Google Shape;69;p14">
                <a:extLst>
                  <a:ext uri="{FF2B5EF4-FFF2-40B4-BE49-F238E27FC236}">
                    <a16:creationId xmlns:a16="http://schemas.microsoft.com/office/drawing/2014/main" id="{11735534-C847-9934-5705-0FD76CE7DF0D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2" name="Google Shape;81;p14">
              <a:extLst>
                <a:ext uri="{FF2B5EF4-FFF2-40B4-BE49-F238E27FC236}">
                  <a16:creationId xmlns:a16="http://schemas.microsoft.com/office/drawing/2014/main" id="{3C613A10-1FCE-1ABD-DF37-083B7A25067C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7" name="Google Shape;62;p14">
            <a:extLst>
              <a:ext uri="{FF2B5EF4-FFF2-40B4-BE49-F238E27FC236}">
                <a16:creationId xmlns:a16="http://schemas.microsoft.com/office/drawing/2014/main" id="{516F5633-895B-8243-F2A7-54AE3ABA5DFA}"/>
              </a:ext>
            </a:extLst>
          </p:cNvPr>
          <p:cNvGrpSpPr/>
          <p:nvPr/>
        </p:nvGrpSpPr>
        <p:grpSpPr>
          <a:xfrm>
            <a:off x="7503561" y="1207532"/>
            <a:ext cx="1071600" cy="745600"/>
            <a:chOff x="725125" y="742575"/>
            <a:chExt cx="803700" cy="559200"/>
          </a:xfrm>
        </p:grpSpPr>
        <p:sp>
          <p:nvSpPr>
            <p:cNvPr id="58" name="Google Shape;63;p14">
              <a:extLst>
                <a:ext uri="{FF2B5EF4-FFF2-40B4-BE49-F238E27FC236}">
                  <a16:creationId xmlns:a16="http://schemas.microsoft.com/office/drawing/2014/main" id="{0875C4AE-8A3F-52D8-42F7-E9833DD17358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64;p14">
              <a:extLst>
                <a:ext uri="{FF2B5EF4-FFF2-40B4-BE49-F238E27FC236}">
                  <a16:creationId xmlns:a16="http://schemas.microsoft.com/office/drawing/2014/main" id="{32F19C58-1A95-16EB-4C3D-EDD44F6E27A3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0x04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0" name="Google Shape;129;p15">
            <a:extLst>
              <a:ext uri="{FF2B5EF4-FFF2-40B4-BE49-F238E27FC236}">
                <a16:creationId xmlns:a16="http://schemas.microsoft.com/office/drawing/2014/main" id="{2CB0536E-3FEF-5957-51BA-C19F71443E8D}"/>
              </a:ext>
            </a:extLst>
          </p:cNvPr>
          <p:cNvCxnSpPr>
            <a:cxnSpLocks/>
            <a:stCxn id="59" idx="1"/>
            <a:endCxn id="55" idx="3"/>
          </p:cNvCxnSpPr>
          <p:nvPr/>
        </p:nvCxnSpPr>
        <p:spPr>
          <a:xfrm flipH="1">
            <a:off x="1824146" y="1766732"/>
            <a:ext cx="5679415" cy="37076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0" name="Google Shape;129;p15">
            <a:extLst>
              <a:ext uri="{FF2B5EF4-FFF2-40B4-BE49-F238E27FC236}">
                <a16:creationId xmlns:a16="http://schemas.microsoft.com/office/drawing/2014/main" id="{5E98FFA2-88A4-C507-384E-F73AF3DA983D}"/>
              </a:ext>
            </a:extLst>
          </p:cNvPr>
          <p:cNvCxnSpPr>
            <a:cxnSpLocks/>
            <a:stCxn id="22" idx="1"/>
            <a:endCxn id="66" idx="3"/>
          </p:cNvCxnSpPr>
          <p:nvPr/>
        </p:nvCxnSpPr>
        <p:spPr>
          <a:xfrm flipH="1">
            <a:off x="3652475" y="3615400"/>
            <a:ext cx="3691858" cy="186193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CC9C8065-CEBE-3678-00DA-FCAD5FA3E09D}"/>
              </a:ext>
            </a:extLst>
          </p:cNvPr>
          <p:cNvSpPr txBox="1"/>
          <p:nvPr/>
        </p:nvSpPr>
        <p:spPr>
          <a:xfrm>
            <a:off x="8904182" y="2528634"/>
            <a:ext cx="50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33</a:t>
            </a:r>
            <a:endParaRPr lang="ko-KR" altLang="en-US" dirty="0"/>
          </a:p>
        </p:txBody>
      </p:sp>
      <p:cxnSp>
        <p:nvCxnSpPr>
          <p:cNvPr id="61" name="Google Shape;129;p15">
            <a:extLst>
              <a:ext uri="{FF2B5EF4-FFF2-40B4-BE49-F238E27FC236}">
                <a16:creationId xmlns:a16="http://schemas.microsoft.com/office/drawing/2014/main" id="{F29DA938-4B1A-1123-7A1F-7BBBC63ED51A}"/>
              </a:ext>
            </a:extLst>
          </p:cNvPr>
          <p:cNvCxnSpPr>
            <a:cxnSpLocks/>
            <a:stCxn id="26" idx="2"/>
            <a:endCxn id="55" idx="0"/>
          </p:cNvCxnSpPr>
          <p:nvPr/>
        </p:nvCxnSpPr>
        <p:spPr>
          <a:xfrm flipH="1">
            <a:off x="1288346" y="4822866"/>
            <a:ext cx="258278" cy="46506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" name="그룹 2">
            <a:extLst>
              <a:ext uri="{FF2B5EF4-FFF2-40B4-BE49-F238E27FC236}">
                <a16:creationId xmlns:a16="http://schemas.microsoft.com/office/drawing/2014/main" id="{65F30EFE-0269-CF18-954A-C03E271A17C3}"/>
              </a:ext>
            </a:extLst>
          </p:cNvPr>
          <p:cNvGrpSpPr/>
          <p:nvPr/>
        </p:nvGrpSpPr>
        <p:grpSpPr>
          <a:xfrm>
            <a:off x="2580875" y="5290930"/>
            <a:ext cx="1071603" cy="1118400"/>
            <a:chOff x="2576366" y="4663498"/>
            <a:chExt cx="1071603" cy="1118400"/>
          </a:xfrm>
        </p:grpSpPr>
        <p:grpSp>
          <p:nvGrpSpPr>
            <p:cNvPr id="4" name="Google Shape;65;p14">
              <a:extLst>
                <a:ext uri="{FF2B5EF4-FFF2-40B4-BE49-F238E27FC236}">
                  <a16:creationId xmlns:a16="http://schemas.microsoft.com/office/drawing/2014/main" id="{604559BD-6698-6C00-E595-5F4B17FCA4D9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63" name="Google Shape;66;p14">
                <a:extLst>
                  <a:ext uri="{FF2B5EF4-FFF2-40B4-BE49-F238E27FC236}">
                    <a16:creationId xmlns:a16="http://schemas.microsoft.com/office/drawing/2014/main" id="{C778274F-D954-D463-BDDE-14400DE9AD76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66" name="Google Shape;67;p14">
                  <a:extLst>
                    <a:ext uri="{FF2B5EF4-FFF2-40B4-BE49-F238E27FC236}">
                      <a16:creationId xmlns:a16="http://schemas.microsoft.com/office/drawing/2014/main" id="{639D0FB6-58FA-EC16-DB46-DB3793B57E3F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0x05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7" name="Google Shape;68;p14">
                  <a:extLst>
                    <a:ext uri="{FF2B5EF4-FFF2-40B4-BE49-F238E27FC236}">
                      <a16:creationId xmlns:a16="http://schemas.microsoft.com/office/drawing/2014/main" id="{6506FB30-8028-A56D-B581-EE980B55BF55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50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4" name="Google Shape;69;p14">
                <a:extLst>
                  <a:ext uri="{FF2B5EF4-FFF2-40B4-BE49-F238E27FC236}">
                    <a16:creationId xmlns:a16="http://schemas.microsoft.com/office/drawing/2014/main" id="{0BB45E03-9F78-43A0-21F5-69BE338CB9E5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2" name="Google Shape;81;p14">
              <a:extLst>
                <a:ext uri="{FF2B5EF4-FFF2-40B4-BE49-F238E27FC236}">
                  <a16:creationId xmlns:a16="http://schemas.microsoft.com/office/drawing/2014/main" id="{2BF538C0-EBF9-59A8-272B-BB4D973E41BD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8" name="Google Shape;62;p14">
            <a:extLst>
              <a:ext uri="{FF2B5EF4-FFF2-40B4-BE49-F238E27FC236}">
                <a16:creationId xmlns:a16="http://schemas.microsoft.com/office/drawing/2014/main" id="{53142A4C-69AC-F2C1-32BA-2A6083AF5962}"/>
              </a:ext>
            </a:extLst>
          </p:cNvPr>
          <p:cNvGrpSpPr/>
          <p:nvPr/>
        </p:nvGrpSpPr>
        <p:grpSpPr>
          <a:xfrm>
            <a:off x="9057851" y="1219200"/>
            <a:ext cx="1071600" cy="745600"/>
            <a:chOff x="725125" y="742575"/>
            <a:chExt cx="803700" cy="559200"/>
          </a:xfrm>
        </p:grpSpPr>
        <p:sp>
          <p:nvSpPr>
            <p:cNvPr id="69" name="Google Shape;63;p14">
              <a:extLst>
                <a:ext uri="{FF2B5EF4-FFF2-40B4-BE49-F238E27FC236}">
                  <a16:creationId xmlns:a16="http://schemas.microsoft.com/office/drawing/2014/main" id="{0A9BE5E6-07C0-C77A-C2A3-20A553F8CE95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64;p14">
              <a:extLst>
                <a:ext uri="{FF2B5EF4-FFF2-40B4-BE49-F238E27FC236}">
                  <a16:creationId xmlns:a16="http://schemas.microsoft.com/office/drawing/2014/main" id="{B47F833F-9D41-012F-F3A9-D38F64719B0F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71" name="Google Shape;129;p15">
            <a:extLst>
              <a:ext uri="{FF2B5EF4-FFF2-40B4-BE49-F238E27FC236}">
                <a16:creationId xmlns:a16="http://schemas.microsoft.com/office/drawing/2014/main" id="{B55CBAA3-D973-80BD-D7F3-0002223C668B}"/>
              </a:ext>
            </a:extLst>
          </p:cNvPr>
          <p:cNvCxnSpPr>
            <a:cxnSpLocks/>
            <a:stCxn id="70" idx="1"/>
            <a:endCxn id="66" idx="3"/>
          </p:cNvCxnSpPr>
          <p:nvPr/>
        </p:nvCxnSpPr>
        <p:spPr>
          <a:xfrm flipH="1">
            <a:off x="3652475" y="1778400"/>
            <a:ext cx="5405376" cy="369893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37665138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46F50-CDE7-25AC-B757-A2381F98E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Google Shape;324;p23">
            <a:extLst>
              <a:ext uri="{FF2B5EF4-FFF2-40B4-BE49-F238E27FC236}">
                <a16:creationId xmlns:a16="http://schemas.microsoft.com/office/drawing/2014/main" id="{FCF56234-38EE-DCD2-63DA-B77AB845F09A}"/>
              </a:ext>
            </a:extLst>
          </p:cNvPr>
          <p:cNvCxnSpPr>
            <a:cxnSpLocks/>
          </p:cNvCxnSpPr>
          <p:nvPr/>
        </p:nvCxnSpPr>
        <p:spPr>
          <a:xfrm>
            <a:off x="6849760" y="544531"/>
            <a:ext cx="176084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13" name="Google Shape;129;p15">
            <a:extLst>
              <a:ext uri="{FF2B5EF4-FFF2-40B4-BE49-F238E27FC236}">
                <a16:creationId xmlns:a16="http://schemas.microsoft.com/office/drawing/2014/main" id="{CA9E579E-0803-51FD-BCDF-6CDFF5CCFF1C}"/>
              </a:ext>
            </a:extLst>
          </p:cNvPr>
          <p:cNvCxnSpPr>
            <a:cxnSpLocks/>
          </p:cNvCxnSpPr>
          <p:nvPr/>
        </p:nvCxnSpPr>
        <p:spPr>
          <a:xfrm>
            <a:off x="9046860" y="544531"/>
            <a:ext cx="176084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6951672E-CD53-37C0-E0B8-52D19F6728E8}"/>
              </a:ext>
            </a:extLst>
          </p:cNvPr>
          <p:cNvGrpSpPr/>
          <p:nvPr/>
        </p:nvGrpSpPr>
        <p:grpSpPr>
          <a:xfrm>
            <a:off x="2454148" y="2310600"/>
            <a:ext cx="1071603" cy="1118400"/>
            <a:chOff x="2576366" y="4663498"/>
            <a:chExt cx="1071603" cy="1118400"/>
          </a:xfrm>
        </p:grpSpPr>
        <p:grpSp>
          <p:nvGrpSpPr>
            <p:cNvPr id="38" name="Google Shape;65;p14">
              <a:extLst>
                <a:ext uri="{FF2B5EF4-FFF2-40B4-BE49-F238E27FC236}">
                  <a16:creationId xmlns:a16="http://schemas.microsoft.com/office/drawing/2014/main" id="{F1DCE8B2-111B-5D28-F55F-8AB9BD168512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39" name="Google Shape;66;p14">
                <a:extLst>
                  <a:ext uri="{FF2B5EF4-FFF2-40B4-BE49-F238E27FC236}">
                    <a16:creationId xmlns:a16="http://schemas.microsoft.com/office/drawing/2014/main" id="{0B80072B-D39B-76C2-C09A-3077DEBAA884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41" name="Google Shape;67;p14">
                  <a:extLst>
                    <a:ext uri="{FF2B5EF4-FFF2-40B4-BE49-F238E27FC236}">
                      <a16:creationId xmlns:a16="http://schemas.microsoft.com/office/drawing/2014/main" id="{EBEF62B3-2D3B-0C0B-0502-E3F06EEBB2D3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0x01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" name="Google Shape;68;p14">
                  <a:extLst>
                    <a:ext uri="{FF2B5EF4-FFF2-40B4-BE49-F238E27FC236}">
                      <a16:creationId xmlns:a16="http://schemas.microsoft.com/office/drawing/2014/main" id="{E3A03879-8B45-0202-95D7-F4840E9A8461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" name="Google Shape;69;p14">
                <a:extLst>
                  <a:ext uri="{FF2B5EF4-FFF2-40B4-BE49-F238E27FC236}">
                    <a16:creationId xmlns:a16="http://schemas.microsoft.com/office/drawing/2014/main" id="{9C02C375-C21D-E93E-8C02-A41DBF86F5D0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0x02</a:t>
                </a:r>
                <a:endParaRPr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4" name="Google Shape;81;p14">
              <a:extLst>
                <a:ext uri="{FF2B5EF4-FFF2-40B4-BE49-F238E27FC236}">
                  <a16:creationId xmlns:a16="http://schemas.microsoft.com/office/drawing/2014/main" id="{E4CB1A96-030C-19F4-7C57-F9E496B1C3F9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0x03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" name="Google Shape;62;p14">
            <a:extLst>
              <a:ext uri="{FF2B5EF4-FFF2-40B4-BE49-F238E27FC236}">
                <a16:creationId xmlns:a16="http://schemas.microsoft.com/office/drawing/2014/main" id="{47F48392-7245-362F-ECAB-3350391AD5B7}"/>
              </a:ext>
            </a:extLst>
          </p:cNvPr>
          <p:cNvGrpSpPr/>
          <p:nvPr/>
        </p:nvGrpSpPr>
        <p:grpSpPr>
          <a:xfrm>
            <a:off x="2734233" y="1219200"/>
            <a:ext cx="1071600" cy="745600"/>
            <a:chOff x="725125" y="742575"/>
            <a:chExt cx="803700" cy="559200"/>
          </a:xfrm>
        </p:grpSpPr>
        <p:sp>
          <p:nvSpPr>
            <p:cNvPr id="14" name="Google Shape;63;p14">
              <a:extLst>
                <a:ext uri="{FF2B5EF4-FFF2-40B4-BE49-F238E27FC236}">
                  <a16:creationId xmlns:a16="http://schemas.microsoft.com/office/drawing/2014/main" id="{8137521B-717A-0FA1-2728-764AFA61B635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pParent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64;p14">
              <a:extLst>
                <a:ext uri="{FF2B5EF4-FFF2-40B4-BE49-F238E27FC236}">
                  <a16:creationId xmlns:a16="http://schemas.microsoft.com/office/drawing/2014/main" id="{A9628E43-02A6-2385-093A-B3DF42560FDD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15C5C987-3467-3791-6CB5-06CCEE06D354}"/>
              </a:ext>
            </a:extLst>
          </p:cNvPr>
          <p:cNvGrpSpPr/>
          <p:nvPr/>
        </p:nvGrpSpPr>
        <p:grpSpPr>
          <a:xfrm>
            <a:off x="1288348" y="3704466"/>
            <a:ext cx="1071603" cy="1118400"/>
            <a:chOff x="2576366" y="4663498"/>
            <a:chExt cx="1071603" cy="1118400"/>
          </a:xfrm>
        </p:grpSpPr>
        <p:grpSp>
          <p:nvGrpSpPr>
            <p:cNvPr id="18" name="Google Shape;65;p14">
              <a:extLst>
                <a:ext uri="{FF2B5EF4-FFF2-40B4-BE49-F238E27FC236}">
                  <a16:creationId xmlns:a16="http://schemas.microsoft.com/office/drawing/2014/main" id="{A55D491A-E9BE-7BAE-168E-45CB838B8A0A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24" name="Google Shape;66;p14">
                <a:extLst>
                  <a:ext uri="{FF2B5EF4-FFF2-40B4-BE49-F238E27FC236}">
                    <a16:creationId xmlns:a16="http://schemas.microsoft.com/office/drawing/2014/main" id="{A053C4F4-2FC0-78BB-EE7D-4AD1B3C527C2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27" name="Google Shape;67;p14">
                  <a:extLst>
                    <a:ext uri="{FF2B5EF4-FFF2-40B4-BE49-F238E27FC236}">
                      <a16:creationId xmlns:a16="http://schemas.microsoft.com/office/drawing/2014/main" id="{494C335B-28F7-762F-FF89-AF98633977B4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0x02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" name="Google Shape;68;p14">
                  <a:extLst>
                    <a:ext uri="{FF2B5EF4-FFF2-40B4-BE49-F238E27FC236}">
                      <a16:creationId xmlns:a16="http://schemas.microsoft.com/office/drawing/2014/main" id="{E4DA7E3E-826C-1D45-A68F-7D5EFCE8841B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20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6" name="Google Shape;69;p14">
                <a:extLst>
                  <a:ext uri="{FF2B5EF4-FFF2-40B4-BE49-F238E27FC236}">
                    <a16:creationId xmlns:a16="http://schemas.microsoft.com/office/drawing/2014/main" id="{F64C0F86-D061-334E-8BFF-CAF42FBE298A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0x04</a:t>
                </a:r>
                <a:endParaRPr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" name="Google Shape;81;p14">
              <a:extLst>
                <a:ext uri="{FF2B5EF4-FFF2-40B4-BE49-F238E27FC236}">
                  <a16:creationId xmlns:a16="http://schemas.microsoft.com/office/drawing/2014/main" id="{E87A5958-C380-31E4-5E6E-6C0195B15278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0x05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2" name="Google Shape;129;p15">
            <a:extLst>
              <a:ext uri="{FF2B5EF4-FFF2-40B4-BE49-F238E27FC236}">
                <a16:creationId xmlns:a16="http://schemas.microsoft.com/office/drawing/2014/main" id="{1F8F7FB1-95F3-FF10-D2A5-DFE80C4FFFC8}"/>
              </a:ext>
            </a:extLst>
          </p:cNvPr>
          <p:cNvCxnSpPr>
            <a:cxnSpLocks/>
            <a:stCxn id="15" idx="1"/>
            <a:endCxn id="41" idx="1"/>
          </p:cNvCxnSpPr>
          <p:nvPr/>
        </p:nvCxnSpPr>
        <p:spPr>
          <a:xfrm flipH="1">
            <a:off x="2454148" y="1778400"/>
            <a:ext cx="280085" cy="7186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9" name="Google Shape;62;p14">
            <a:extLst>
              <a:ext uri="{FF2B5EF4-FFF2-40B4-BE49-F238E27FC236}">
                <a16:creationId xmlns:a16="http://schemas.microsoft.com/office/drawing/2014/main" id="{929F31AA-B0C0-8C32-98D2-7DDBDFE88527}"/>
              </a:ext>
            </a:extLst>
          </p:cNvPr>
          <p:cNvGrpSpPr/>
          <p:nvPr/>
        </p:nvGrpSpPr>
        <p:grpSpPr>
          <a:xfrm>
            <a:off x="4326533" y="1219200"/>
            <a:ext cx="1071600" cy="745600"/>
            <a:chOff x="725125" y="742575"/>
            <a:chExt cx="803700" cy="559200"/>
          </a:xfrm>
        </p:grpSpPr>
        <p:sp>
          <p:nvSpPr>
            <p:cNvPr id="30" name="Google Shape;63;p14">
              <a:extLst>
                <a:ext uri="{FF2B5EF4-FFF2-40B4-BE49-F238E27FC236}">
                  <a16:creationId xmlns:a16="http://schemas.microsoft.com/office/drawing/2014/main" id="{CA7F5FAC-5E78-C6C4-0DFF-E3D31E79D332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pLeft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64;p14">
              <a:extLst>
                <a:ext uri="{FF2B5EF4-FFF2-40B4-BE49-F238E27FC236}">
                  <a16:creationId xmlns:a16="http://schemas.microsoft.com/office/drawing/2014/main" id="{0D375996-90DE-E0C7-AB08-C6FC73126AD6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0x02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6" name="Google Shape;129;p15">
            <a:extLst>
              <a:ext uri="{FF2B5EF4-FFF2-40B4-BE49-F238E27FC236}">
                <a16:creationId xmlns:a16="http://schemas.microsoft.com/office/drawing/2014/main" id="{66F4C790-5A18-B1BA-C33A-6762D90D406B}"/>
              </a:ext>
            </a:extLst>
          </p:cNvPr>
          <p:cNvCxnSpPr>
            <a:cxnSpLocks/>
            <a:stCxn id="31" idx="1"/>
            <a:endCxn id="27" idx="1"/>
          </p:cNvCxnSpPr>
          <p:nvPr/>
        </p:nvCxnSpPr>
        <p:spPr>
          <a:xfrm flipH="1">
            <a:off x="1288348" y="1778400"/>
            <a:ext cx="3038185" cy="211246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2F53CBE-C395-1D01-1DF3-BEEDD4697FA7}"/>
              </a:ext>
            </a:extLst>
          </p:cNvPr>
          <p:cNvSpPr txBox="1"/>
          <p:nvPr/>
        </p:nvSpPr>
        <p:spPr>
          <a:xfrm>
            <a:off x="266700" y="451668"/>
            <a:ext cx="406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70 </a:t>
            </a:r>
            <a:r>
              <a:rPr lang="en-US" altLang="ko-KR" dirty="0" err="1"/>
              <a:t>MakeLeft</a:t>
            </a:r>
            <a:r>
              <a:rPr lang="en-US" altLang="ko-KR" dirty="0"/>
              <a:t>(</a:t>
            </a:r>
            <a:r>
              <a:rPr lang="en-US" altLang="ko-KR" dirty="0" err="1"/>
              <a:t>pLeft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 err="1"/>
              <a:t>pE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7" name="Google Shape;70;p14">
            <a:extLst>
              <a:ext uri="{FF2B5EF4-FFF2-40B4-BE49-F238E27FC236}">
                <a16:creationId xmlns:a16="http://schemas.microsoft.com/office/drawing/2014/main" id="{19FCC7F3-DFC6-3676-395F-3A65065D5E0B}"/>
              </a:ext>
            </a:extLst>
          </p:cNvPr>
          <p:cNvGrpSpPr/>
          <p:nvPr/>
        </p:nvGrpSpPr>
        <p:grpSpPr>
          <a:xfrm>
            <a:off x="5778160" y="3056200"/>
            <a:ext cx="1071600" cy="745600"/>
            <a:chOff x="725125" y="742575"/>
            <a:chExt cx="803700" cy="559200"/>
          </a:xfrm>
        </p:grpSpPr>
        <p:sp>
          <p:nvSpPr>
            <p:cNvPr id="8" name="Google Shape;71;p14">
              <a:extLst>
                <a:ext uri="{FF2B5EF4-FFF2-40B4-BE49-F238E27FC236}">
                  <a16:creationId xmlns:a16="http://schemas.microsoft.com/office/drawing/2014/main" id="{9933D0B1-B893-F7A8-A90A-D63CCC7350F6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pParent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72;p14">
              <a:extLst>
                <a:ext uri="{FF2B5EF4-FFF2-40B4-BE49-F238E27FC236}">
                  <a16:creationId xmlns:a16="http://schemas.microsoft.com/office/drawing/2014/main" id="{722AAC6E-CDB6-EBDB-0E47-37AF01B5AECD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0x02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" name="Google Shape;70;p14">
            <a:extLst>
              <a:ext uri="{FF2B5EF4-FFF2-40B4-BE49-F238E27FC236}">
                <a16:creationId xmlns:a16="http://schemas.microsoft.com/office/drawing/2014/main" id="{9C8E12EF-2664-0AC4-6714-ACE1E92AAAEC}"/>
              </a:ext>
            </a:extLst>
          </p:cNvPr>
          <p:cNvGrpSpPr/>
          <p:nvPr/>
        </p:nvGrpSpPr>
        <p:grpSpPr>
          <a:xfrm>
            <a:off x="7344333" y="3056200"/>
            <a:ext cx="1071600" cy="745600"/>
            <a:chOff x="725125" y="742575"/>
            <a:chExt cx="803700" cy="559200"/>
          </a:xfrm>
        </p:grpSpPr>
        <p:sp>
          <p:nvSpPr>
            <p:cNvPr id="21" name="Google Shape;71;p14">
              <a:extLst>
                <a:ext uri="{FF2B5EF4-FFF2-40B4-BE49-F238E27FC236}">
                  <a16:creationId xmlns:a16="http://schemas.microsoft.com/office/drawing/2014/main" id="{9845A02D-C06D-0B0C-E146-08D0BB86FFE0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pChilde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72;p14">
              <a:extLst>
                <a:ext uri="{FF2B5EF4-FFF2-40B4-BE49-F238E27FC236}">
                  <a16:creationId xmlns:a16="http://schemas.microsoft.com/office/drawing/2014/main" id="{12E56D10-53FC-E93F-C958-E6D15D8A1D4F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3" name="Google Shape;324;p23">
            <a:extLst>
              <a:ext uri="{FF2B5EF4-FFF2-40B4-BE49-F238E27FC236}">
                <a16:creationId xmlns:a16="http://schemas.microsoft.com/office/drawing/2014/main" id="{92925637-0F69-C827-7C2B-B9A02C46041D}"/>
              </a:ext>
            </a:extLst>
          </p:cNvPr>
          <p:cNvCxnSpPr>
            <a:cxnSpLocks/>
            <a:stCxn id="31" idx="2"/>
            <a:endCxn id="8" idx="2"/>
          </p:cNvCxnSpPr>
          <p:nvPr/>
        </p:nvCxnSpPr>
        <p:spPr>
          <a:xfrm>
            <a:off x="4862333" y="1964800"/>
            <a:ext cx="1451627" cy="1464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73" name="Google Shape;324;p23">
            <a:extLst>
              <a:ext uri="{FF2B5EF4-FFF2-40B4-BE49-F238E27FC236}">
                <a16:creationId xmlns:a16="http://schemas.microsoft.com/office/drawing/2014/main" id="{F9792F10-4A15-14CE-84CD-44ECC470BDFC}"/>
              </a:ext>
            </a:extLst>
          </p:cNvPr>
          <p:cNvCxnSpPr>
            <a:cxnSpLocks/>
            <a:stCxn id="70" idx="2"/>
            <a:endCxn id="21" idx="2"/>
          </p:cNvCxnSpPr>
          <p:nvPr/>
        </p:nvCxnSpPr>
        <p:spPr>
          <a:xfrm flipH="1">
            <a:off x="7880133" y="1964800"/>
            <a:ext cx="1713518" cy="1464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5" name="Google Shape;129;p15">
            <a:extLst>
              <a:ext uri="{FF2B5EF4-FFF2-40B4-BE49-F238E27FC236}">
                <a16:creationId xmlns:a16="http://schemas.microsoft.com/office/drawing/2014/main" id="{18EEF0A3-8EDA-9873-DCF7-4F614D0420C2}"/>
              </a:ext>
            </a:extLst>
          </p:cNvPr>
          <p:cNvCxnSpPr>
            <a:cxnSpLocks/>
            <a:stCxn id="40" idx="2"/>
            <a:endCxn id="27" idx="0"/>
          </p:cNvCxnSpPr>
          <p:nvPr/>
        </p:nvCxnSpPr>
        <p:spPr>
          <a:xfrm flipH="1">
            <a:off x="1824148" y="3429000"/>
            <a:ext cx="888276" cy="27546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F32C8ABD-E204-91AC-E284-F9605875184E}"/>
              </a:ext>
            </a:extLst>
          </p:cNvPr>
          <p:cNvGrpSpPr/>
          <p:nvPr/>
        </p:nvGrpSpPr>
        <p:grpSpPr>
          <a:xfrm>
            <a:off x="3348552" y="3704466"/>
            <a:ext cx="1071603" cy="1118400"/>
            <a:chOff x="2576366" y="4663498"/>
            <a:chExt cx="1071603" cy="1118400"/>
          </a:xfrm>
        </p:grpSpPr>
        <p:grpSp>
          <p:nvGrpSpPr>
            <p:cNvPr id="34" name="Google Shape;65;p14">
              <a:extLst>
                <a:ext uri="{FF2B5EF4-FFF2-40B4-BE49-F238E27FC236}">
                  <a16:creationId xmlns:a16="http://schemas.microsoft.com/office/drawing/2014/main" id="{FB20DEA6-223D-CA86-8AC2-C91B252EABD4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37" name="Google Shape;66;p14">
                <a:extLst>
                  <a:ext uri="{FF2B5EF4-FFF2-40B4-BE49-F238E27FC236}">
                    <a16:creationId xmlns:a16="http://schemas.microsoft.com/office/drawing/2014/main" id="{F8C62C32-35E0-6131-870F-80A659894AC2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45" name="Google Shape;67;p14">
                  <a:extLst>
                    <a:ext uri="{FF2B5EF4-FFF2-40B4-BE49-F238E27FC236}">
                      <a16:creationId xmlns:a16="http://schemas.microsoft.com/office/drawing/2014/main" id="{5AD7733A-B7DC-3CE8-EC01-02D89026DDDA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0x03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" name="Google Shape;68;p14">
                  <a:extLst>
                    <a:ext uri="{FF2B5EF4-FFF2-40B4-BE49-F238E27FC236}">
                      <a16:creationId xmlns:a16="http://schemas.microsoft.com/office/drawing/2014/main" id="{C6FBD69D-E701-23D1-5BD8-8CAB25513527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30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3" name="Google Shape;69;p14">
                <a:extLst>
                  <a:ext uri="{FF2B5EF4-FFF2-40B4-BE49-F238E27FC236}">
                    <a16:creationId xmlns:a16="http://schemas.microsoft.com/office/drawing/2014/main" id="{3FE2C1C6-403D-66D7-7886-5DC9AA0F00BC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5" name="Google Shape;81;p14">
              <a:extLst>
                <a:ext uri="{FF2B5EF4-FFF2-40B4-BE49-F238E27FC236}">
                  <a16:creationId xmlns:a16="http://schemas.microsoft.com/office/drawing/2014/main" id="{EAAB44E2-E2E0-8059-0B7E-DCED4CFF7474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" name="Google Shape;62;p14">
            <a:extLst>
              <a:ext uri="{FF2B5EF4-FFF2-40B4-BE49-F238E27FC236}">
                <a16:creationId xmlns:a16="http://schemas.microsoft.com/office/drawing/2014/main" id="{1219B8A6-E661-5EA3-4774-9FF8CD265B30}"/>
              </a:ext>
            </a:extLst>
          </p:cNvPr>
          <p:cNvGrpSpPr/>
          <p:nvPr/>
        </p:nvGrpSpPr>
        <p:grpSpPr>
          <a:xfrm>
            <a:off x="5915419" y="1219200"/>
            <a:ext cx="1071600" cy="745600"/>
            <a:chOff x="725125" y="742575"/>
            <a:chExt cx="803700" cy="559200"/>
          </a:xfrm>
        </p:grpSpPr>
        <p:sp>
          <p:nvSpPr>
            <p:cNvPr id="48" name="Google Shape;63;p14">
              <a:extLst>
                <a:ext uri="{FF2B5EF4-FFF2-40B4-BE49-F238E27FC236}">
                  <a16:creationId xmlns:a16="http://schemas.microsoft.com/office/drawing/2014/main" id="{A48DC3E5-DE1A-5B81-F278-E2CAF4A4FCAD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pRight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64;p14">
              <a:extLst>
                <a:ext uri="{FF2B5EF4-FFF2-40B4-BE49-F238E27FC236}">
                  <a16:creationId xmlns:a16="http://schemas.microsoft.com/office/drawing/2014/main" id="{DC4C3311-38A5-54E7-B06E-50EB5D2555AA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0" name="Google Shape;129;p15">
            <a:extLst>
              <a:ext uri="{FF2B5EF4-FFF2-40B4-BE49-F238E27FC236}">
                <a16:creationId xmlns:a16="http://schemas.microsoft.com/office/drawing/2014/main" id="{BF643C4E-E527-47D5-9EB5-843EE2DD72C4}"/>
              </a:ext>
            </a:extLst>
          </p:cNvPr>
          <p:cNvCxnSpPr>
            <a:cxnSpLocks/>
            <a:stCxn id="49" idx="1"/>
            <a:endCxn id="45" idx="1"/>
          </p:cNvCxnSpPr>
          <p:nvPr/>
        </p:nvCxnSpPr>
        <p:spPr>
          <a:xfrm flipH="1">
            <a:off x="3348552" y="1778400"/>
            <a:ext cx="2566867" cy="211246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" name="Google Shape;129;p15">
            <a:extLst>
              <a:ext uri="{FF2B5EF4-FFF2-40B4-BE49-F238E27FC236}">
                <a16:creationId xmlns:a16="http://schemas.microsoft.com/office/drawing/2014/main" id="{E783723D-A6D5-24FF-1780-0FB874198319}"/>
              </a:ext>
            </a:extLst>
          </p:cNvPr>
          <p:cNvCxnSpPr>
            <a:cxnSpLocks/>
            <a:stCxn id="44" idx="2"/>
            <a:endCxn id="45" idx="1"/>
          </p:cNvCxnSpPr>
          <p:nvPr/>
        </p:nvCxnSpPr>
        <p:spPr>
          <a:xfrm>
            <a:off x="3248221" y="3423798"/>
            <a:ext cx="100331" cy="467068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6" name="Google Shape;129;p15">
            <a:extLst>
              <a:ext uri="{FF2B5EF4-FFF2-40B4-BE49-F238E27FC236}">
                <a16:creationId xmlns:a16="http://schemas.microsoft.com/office/drawing/2014/main" id="{A96983A6-4229-8316-A678-E1FD25102BE1}"/>
              </a:ext>
            </a:extLst>
          </p:cNvPr>
          <p:cNvCxnSpPr>
            <a:cxnSpLocks/>
            <a:stCxn id="10" idx="1"/>
            <a:endCxn id="27" idx="3"/>
          </p:cNvCxnSpPr>
          <p:nvPr/>
        </p:nvCxnSpPr>
        <p:spPr>
          <a:xfrm flipH="1">
            <a:off x="2359948" y="3615400"/>
            <a:ext cx="3418212" cy="27546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E1039068-62C4-4A14-8E3E-FC36094F8412}"/>
              </a:ext>
            </a:extLst>
          </p:cNvPr>
          <p:cNvGrpSpPr/>
          <p:nvPr/>
        </p:nvGrpSpPr>
        <p:grpSpPr>
          <a:xfrm>
            <a:off x="752546" y="5287932"/>
            <a:ext cx="1071603" cy="1118400"/>
            <a:chOff x="2576366" y="4663498"/>
            <a:chExt cx="1071603" cy="1118400"/>
          </a:xfrm>
        </p:grpSpPr>
        <p:grpSp>
          <p:nvGrpSpPr>
            <p:cNvPr id="25" name="Google Shape;65;p14">
              <a:extLst>
                <a:ext uri="{FF2B5EF4-FFF2-40B4-BE49-F238E27FC236}">
                  <a16:creationId xmlns:a16="http://schemas.microsoft.com/office/drawing/2014/main" id="{5FDD2B8C-F7DA-5CE7-0EF4-7D5FC162E9AB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53" name="Google Shape;66;p14">
                <a:extLst>
                  <a:ext uri="{FF2B5EF4-FFF2-40B4-BE49-F238E27FC236}">
                    <a16:creationId xmlns:a16="http://schemas.microsoft.com/office/drawing/2014/main" id="{112E3EE5-6163-BA1E-CDB2-F2BB80E886EC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55" name="Google Shape;67;p14">
                  <a:extLst>
                    <a:ext uri="{FF2B5EF4-FFF2-40B4-BE49-F238E27FC236}">
                      <a16:creationId xmlns:a16="http://schemas.microsoft.com/office/drawing/2014/main" id="{2E9BF49D-3C89-E926-A4BC-9D46528A4B7C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0x04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" name="Google Shape;68;p14">
                  <a:extLst>
                    <a:ext uri="{FF2B5EF4-FFF2-40B4-BE49-F238E27FC236}">
                      <a16:creationId xmlns:a16="http://schemas.microsoft.com/office/drawing/2014/main" id="{3BA11C4B-257B-64E3-773F-66C0B290EA90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40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54" name="Google Shape;69;p14">
                <a:extLst>
                  <a:ext uri="{FF2B5EF4-FFF2-40B4-BE49-F238E27FC236}">
                    <a16:creationId xmlns:a16="http://schemas.microsoft.com/office/drawing/2014/main" id="{AC892E89-5149-FB01-E8B7-8AFBC5874D3E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2" name="Google Shape;81;p14">
              <a:extLst>
                <a:ext uri="{FF2B5EF4-FFF2-40B4-BE49-F238E27FC236}">
                  <a16:creationId xmlns:a16="http://schemas.microsoft.com/office/drawing/2014/main" id="{A1181533-E3EA-9757-4C59-50E35BA2E06F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7" name="Google Shape;62;p14">
            <a:extLst>
              <a:ext uri="{FF2B5EF4-FFF2-40B4-BE49-F238E27FC236}">
                <a16:creationId xmlns:a16="http://schemas.microsoft.com/office/drawing/2014/main" id="{E25017DF-581C-4DA9-E6D0-F225D5D90E1A}"/>
              </a:ext>
            </a:extLst>
          </p:cNvPr>
          <p:cNvGrpSpPr/>
          <p:nvPr/>
        </p:nvGrpSpPr>
        <p:grpSpPr>
          <a:xfrm>
            <a:off x="7503561" y="1207532"/>
            <a:ext cx="1071600" cy="745600"/>
            <a:chOff x="725125" y="742575"/>
            <a:chExt cx="803700" cy="559200"/>
          </a:xfrm>
        </p:grpSpPr>
        <p:sp>
          <p:nvSpPr>
            <p:cNvPr id="58" name="Google Shape;63;p14">
              <a:extLst>
                <a:ext uri="{FF2B5EF4-FFF2-40B4-BE49-F238E27FC236}">
                  <a16:creationId xmlns:a16="http://schemas.microsoft.com/office/drawing/2014/main" id="{4C27AFE8-5061-B1FE-D726-C2907687EF59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64;p14">
              <a:extLst>
                <a:ext uri="{FF2B5EF4-FFF2-40B4-BE49-F238E27FC236}">
                  <a16:creationId xmlns:a16="http://schemas.microsoft.com/office/drawing/2014/main" id="{1AA035E9-AB72-63B4-CC57-71309452F70A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0x04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0" name="Google Shape;129;p15">
            <a:extLst>
              <a:ext uri="{FF2B5EF4-FFF2-40B4-BE49-F238E27FC236}">
                <a16:creationId xmlns:a16="http://schemas.microsoft.com/office/drawing/2014/main" id="{FEBD600E-5F4C-6726-948D-F1D70A17CFC2}"/>
              </a:ext>
            </a:extLst>
          </p:cNvPr>
          <p:cNvCxnSpPr>
            <a:cxnSpLocks/>
            <a:stCxn id="59" idx="1"/>
            <a:endCxn id="55" idx="3"/>
          </p:cNvCxnSpPr>
          <p:nvPr/>
        </p:nvCxnSpPr>
        <p:spPr>
          <a:xfrm flipH="1">
            <a:off x="1824146" y="1766732"/>
            <a:ext cx="5679415" cy="37076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0" name="Google Shape;129;p15">
            <a:extLst>
              <a:ext uri="{FF2B5EF4-FFF2-40B4-BE49-F238E27FC236}">
                <a16:creationId xmlns:a16="http://schemas.microsoft.com/office/drawing/2014/main" id="{99003AEC-3235-4C83-9C13-12EDA20A4DF4}"/>
              </a:ext>
            </a:extLst>
          </p:cNvPr>
          <p:cNvCxnSpPr>
            <a:cxnSpLocks/>
            <a:stCxn id="22" idx="1"/>
            <a:endCxn id="66" idx="3"/>
          </p:cNvCxnSpPr>
          <p:nvPr/>
        </p:nvCxnSpPr>
        <p:spPr>
          <a:xfrm flipH="1">
            <a:off x="3652475" y="3615400"/>
            <a:ext cx="3691858" cy="186193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06E1781C-9427-0532-267D-CB7F14BD46BC}"/>
              </a:ext>
            </a:extLst>
          </p:cNvPr>
          <p:cNvSpPr txBox="1"/>
          <p:nvPr/>
        </p:nvSpPr>
        <p:spPr>
          <a:xfrm>
            <a:off x="2663868" y="4180098"/>
            <a:ext cx="50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37</a:t>
            </a:r>
            <a:endParaRPr lang="ko-KR" altLang="en-US" dirty="0"/>
          </a:p>
        </p:txBody>
      </p:sp>
      <p:cxnSp>
        <p:nvCxnSpPr>
          <p:cNvPr id="61" name="Google Shape;129;p15">
            <a:extLst>
              <a:ext uri="{FF2B5EF4-FFF2-40B4-BE49-F238E27FC236}">
                <a16:creationId xmlns:a16="http://schemas.microsoft.com/office/drawing/2014/main" id="{B67125C7-0DF9-59C9-CAA9-2623F3781884}"/>
              </a:ext>
            </a:extLst>
          </p:cNvPr>
          <p:cNvCxnSpPr>
            <a:cxnSpLocks/>
            <a:stCxn id="26" idx="2"/>
            <a:endCxn id="55" idx="0"/>
          </p:cNvCxnSpPr>
          <p:nvPr/>
        </p:nvCxnSpPr>
        <p:spPr>
          <a:xfrm flipH="1">
            <a:off x="1288346" y="4822866"/>
            <a:ext cx="258278" cy="46506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" name="그룹 2">
            <a:extLst>
              <a:ext uri="{FF2B5EF4-FFF2-40B4-BE49-F238E27FC236}">
                <a16:creationId xmlns:a16="http://schemas.microsoft.com/office/drawing/2014/main" id="{C8DA44AB-076A-B7BC-B1CB-A144BCAD7FB4}"/>
              </a:ext>
            </a:extLst>
          </p:cNvPr>
          <p:cNvGrpSpPr/>
          <p:nvPr/>
        </p:nvGrpSpPr>
        <p:grpSpPr>
          <a:xfrm>
            <a:off x="2580875" y="5290930"/>
            <a:ext cx="1071603" cy="1118400"/>
            <a:chOff x="2576366" y="4663498"/>
            <a:chExt cx="1071603" cy="1118400"/>
          </a:xfrm>
        </p:grpSpPr>
        <p:grpSp>
          <p:nvGrpSpPr>
            <p:cNvPr id="4" name="Google Shape;65;p14">
              <a:extLst>
                <a:ext uri="{FF2B5EF4-FFF2-40B4-BE49-F238E27FC236}">
                  <a16:creationId xmlns:a16="http://schemas.microsoft.com/office/drawing/2014/main" id="{42B14DD2-ACBE-2598-BA20-E3AC39FE2D3B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63" name="Google Shape;66;p14">
                <a:extLst>
                  <a:ext uri="{FF2B5EF4-FFF2-40B4-BE49-F238E27FC236}">
                    <a16:creationId xmlns:a16="http://schemas.microsoft.com/office/drawing/2014/main" id="{87323BD7-8BA6-C60F-E0DF-E8D51C143CAD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66" name="Google Shape;67;p14">
                  <a:extLst>
                    <a:ext uri="{FF2B5EF4-FFF2-40B4-BE49-F238E27FC236}">
                      <a16:creationId xmlns:a16="http://schemas.microsoft.com/office/drawing/2014/main" id="{17AB2D01-B177-8563-D852-7A6610BDECC4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0x05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7" name="Google Shape;68;p14">
                  <a:extLst>
                    <a:ext uri="{FF2B5EF4-FFF2-40B4-BE49-F238E27FC236}">
                      <a16:creationId xmlns:a16="http://schemas.microsoft.com/office/drawing/2014/main" id="{48E962E2-DD00-5E2F-3704-250CD0A7C585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50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4" name="Google Shape;69;p14">
                <a:extLst>
                  <a:ext uri="{FF2B5EF4-FFF2-40B4-BE49-F238E27FC236}">
                    <a16:creationId xmlns:a16="http://schemas.microsoft.com/office/drawing/2014/main" id="{49B6A785-95B9-7DA1-6AA8-A187E82B6945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2" name="Google Shape;81;p14">
              <a:extLst>
                <a:ext uri="{FF2B5EF4-FFF2-40B4-BE49-F238E27FC236}">
                  <a16:creationId xmlns:a16="http://schemas.microsoft.com/office/drawing/2014/main" id="{A145683C-5A21-42DA-5854-D7EE7A502A91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8" name="Google Shape;62;p14">
            <a:extLst>
              <a:ext uri="{FF2B5EF4-FFF2-40B4-BE49-F238E27FC236}">
                <a16:creationId xmlns:a16="http://schemas.microsoft.com/office/drawing/2014/main" id="{1C2BF44E-00F3-3F7B-B6D5-E93D601AA2AE}"/>
              </a:ext>
            </a:extLst>
          </p:cNvPr>
          <p:cNvGrpSpPr/>
          <p:nvPr/>
        </p:nvGrpSpPr>
        <p:grpSpPr>
          <a:xfrm>
            <a:off x="9057851" y="1219200"/>
            <a:ext cx="1071600" cy="745600"/>
            <a:chOff x="725125" y="742575"/>
            <a:chExt cx="803700" cy="559200"/>
          </a:xfrm>
        </p:grpSpPr>
        <p:sp>
          <p:nvSpPr>
            <p:cNvPr id="69" name="Google Shape;63;p14">
              <a:extLst>
                <a:ext uri="{FF2B5EF4-FFF2-40B4-BE49-F238E27FC236}">
                  <a16:creationId xmlns:a16="http://schemas.microsoft.com/office/drawing/2014/main" id="{87E67DD8-0EBF-3372-BB8D-827D3E8483CA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64;p14">
              <a:extLst>
                <a:ext uri="{FF2B5EF4-FFF2-40B4-BE49-F238E27FC236}">
                  <a16:creationId xmlns:a16="http://schemas.microsoft.com/office/drawing/2014/main" id="{5E882EDD-D997-00DD-5BCA-6AA15A17ACC2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71" name="Google Shape;129;p15">
            <a:extLst>
              <a:ext uri="{FF2B5EF4-FFF2-40B4-BE49-F238E27FC236}">
                <a16:creationId xmlns:a16="http://schemas.microsoft.com/office/drawing/2014/main" id="{03EC246D-3277-EFD4-2C39-65CF68555D06}"/>
              </a:ext>
            </a:extLst>
          </p:cNvPr>
          <p:cNvCxnSpPr>
            <a:cxnSpLocks/>
            <a:stCxn id="70" idx="1"/>
            <a:endCxn id="66" idx="3"/>
          </p:cNvCxnSpPr>
          <p:nvPr/>
        </p:nvCxnSpPr>
        <p:spPr>
          <a:xfrm flipH="1">
            <a:off x="3652475" y="1778400"/>
            <a:ext cx="5405376" cy="369893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" name="Google Shape;324;p23">
            <a:extLst>
              <a:ext uri="{FF2B5EF4-FFF2-40B4-BE49-F238E27FC236}">
                <a16:creationId xmlns:a16="http://schemas.microsoft.com/office/drawing/2014/main" id="{8A88E377-7282-EB79-99E0-6A4C0C81F34D}"/>
              </a:ext>
            </a:extLst>
          </p:cNvPr>
          <p:cNvCxnSpPr>
            <a:cxnSpLocks/>
            <a:stCxn id="22" idx="1"/>
            <a:endCxn id="19" idx="3"/>
          </p:cNvCxnSpPr>
          <p:nvPr/>
        </p:nvCxnSpPr>
        <p:spPr>
          <a:xfrm flipH="1">
            <a:off x="2359948" y="3615400"/>
            <a:ext cx="4984385" cy="101624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75" name="Google Shape;129;p15">
            <a:extLst>
              <a:ext uri="{FF2B5EF4-FFF2-40B4-BE49-F238E27FC236}">
                <a16:creationId xmlns:a16="http://schemas.microsoft.com/office/drawing/2014/main" id="{00059CEA-FCFD-24C3-0F62-DBECA05B0216}"/>
              </a:ext>
            </a:extLst>
          </p:cNvPr>
          <p:cNvCxnSpPr>
            <a:cxnSpLocks/>
            <a:stCxn id="19" idx="2"/>
            <a:endCxn id="66" idx="0"/>
          </p:cNvCxnSpPr>
          <p:nvPr/>
        </p:nvCxnSpPr>
        <p:spPr>
          <a:xfrm>
            <a:off x="2082421" y="4817664"/>
            <a:ext cx="1034254" cy="47326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29016775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C0D56-B907-070A-3707-2313F9250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Google Shape;324;p23">
            <a:extLst>
              <a:ext uri="{FF2B5EF4-FFF2-40B4-BE49-F238E27FC236}">
                <a16:creationId xmlns:a16="http://schemas.microsoft.com/office/drawing/2014/main" id="{43CB7397-B987-E561-F594-E1FF9B01FD71}"/>
              </a:ext>
            </a:extLst>
          </p:cNvPr>
          <p:cNvCxnSpPr>
            <a:cxnSpLocks/>
          </p:cNvCxnSpPr>
          <p:nvPr/>
        </p:nvCxnSpPr>
        <p:spPr>
          <a:xfrm>
            <a:off x="6849760" y="544531"/>
            <a:ext cx="176084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13" name="Google Shape;129;p15">
            <a:extLst>
              <a:ext uri="{FF2B5EF4-FFF2-40B4-BE49-F238E27FC236}">
                <a16:creationId xmlns:a16="http://schemas.microsoft.com/office/drawing/2014/main" id="{43D24E16-3A17-C7A7-AFB2-96571FFB8006}"/>
              </a:ext>
            </a:extLst>
          </p:cNvPr>
          <p:cNvCxnSpPr>
            <a:cxnSpLocks/>
          </p:cNvCxnSpPr>
          <p:nvPr/>
        </p:nvCxnSpPr>
        <p:spPr>
          <a:xfrm>
            <a:off x="9046860" y="544531"/>
            <a:ext cx="176084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A7EF1E25-429C-FB73-5CAA-63312449ACDA}"/>
              </a:ext>
            </a:extLst>
          </p:cNvPr>
          <p:cNvGrpSpPr/>
          <p:nvPr/>
        </p:nvGrpSpPr>
        <p:grpSpPr>
          <a:xfrm>
            <a:off x="2454148" y="2310600"/>
            <a:ext cx="1071603" cy="1118400"/>
            <a:chOff x="2576366" y="4663498"/>
            <a:chExt cx="1071603" cy="1118400"/>
          </a:xfrm>
        </p:grpSpPr>
        <p:grpSp>
          <p:nvGrpSpPr>
            <p:cNvPr id="38" name="Google Shape;65;p14">
              <a:extLst>
                <a:ext uri="{FF2B5EF4-FFF2-40B4-BE49-F238E27FC236}">
                  <a16:creationId xmlns:a16="http://schemas.microsoft.com/office/drawing/2014/main" id="{6DFB26CD-4442-04BA-A29C-7661817101A7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39" name="Google Shape;66;p14">
                <a:extLst>
                  <a:ext uri="{FF2B5EF4-FFF2-40B4-BE49-F238E27FC236}">
                    <a16:creationId xmlns:a16="http://schemas.microsoft.com/office/drawing/2014/main" id="{9571E4B2-9613-843F-1AAF-C17B686F94F0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41" name="Google Shape;67;p14">
                  <a:extLst>
                    <a:ext uri="{FF2B5EF4-FFF2-40B4-BE49-F238E27FC236}">
                      <a16:creationId xmlns:a16="http://schemas.microsoft.com/office/drawing/2014/main" id="{7A616830-C4BB-690E-F95A-A28C96BD8682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0x01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" name="Google Shape;68;p14">
                  <a:extLst>
                    <a:ext uri="{FF2B5EF4-FFF2-40B4-BE49-F238E27FC236}">
                      <a16:creationId xmlns:a16="http://schemas.microsoft.com/office/drawing/2014/main" id="{E3ABD1C9-84BE-0EFE-E528-BCAE78D86D52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" name="Google Shape;69;p14">
                <a:extLst>
                  <a:ext uri="{FF2B5EF4-FFF2-40B4-BE49-F238E27FC236}">
                    <a16:creationId xmlns:a16="http://schemas.microsoft.com/office/drawing/2014/main" id="{1E289E2B-E88A-E7EE-50A9-2991F843DAAB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0x02</a:t>
                </a:r>
                <a:endParaRPr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4" name="Google Shape;81;p14">
              <a:extLst>
                <a:ext uri="{FF2B5EF4-FFF2-40B4-BE49-F238E27FC236}">
                  <a16:creationId xmlns:a16="http://schemas.microsoft.com/office/drawing/2014/main" id="{1EA32FEA-9FA3-A10F-F62A-9DBDDEBE7D87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0x03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" name="Google Shape;62;p14">
            <a:extLst>
              <a:ext uri="{FF2B5EF4-FFF2-40B4-BE49-F238E27FC236}">
                <a16:creationId xmlns:a16="http://schemas.microsoft.com/office/drawing/2014/main" id="{531D0015-509C-16F4-F2FA-A429832775DF}"/>
              </a:ext>
            </a:extLst>
          </p:cNvPr>
          <p:cNvGrpSpPr/>
          <p:nvPr/>
        </p:nvGrpSpPr>
        <p:grpSpPr>
          <a:xfrm>
            <a:off x="2734233" y="1219200"/>
            <a:ext cx="1071600" cy="745600"/>
            <a:chOff x="725125" y="742575"/>
            <a:chExt cx="803700" cy="559200"/>
          </a:xfrm>
        </p:grpSpPr>
        <p:sp>
          <p:nvSpPr>
            <p:cNvPr id="14" name="Google Shape;63;p14">
              <a:extLst>
                <a:ext uri="{FF2B5EF4-FFF2-40B4-BE49-F238E27FC236}">
                  <a16:creationId xmlns:a16="http://schemas.microsoft.com/office/drawing/2014/main" id="{165A1602-77AE-0B7B-A835-10627E8DD738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pParent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64;p14">
              <a:extLst>
                <a:ext uri="{FF2B5EF4-FFF2-40B4-BE49-F238E27FC236}">
                  <a16:creationId xmlns:a16="http://schemas.microsoft.com/office/drawing/2014/main" id="{3F3566AB-205E-4D3C-C2BF-32C4DCA97D6A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04DED59D-FAA0-1F08-631B-769EF1166F19}"/>
              </a:ext>
            </a:extLst>
          </p:cNvPr>
          <p:cNvGrpSpPr/>
          <p:nvPr/>
        </p:nvGrpSpPr>
        <p:grpSpPr>
          <a:xfrm>
            <a:off x="1288348" y="3704466"/>
            <a:ext cx="1071603" cy="1118400"/>
            <a:chOff x="2576366" y="4663498"/>
            <a:chExt cx="1071603" cy="1118400"/>
          </a:xfrm>
        </p:grpSpPr>
        <p:grpSp>
          <p:nvGrpSpPr>
            <p:cNvPr id="18" name="Google Shape;65;p14">
              <a:extLst>
                <a:ext uri="{FF2B5EF4-FFF2-40B4-BE49-F238E27FC236}">
                  <a16:creationId xmlns:a16="http://schemas.microsoft.com/office/drawing/2014/main" id="{91377A8F-6E31-DE98-F13A-AD161862DD47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24" name="Google Shape;66;p14">
                <a:extLst>
                  <a:ext uri="{FF2B5EF4-FFF2-40B4-BE49-F238E27FC236}">
                    <a16:creationId xmlns:a16="http://schemas.microsoft.com/office/drawing/2014/main" id="{FA7ED080-3F01-EC73-20AA-2AC331156A13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27" name="Google Shape;67;p14">
                  <a:extLst>
                    <a:ext uri="{FF2B5EF4-FFF2-40B4-BE49-F238E27FC236}">
                      <a16:creationId xmlns:a16="http://schemas.microsoft.com/office/drawing/2014/main" id="{95707754-D0D5-DB3A-66DD-1197391335F2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0x02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" name="Google Shape;68;p14">
                  <a:extLst>
                    <a:ext uri="{FF2B5EF4-FFF2-40B4-BE49-F238E27FC236}">
                      <a16:creationId xmlns:a16="http://schemas.microsoft.com/office/drawing/2014/main" id="{06854002-6A1C-D97B-C2C2-967AB9EC9F8C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20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6" name="Google Shape;69;p14">
                <a:extLst>
                  <a:ext uri="{FF2B5EF4-FFF2-40B4-BE49-F238E27FC236}">
                    <a16:creationId xmlns:a16="http://schemas.microsoft.com/office/drawing/2014/main" id="{17D862A4-A55E-701E-1913-06659BBABF16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0x04</a:t>
                </a:r>
                <a:endParaRPr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" name="Google Shape;81;p14">
              <a:extLst>
                <a:ext uri="{FF2B5EF4-FFF2-40B4-BE49-F238E27FC236}">
                  <a16:creationId xmlns:a16="http://schemas.microsoft.com/office/drawing/2014/main" id="{D711854A-103A-443B-FED8-2094EC161D19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0x05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2" name="Google Shape;129;p15">
            <a:extLst>
              <a:ext uri="{FF2B5EF4-FFF2-40B4-BE49-F238E27FC236}">
                <a16:creationId xmlns:a16="http://schemas.microsoft.com/office/drawing/2014/main" id="{96A82FF0-8A75-A59F-B63A-CED915E52659}"/>
              </a:ext>
            </a:extLst>
          </p:cNvPr>
          <p:cNvCxnSpPr>
            <a:cxnSpLocks/>
            <a:stCxn id="15" idx="1"/>
            <a:endCxn id="41" idx="1"/>
          </p:cNvCxnSpPr>
          <p:nvPr/>
        </p:nvCxnSpPr>
        <p:spPr>
          <a:xfrm flipH="1">
            <a:off x="2454148" y="1778400"/>
            <a:ext cx="280085" cy="7186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9" name="Google Shape;62;p14">
            <a:extLst>
              <a:ext uri="{FF2B5EF4-FFF2-40B4-BE49-F238E27FC236}">
                <a16:creationId xmlns:a16="http://schemas.microsoft.com/office/drawing/2014/main" id="{2BCAFB4D-4D15-17A6-52BA-E3681BF39CB4}"/>
              </a:ext>
            </a:extLst>
          </p:cNvPr>
          <p:cNvGrpSpPr/>
          <p:nvPr/>
        </p:nvGrpSpPr>
        <p:grpSpPr>
          <a:xfrm>
            <a:off x="4326533" y="1219200"/>
            <a:ext cx="1071600" cy="745600"/>
            <a:chOff x="725125" y="742575"/>
            <a:chExt cx="803700" cy="559200"/>
          </a:xfrm>
        </p:grpSpPr>
        <p:sp>
          <p:nvSpPr>
            <p:cNvPr id="30" name="Google Shape;63;p14">
              <a:extLst>
                <a:ext uri="{FF2B5EF4-FFF2-40B4-BE49-F238E27FC236}">
                  <a16:creationId xmlns:a16="http://schemas.microsoft.com/office/drawing/2014/main" id="{47CB4B5B-B725-FDE4-FCF5-A8297E7634E9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pLeft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64;p14">
              <a:extLst>
                <a:ext uri="{FF2B5EF4-FFF2-40B4-BE49-F238E27FC236}">
                  <a16:creationId xmlns:a16="http://schemas.microsoft.com/office/drawing/2014/main" id="{220D0EFC-EE75-1B4D-B461-B132FD1CC35F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0x02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6" name="Google Shape;129;p15">
            <a:extLst>
              <a:ext uri="{FF2B5EF4-FFF2-40B4-BE49-F238E27FC236}">
                <a16:creationId xmlns:a16="http://schemas.microsoft.com/office/drawing/2014/main" id="{14F02EBD-7EC3-5BCE-57F6-800814A8B8B1}"/>
              </a:ext>
            </a:extLst>
          </p:cNvPr>
          <p:cNvCxnSpPr>
            <a:cxnSpLocks/>
            <a:stCxn id="31" idx="1"/>
            <a:endCxn id="27" idx="1"/>
          </p:cNvCxnSpPr>
          <p:nvPr/>
        </p:nvCxnSpPr>
        <p:spPr>
          <a:xfrm flipH="1">
            <a:off x="1288348" y="1778400"/>
            <a:ext cx="3038185" cy="211246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2A992FF-3177-DCD4-900E-E7385AA0DAE4}"/>
              </a:ext>
            </a:extLst>
          </p:cNvPr>
          <p:cNvSpPr txBox="1"/>
          <p:nvPr/>
        </p:nvSpPr>
        <p:spPr>
          <a:xfrm>
            <a:off x="266700" y="451668"/>
            <a:ext cx="406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트리 연결 완료</a:t>
            </a:r>
          </a:p>
        </p:txBody>
      </p:sp>
      <p:cxnSp>
        <p:nvCxnSpPr>
          <p:cNvPr id="5" name="Google Shape;129;p15">
            <a:extLst>
              <a:ext uri="{FF2B5EF4-FFF2-40B4-BE49-F238E27FC236}">
                <a16:creationId xmlns:a16="http://schemas.microsoft.com/office/drawing/2014/main" id="{A598C02E-3256-57D7-BD05-29538267985D}"/>
              </a:ext>
            </a:extLst>
          </p:cNvPr>
          <p:cNvCxnSpPr>
            <a:cxnSpLocks/>
            <a:stCxn id="40" idx="2"/>
            <a:endCxn id="27" idx="0"/>
          </p:cNvCxnSpPr>
          <p:nvPr/>
        </p:nvCxnSpPr>
        <p:spPr>
          <a:xfrm flipH="1">
            <a:off x="1824148" y="3429000"/>
            <a:ext cx="888276" cy="27546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3A9005BB-742E-C37E-5D2D-080FA0E16FCA}"/>
              </a:ext>
            </a:extLst>
          </p:cNvPr>
          <p:cNvGrpSpPr/>
          <p:nvPr/>
        </p:nvGrpSpPr>
        <p:grpSpPr>
          <a:xfrm>
            <a:off x="3348552" y="3704466"/>
            <a:ext cx="1071603" cy="1118400"/>
            <a:chOff x="2576366" y="4663498"/>
            <a:chExt cx="1071603" cy="1118400"/>
          </a:xfrm>
        </p:grpSpPr>
        <p:grpSp>
          <p:nvGrpSpPr>
            <p:cNvPr id="34" name="Google Shape;65;p14">
              <a:extLst>
                <a:ext uri="{FF2B5EF4-FFF2-40B4-BE49-F238E27FC236}">
                  <a16:creationId xmlns:a16="http://schemas.microsoft.com/office/drawing/2014/main" id="{DE1E3AFE-A4CF-0903-553E-2ACE4594C4AF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37" name="Google Shape;66;p14">
                <a:extLst>
                  <a:ext uri="{FF2B5EF4-FFF2-40B4-BE49-F238E27FC236}">
                    <a16:creationId xmlns:a16="http://schemas.microsoft.com/office/drawing/2014/main" id="{8A598E39-24D0-23D0-1D07-57104FCE1383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45" name="Google Shape;67;p14">
                  <a:extLst>
                    <a:ext uri="{FF2B5EF4-FFF2-40B4-BE49-F238E27FC236}">
                      <a16:creationId xmlns:a16="http://schemas.microsoft.com/office/drawing/2014/main" id="{32D1227C-34BB-3371-BBAD-BAF3CB33420D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0x03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" name="Google Shape;68;p14">
                  <a:extLst>
                    <a:ext uri="{FF2B5EF4-FFF2-40B4-BE49-F238E27FC236}">
                      <a16:creationId xmlns:a16="http://schemas.microsoft.com/office/drawing/2014/main" id="{FAE18A79-63B0-8152-FE6B-0C3956201BF4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30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3" name="Google Shape;69;p14">
                <a:extLst>
                  <a:ext uri="{FF2B5EF4-FFF2-40B4-BE49-F238E27FC236}">
                    <a16:creationId xmlns:a16="http://schemas.microsoft.com/office/drawing/2014/main" id="{D28B6C07-0CCD-103A-25DD-90850AFE9BB0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5" name="Google Shape;81;p14">
              <a:extLst>
                <a:ext uri="{FF2B5EF4-FFF2-40B4-BE49-F238E27FC236}">
                  <a16:creationId xmlns:a16="http://schemas.microsoft.com/office/drawing/2014/main" id="{A591479C-8685-7BF1-44B9-1BF70251E55C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" name="Google Shape;62;p14">
            <a:extLst>
              <a:ext uri="{FF2B5EF4-FFF2-40B4-BE49-F238E27FC236}">
                <a16:creationId xmlns:a16="http://schemas.microsoft.com/office/drawing/2014/main" id="{6BED76C0-0798-E8B4-8876-F4749E17416F}"/>
              </a:ext>
            </a:extLst>
          </p:cNvPr>
          <p:cNvGrpSpPr/>
          <p:nvPr/>
        </p:nvGrpSpPr>
        <p:grpSpPr>
          <a:xfrm>
            <a:off x="5915419" y="1219200"/>
            <a:ext cx="1071600" cy="745600"/>
            <a:chOff x="725125" y="742575"/>
            <a:chExt cx="803700" cy="559200"/>
          </a:xfrm>
        </p:grpSpPr>
        <p:sp>
          <p:nvSpPr>
            <p:cNvPr id="48" name="Google Shape;63;p14">
              <a:extLst>
                <a:ext uri="{FF2B5EF4-FFF2-40B4-BE49-F238E27FC236}">
                  <a16:creationId xmlns:a16="http://schemas.microsoft.com/office/drawing/2014/main" id="{073E5F17-D35E-7FA0-1A97-8129D293BECC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pRight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64;p14">
              <a:extLst>
                <a:ext uri="{FF2B5EF4-FFF2-40B4-BE49-F238E27FC236}">
                  <a16:creationId xmlns:a16="http://schemas.microsoft.com/office/drawing/2014/main" id="{C53F2DA5-A4BF-1A67-13E2-E5EDD422AE9C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0" name="Google Shape;129;p15">
            <a:extLst>
              <a:ext uri="{FF2B5EF4-FFF2-40B4-BE49-F238E27FC236}">
                <a16:creationId xmlns:a16="http://schemas.microsoft.com/office/drawing/2014/main" id="{E349C337-9527-70C8-E445-B5B9CD41F56A}"/>
              </a:ext>
            </a:extLst>
          </p:cNvPr>
          <p:cNvCxnSpPr>
            <a:cxnSpLocks/>
            <a:stCxn id="49" idx="1"/>
            <a:endCxn id="45" idx="0"/>
          </p:cNvCxnSpPr>
          <p:nvPr/>
        </p:nvCxnSpPr>
        <p:spPr>
          <a:xfrm flipH="1">
            <a:off x="3884352" y="1778400"/>
            <a:ext cx="2031067" cy="192606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" name="Google Shape;129;p15">
            <a:extLst>
              <a:ext uri="{FF2B5EF4-FFF2-40B4-BE49-F238E27FC236}">
                <a16:creationId xmlns:a16="http://schemas.microsoft.com/office/drawing/2014/main" id="{D272660B-76F3-8816-23D1-C4F34231D226}"/>
              </a:ext>
            </a:extLst>
          </p:cNvPr>
          <p:cNvCxnSpPr>
            <a:cxnSpLocks/>
            <a:stCxn id="44" idx="2"/>
            <a:endCxn id="45" idx="0"/>
          </p:cNvCxnSpPr>
          <p:nvPr/>
        </p:nvCxnSpPr>
        <p:spPr>
          <a:xfrm>
            <a:off x="3248221" y="3423798"/>
            <a:ext cx="636131" cy="280668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90B2F859-A4E4-F977-DDC1-F1834222922C}"/>
              </a:ext>
            </a:extLst>
          </p:cNvPr>
          <p:cNvGrpSpPr/>
          <p:nvPr/>
        </p:nvGrpSpPr>
        <p:grpSpPr>
          <a:xfrm>
            <a:off x="752546" y="5287932"/>
            <a:ext cx="1071603" cy="1118400"/>
            <a:chOff x="2576366" y="4663498"/>
            <a:chExt cx="1071603" cy="1118400"/>
          </a:xfrm>
        </p:grpSpPr>
        <p:grpSp>
          <p:nvGrpSpPr>
            <p:cNvPr id="25" name="Google Shape;65;p14">
              <a:extLst>
                <a:ext uri="{FF2B5EF4-FFF2-40B4-BE49-F238E27FC236}">
                  <a16:creationId xmlns:a16="http://schemas.microsoft.com/office/drawing/2014/main" id="{FF06AFCC-C240-43AA-CCD9-D143BBBFFAFF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53" name="Google Shape;66;p14">
                <a:extLst>
                  <a:ext uri="{FF2B5EF4-FFF2-40B4-BE49-F238E27FC236}">
                    <a16:creationId xmlns:a16="http://schemas.microsoft.com/office/drawing/2014/main" id="{04538DC9-70C1-38FA-DAC4-06161AB228C0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55" name="Google Shape;67;p14">
                  <a:extLst>
                    <a:ext uri="{FF2B5EF4-FFF2-40B4-BE49-F238E27FC236}">
                      <a16:creationId xmlns:a16="http://schemas.microsoft.com/office/drawing/2014/main" id="{B28C8D69-441C-493C-F014-9E1EAC05ECC5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0x04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" name="Google Shape;68;p14">
                  <a:extLst>
                    <a:ext uri="{FF2B5EF4-FFF2-40B4-BE49-F238E27FC236}">
                      <a16:creationId xmlns:a16="http://schemas.microsoft.com/office/drawing/2014/main" id="{B77F97CB-3693-7BFF-C7C9-5017D9D222DF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40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54" name="Google Shape;69;p14">
                <a:extLst>
                  <a:ext uri="{FF2B5EF4-FFF2-40B4-BE49-F238E27FC236}">
                    <a16:creationId xmlns:a16="http://schemas.microsoft.com/office/drawing/2014/main" id="{894A3F4E-57F9-F16F-46B0-EC7A14D82E1C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2" name="Google Shape;81;p14">
              <a:extLst>
                <a:ext uri="{FF2B5EF4-FFF2-40B4-BE49-F238E27FC236}">
                  <a16:creationId xmlns:a16="http://schemas.microsoft.com/office/drawing/2014/main" id="{FA251B60-3308-10DD-E6D7-D42CEF714D2F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7" name="Google Shape;62;p14">
            <a:extLst>
              <a:ext uri="{FF2B5EF4-FFF2-40B4-BE49-F238E27FC236}">
                <a16:creationId xmlns:a16="http://schemas.microsoft.com/office/drawing/2014/main" id="{26F7829D-29C4-AB7E-BD89-92C8B4F0F6D7}"/>
              </a:ext>
            </a:extLst>
          </p:cNvPr>
          <p:cNvGrpSpPr/>
          <p:nvPr/>
        </p:nvGrpSpPr>
        <p:grpSpPr>
          <a:xfrm>
            <a:off x="7503561" y="1207532"/>
            <a:ext cx="1071600" cy="745600"/>
            <a:chOff x="725125" y="742575"/>
            <a:chExt cx="803700" cy="559200"/>
          </a:xfrm>
        </p:grpSpPr>
        <p:sp>
          <p:nvSpPr>
            <p:cNvPr id="58" name="Google Shape;63;p14">
              <a:extLst>
                <a:ext uri="{FF2B5EF4-FFF2-40B4-BE49-F238E27FC236}">
                  <a16:creationId xmlns:a16="http://schemas.microsoft.com/office/drawing/2014/main" id="{9A2D5EEF-B62C-55F4-4B76-5BA28F714AE7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64;p14">
              <a:extLst>
                <a:ext uri="{FF2B5EF4-FFF2-40B4-BE49-F238E27FC236}">
                  <a16:creationId xmlns:a16="http://schemas.microsoft.com/office/drawing/2014/main" id="{456A2D02-1EA5-85BB-251B-56CFA6A7B921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0x04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0" name="Google Shape;129;p15">
            <a:extLst>
              <a:ext uri="{FF2B5EF4-FFF2-40B4-BE49-F238E27FC236}">
                <a16:creationId xmlns:a16="http://schemas.microsoft.com/office/drawing/2014/main" id="{0565FA82-3D8B-1012-B419-0409D0C5AA04}"/>
              </a:ext>
            </a:extLst>
          </p:cNvPr>
          <p:cNvCxnSpPr>
            <a:cxnSpLocks/>
            <a:stCxn id="59" idx="1"/>
            <a:endCxn id="55" idx="3"/>
          </p:cNvCxnSpPr>
          <p:nvPr/>
        </p:nvCxnSpPr>
        <p:spPr>
          <a:xfrm flipH="1">
            <a:off x="1824146" y="1766732"/>
            <a:ext cx="5679415" cy="37076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1" name="Google Shape;129;p15">
            <a:extLst>
              <a:ext uri="{FF2B5EF4-FFF2-40B4-BE49-F238E27FC236}">
                <a16:creationId xmlns:a16="http://schemas.microsoft.com/office/drawing/2014/main" id="{43015267-1CB8-0384-4F19-2A0B836D69CD}"/>
              </a:ext>
            </a:extLst>
          </p:cNvPr>
          <p:cNvCxnSpPr>
            <a:cxnSpLocks/>
            <a:stCxn id="26" idx="2"/>
            <a:endCxn id="55" idx="0"/>
          </p:cNvCxnSpPr>
          <p:nvPr/>
        </p:nvCxnSpPr>
        <p:spPr>
          <a:xfrm flipH="1">
            <a:off x="1288346" y="4822866"/>
            <a:ext cx="258278" cy="46506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" name="그룹 2">
            <a:extLst>
              <a:ext uri="{FF2B5EF4-FFF2-40B4-BE49-F238E27FC236}">
                <a16:creationId xmlns:a16="http://schemas.microsoft.com/office/drawing/2014/main" id="{DDBE4128-0D8C-80EA-59E9-5D930D160DF6}"/>
              </a:ext>
            </a:extLst>
          </p:cNvPr>
          <p:cNvGrpSpPr/>
          <p:nvPr/>
        </p:nvGrpSpPr>
        <p:grpSpPr>
          <a:xfrm>
            <a:off x="2580875" y="5290930"/>
            <a:ext cx="1071603" cy="1118400"/>
            <a:chOff x="2576366" y="4663498"/>
            <a:chExt cx="1071603" cy="1118400"/>
          </a:xfrm>
        </p:grpSpPr>
        <p:grpSp>
          <p:nvGrpSpPr>
            <p:cNvPr id="4" name="Google Shape;65;p14">
              <a:extLst>
                <a:ext uri="{FF2B5EF4-FFF2-40B4-BE49-F238E27FC236}">
                  <a16:creationId xmlns:a16="http://schemas.microsoft.com/office/drawing/2014/main" id="{FD984F20-D673-668F-CFFC-20DC73E122D0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63" name="Google Shape;66;p14">
                <a:extLst>
                  <a:ext uri="{FF2B5EF4-FFF2-40B4-BE49-F238E27FC236}">
                    <a16:creationId xmlns:a16="http://schemas.microsoft.com/office/drawing/2014/main" id="{047D6557-30B8-B9F0-FDF0-E1AECF77E4C4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66" name="Google Shape;67;p14">
                  <a:extLst>
                    <a:ext uri="{FF2B5EF4-FFF2-40B4-BE49-F238E27FC236}">
                      <a16:creationId xmlns:a16="http://schemas.microsoft.com/office/drawing/2014/main" id="{D75CF4FB-A474-0DC0-15A4-B5F1D4C49375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0x05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7" name="Google Shape;68;p14">
                  <a:extLst>
                    <a:ext uri="{FF2B5EF4-FFF2-40B4-BE49-F238E27FC236}">
                      <a16:creationId xmlns:a16="http://schemas.microsoft.com/office/drawing/2014/main" id="{36993A76-327D-AE28-1222-4AEB89B56922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50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4" name="Google Shape;69;p14">
                <a:extLst>
                  <a:ext uri="{FF2B5EF4-FFF2-40B4-BE49-F238E27FC236}">
                    <a16:creationId xmlns:a16="http://schemas.microsoft.com/office/drawing/2014/main" id="{4032BF54-3C5B-73F0-DD95-B9B7F440D4FC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2" name="Google Shape;81;p14">
              <a:extLst>
                <a:ext uri="{FF2B5EF4-FFF2-40B4-BE49-F238E27FC236}">
                  <a16:creationId xmlns:a16="http://schemas.microsoft.com/office/drawing/2014/main" id="{577DF925-CA42-EBAE-A74D-A03258F0D203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8" name="Google Shape;62;p14">
            <a:extLst>
              <a:ext uri="{FF2B5EF4-FFF2-40B4-BE49-F238E27FC236}">
                <a16:creationId xmlns:a16="http://schemas.microsoft.com/office/drawing/2014/main" id="{C8064904-C73B-8898-4FA4-BB2D9D663A2E}"/>
              </a:ext>
            </a:extLst>
          </p:cNvPr>
          <p:cNvGrpSpPr/>
          <p:nvPr/>
        </p:nvGrpSpPr>
        <p:grpSpPr>
          <a:xfrm>
            <a:off x="9057851" y="1219200"/>
            <a:ext cx="1071600" cy="745600"/>
            <a:chOff x="725125" y="742575"/>
            <a:chExt cx="803700" cy="559200"/>
          </a:xfrm>
        </p:grpSpPr>
        <p:sp>
          <p:nvSpPr>
            <p:cNvPr id="69" name="Google Shape;63;p14">
              <a:extLst>
                <a:ext uri="{FF2B5EF4-FFF2-40B4-BE49-F238E27FC236}">
                  <a16:creationId xmlns:a16="http://schemas.microsoft.com/office/drawing/2014/main" id="{C47981B4-F52E-D98F-D914-DDA5686C0A92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64;p14">
              <a:extLst>
                <a:ext uri="{FF2B5EF4-FFF2-40B4-BE49-F238E27FC236}">
                  <a16:creationId xmlns:a16="http://schemas.microsoft.com/office/drawing/2014/main" id="{64C0317F-3E62-1FE2-55D0-26BE51199704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71" name="Google Shape;129;p15">
            <a:extLst>
              <a:ext uri="{FF2B5EF4-FFF2-40B4-BE49-F238E27FC236}">
                <a16:creationId xmlns:a16="http://schemas.microsoft.com/office/drawing/2014/main" id="{698DDD84-541F-C0B3-C41F-39F3DD1BBBEC}"/>
              </a:ext>
            </a:extLst>
          </p:cNvPr>
          <p:cNvCxnSpPr>
            <a:cxnSpLocks/>
            <a:stCxn id="70" idx="1"/>
            <a:endCxn id="66" idx="3"/>
          </p:cNvCxnSpPr>
          <p:nvPr/>
        </p:nvCxnSpPr>
        <p:spPr>
          <a:xfrm flipH="1">
            <a:off x="3652475" y="1778400"/>
            <a:ext cx="5405376" cy="369893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5" name="Google Shape;129;p15">
            <a:extLst>
              <a:ext uri="{FF2B5EF4-FFF2-40B4-BE49-F238E27FC236}">
                <a16:creationId xmlns:a16="http://schemas.microsoft.com/office/drawing/2014/main" id="{83D7B32F-81D8-A975-4A43-64728DA61139}"/>
              </a:ext>
            </a:extLst>
          </p:cNvPr>
          <p:cNvCxnSpPr>
            <a:cxnSpLocks/>
            <a:stCxn id="19" idx="2"/>
            <a:endCxn id="66" idx="0"/>
          </p:cNvCxnSpPr>
          <p:nvPr/>
        </p:nvCxnSpPr>
        <p:spPr>
          <a:xfrm>
            <a:off x="2082421" y="4817664"/>
            <a:ext cx="1034254" cy="47326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77" name="Google Shape;62;p14">
            <a:extLst>
              <a:ext uri="{FF2B5EF4-FFF2-40B4-BE49-F238E27FC236}">
                <a16:creationId xmlns:a16="http://schemas.microsoft.com/office/drawing/2014/main" id="{7FFBE72D-C7C1-BD8E-8203-3901EACD039C}"/>
              </a:ext>
            </a:extLst>
          </p:cNvPr>
          <p:cNvGrpSpPr/>
          <p:nvPr/>
        </p:nvGrpSpPr>
        <p:grpSpPr>
          <a:xfrm>
            <a:off x="753033" y="1219200"/>
            <a:ext cx="1071600" cy="745600"/>
            <a:chOff x="725125" y="742575"/>
            <a:chExt cx="803700" cy="559200"/>
          </a:xfrm>
        </p:grpSpPr>
        <p:sp>
          <p:nvSpPr>
            <p:cNvPr id="78" name="Google Shape;63;p14">
              <a:extLst>
                <a:ext uri="{FF2B5EF4-FFF2-40B4-BE49-F238E27FC236}">
                  <a16:creationId xmlns:a16="http://schemas.microsoft.com/office/drawing/2014/main" id="{93F088A3-0834-C0F7-920B-3CF845F49E49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pSeed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64;p14">
              <a:extLst>
                <a:ext uri="{FF2B5EF4-FFF2-40B4-BE49-F238E27FC236}">
                  <a16:creationId xmlns:a16="http://schemas.microsoft.com/office/drawing/2014/main" id="{D8A6DDB4-FEED-AAB8-1B98-B34D0A2ADBDD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altLang="ko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516103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6DEAE-3E68-6B9F-1C14-A035C1931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Google Shape;324;p23">
            <a:extLst>
              <a:ext uri="{FF2B5EF4-FFF2-40B4-BE49-F238E27FC236}">
                <a16:creationId xmlns:a16="http://schemas.microsoft.com/office/drawing/2014/main" id="{D0DA75F0-1E51-0BAB-B04D-297ACE11E6BA}"/>
              </a:ext>
            </a:extLst>
          </p:cNvPr>
          <p:cNvCxnSpPr>
            <a:cxnSpLocks/>
          </p:cNvCxnSpPr>
          <p:nvPr/>
        </p:nvCxnSpPr>
        <p:spPr>
          <a:xfrm>
            <a:off x="6849760" y="544531"/>
            <a:ext cx="176084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13" name="Google Shape;129;p15">
            <a:extLst>
              <a:ext uri="{FF2B5EF4-FFF2-40B4-BE49-F238E27FC236}">
                <a16:creationId xmlns:a16="http://schemas.microsoft.com/office/drawing/2014/main" id="{B3DBFC5C-552D-5E55-03B1-6D4DBDD771AE}"/>
              </a:ext>
            </a:extLst>
          </p:cNvPr>
          <p:cNvCxnSpPr>
            <a:cxnSpLocks/>
          </p:cNvCxnSpPr>
          <p:nvPr/>
        </p:nvCxnSpPr>
        <p:spPr>
          <a:xfrm>
            <a:off x="9046860" y="544531"/>
            <a:ext cx="176084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A68E8F25-4FD6-4577-92A7-1D0DDDCD5EFF}"/>
              </a:ext>
            </a:extLst>
          </p:cNvPr>
          <p:cNvGrpSpPr/>
          <p:nvPr/>
        </p:nvGrpSpPr>
        <p:grpSpPr>
          <a:xfrm>
            <a:off x="2454148" y="2310600"/>
            <a:ext cx="1071603" cy="1118400"/>
            <a:chOff x="2576366" y="4663498"/>
            <a:chExt cx="1071603" cy="1118400"/>
          </a:xfrm>
        </p:grpSpPr>
        <p:grpSp>
          <p:nvGrpSpPr>
            <p:cNvPr id="38" name="Google Shape;65;p14">
              <a:extLst>
                <a:ext uri="{FF2B5EF4-FFF2-40B4-BE49-F238E27FC236}">
                  <a16:creationId xmlns:a16="http://schemas.microsoft.com/office/drawing/2014/main" id="{15898601-55B4-D1F5-10C5-CFC07819FBA6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39" name="Google Shape;66;p14">
                <a:extLst>
                  <a:ext uri="{FF2B5EF4-FFF2-40B4-BE49-F238E27FC236}">
                    <a16:creationId xmlns:a16="http://schemas.microsoft.com/office/drawing/2014/main" id="{13C5B6C1-6F61-C453-CF72-A1650D7BB18E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41" name="Google Shape;67;p14">
                  <a:extLst>
                    <a:ext uri="{FF2B5EF4-FFF2-40B4-BE49-F238E27FC236}">
                      <a16:creationId xmlns:a16="http://schemas.microsoft.com/office/drawing/2014/main" id="{558FE286-F424-DC97-E89F-68125BDF81D3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0x01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" name="Google Shape;68;p14">
                  <a:extLst>
                    <a:ext uri="{FF2B5EF4-FFF2-40B4-BE49-F238E27FC236}">
                      <a16:creationId xmlns:a16="http://schemas.microsoft.com/office/drawing/2014/main" id="{EF1C1B95-6E45-C85D-2EBC-0817256DD99F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" name="Google Shape;69;p14">
                <a:extLst>
                  <a:ext uri="{FF2B5EF4-FFF2-40B4-BE49-F238E27FC236}">
                    <a16:creationId xmlns:a16="http://schemas.microsoft.com/office/drawing/2014/main" id="{BD18AB7C-8BB1-F857-88B0-C77F41E6810F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0x02</a:t>
                </a:r>
                <a:endParaRPr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4" name="Google Shape;81;p14">
              <a:extLst>
                <a:ext uri="{FF2B5EF4-FFF2-40B4-BE49-F238E27FC236}">
                  <a16:creationId xmlns:a16="http://schemas.microsoft.com/office/drawing/2014/main" id="{217A4C61-E2EB-3B10-5B7B-8CEC75318002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0x03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" name="Google Shape;62;p14">
            <a:extLst>
              <a:ext uri="{FF2B5EF4-FFF2-40B4-BE49-F238E27FC236}">
                <a16:creationId xmlns:a16="http://schemas.microsoft.com/office/drawing/2014/main" id="{99E1DC06-7874-31FA-6885-F9F57B17373D}"/>
              </a:ext>
            </a:extLst>
          </p:cNvPr>
          <p:cNvGrpSpPr/>
          <p:nvPr/>
        </p:nvGrpSpPr>
        <p:grpSpPr>
          <a:xfrm>
            <a:off x="2734233" y="1219200"/>
            <a:ext cx="1071600" cy="745600"/>
            <a:chOff x="725125" y="742575"/>
            <a:chExt cx="803700" cy="559200"/>
          </a:xfrm>
        </p:grpSpPr>
        <p:sp>
          <p:nvSpPr>
            <p:cNvPr id="14" name="Google Shape;63;p14">
              <a:extLst>
                <a:ext uri="{FF2B5EF4-FFF2-40B4-BE49-F238E27FC236}">
                  <a16:creationId xmlns:a16="http://schemas.microsoft.com/office/drawing/2014/main" id="{9886402E-9FEF-7318-5440-C758C9238C09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pParent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64;p14">
              <a:extLst>
                <a:ext uri="{FF2B5EF4-FFF2-40B4-BE49-F238E27FC236}">
                  <a16:creationId xmlns:a16="http://schemas.microsoft.com/office/drawing/2014/main" id="{A9A48005-3FEC-07C8-6088-F449014B7101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B38849D3-7DD9-86C2-9573-520C78575947}"/>
              </a:ext>
            </a:extLst>
          </p:cNvPr>
          <p:cNvGrpSpPr/>
          <p:nvPr/>
        </p:nvGrpSpPr>
        <p:grpSpPr>
          <a:xfrm>
            <a:off x="1288348" y="3704466"/>
            <a:ext cx="1071603" cy="1118400"/>
            <a:chOff x="2576366" y="4663498"/>
            <a:chExt cx="1071603" cy="1118400"/>
          </a:xfrm>
        </p:grpSpPr>
        <p:grpSp>
          <p:nvGrpSpPr>
            <p:cNvPr id="18" name="Google Shape;65;p14">
              <a:extLst>
                <a:ext uri="{FF2B5EF4-FFF2-40B4-BE49-F238E27FC236}">
                  <a16:creationId xmlns:a16="http://schemas.microsoft.com/office/drawing/2014/main" id="{D1F2268D-B92C-1B9B-5AC6-43AC92931396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24" name="Google Shape;66;p14">
                <a:extLst>
                  <a:ext uri="{FF2B5EF4-FFF2-40B4-BE49-F238E27FC236}">
                    <a16:creationId xmlns:a16="http://schemas.microsoft.com/office/drawing/2014/main" id="{0D61C5D0-D1EA-B22D-5A83-C263F280C574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27" name="Google Shape;67;p14">
                  <a:extLst>
                    <a:ext uri="{FF2B5EF4-FFF2-40B4-BE49-F238E27FC236}">
                      <a16:creationId xmlns:a16="http://schemas.microsoft.com/office/drawing/2014/main" id="{FF4AB341-AAC5-B3B5-06F9-3536CD67EE06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0x02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" name="Google Shape;68;p14">
                  <a:extLst>
                    <a:ext uri="{FF2B5EF4-FFF2-40B4-BE49-F238E27FC236}">
                      <a16:creationId xmlns:a16="http://schemas.microsoft.com/office/drawing/2014/main" id="{570975BD-BA94-245F-07CD-4D17DD2817F7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20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6" name="Google Shape;69;p14">
                <a:extLst>
                  <a:ext uri="{FF2B5EF4-FFF2-40B4-BE49-F238E27FC236}">
                    <a16:creationId xmlns:a16="http://schemas.microsoft.com/office/drawing/2014/main" id="{39E01A1A-94CE-F8DA-B585-1CADF28B860B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0x04</a:t>
                </a:r>
                <a:endParaRPr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" name="Google Shape;81;p14">
              <a:extLst>
                <a:ext uri="{FF2B5EF4-FFF2-40B4-BE49-F238E27FC236}">
                  <a16:creationId xmlns:a16="http://schemas.microsoft.com/office/drawing/2014/main" id="{393A3583-DC21-7293-CD59-8946B965C61F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0x05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2" name="Google Shape;129;p15">
            <a:extLst>
              <a:ext uri="{FF2B5EF4-FFF2-40B4-BE49-F238E27FC236}">
                <a16:creationId xmlns:a16="http://schemas.microsoft.com/office/drawing/2014/main" id="{9E0711B4-56A8-2593-B3E1-E31C0C7A44AF}"/>
              </a:ext>
            </a:extLst>
          </p:cNvPr>
          <p:cNvCxnSpPr>
            <a:cxnSpLocks/>
            <a:stCxn id="15" idx="1"/>
            <a:endCxn id="41" idx="1"/>
          </p:cNvCxnSpPr>
          <p:nvPr/>
        </p:nvCxnSpPr>
        <p:spPr>
          <a:xfrm flipH="1">
            <a:off x="2454148" y="1778400"/>
            <a:ext cx="280085" cy="7186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9" name="Google Shape;62;p14">
            <a:extLst>
              <a:ext uri="{FF2B5EF4-FFF2-40B4-BE49-F238E27FC236}">
                <a16:creationId xmlns:a16="http://schemas.microsoft.com/office/drawing/2014/main" id="{F8F9D5C3-6D46-5075-4E9A-A7C42A251CA6}"/>
              </a:ext>
            </a:extLst>
          </p:cNvPr>
          <p:cNvGrpSpPr/>
          <p:nvPr/>
        </p:nvGrpSpPr>
        <p:grpSpPr>
          <a:xfrm>
            <a:off x="4326533" y="1219200"/>
            <a:ext cx="1071600" cy="745600"/>
            <a:chOff x="725125" y="742575"/>
            <a:chExt cx="803700" cy="559200"/>
          </a:xfrm>
        </p:grpSpPr>
        <p:sp>
          <p:nvSpPr>
            <p:cNvPr id="30" name="Google Shape;63;p14">
              <a:extLst>
                <a:ext uri="{FF2B5EF4-FFF2-40B4-BE49-F238E27FC236}">
                  <a16:creationId xmlns:a16="http://schemas.microsoft.com/office/drawing/2014/main" id="{442FD223-D699-9592-A314-13CF448B39A2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pLeft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64;p14">
              <a:extLst>
                <a:ext uri="{FF2B5EF4-FFF2-40B4-BE49-F238E27FC236}">
                  <a16:creationId xmlns:a16="http://schemas.microsoft.com/office/drawing/2014/main" id="{86CF6CC1-D34C-1816-6473-C298F5D0B598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0x02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6" name="Google Shape;129;p15">
            <a:extLst>
              <a:ext uri="{FF2B5EF4-FFF2-40B4-BE49-F238E27FC236}">
                <a16:creationId xmlns:a16="http://schemas.microsoft.com/office/drawing/2014/main" id="{2ABB1D76-EBCD-4433-659D-BA4276B67590}"/>
              </a:ext>
            </a:extLst>
          </p:cNvPr>
          <p:cNvCxnSpPr>
            <a:cxnSpLocks/>
            <a:stCxn id="31" idx="1"/>
            <a:endCxn id="27" idx="1"/>
          </p:cNvCxnSpPr>
          <p:nvPr/>
        </p:nvCxnSpPr>
        <p:spPr>
          <a:xfrm flipH="1">
            <a:off x="1288348" y="1778400"/>
            <a:ext cx="3038185" cy="211246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7427E5B-66C3-1DB5-F1CF-811E93D915CD}"/>
              </a:ext>
            </a:extLst>
          </p:cNvPr>
          <p:cNvSpPr txBox="1"/>
          <p:nvPr/>
        </p:nvSpPr>
        <p:spPr>
          <a:xfrm>
            <a:off x="266700" y="451668"/>
            <a:ext cx="406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트리 연결 완료</a:t>
            </a:r>
          </a:p>
        </p:txBody>
      </p:sp>
      <p:cxnSp>
        <p:nvCxnSpPr>
          <p:cNvPr id="5" name="Google Shape;129;p15">
            <a:extLst>
              <a:ext uri="{FF2B5EF4-FFF2-40B4-BE49-F238E27FC236}">
                <a16:creationId xmlns:a16="http://schemas.microsoft.com/office/drawing/2014/main" id="{4C83A3E3-7AFD-AEF2-1A45-40BB8FE5F248}"/>
              </a:ext>
            </a:extLst>
          </p:cNvPr>
          <p:cNvCxnSpPr>
            <a:cxnSpLocks/>
            <a:stCxn id="40" idx="2"/>
            <a:endCxn id="27" idx="0"/>
          </p:cNvCxnSpPr>
          <p:nvPr/>
        </p:nvCxnSpPr>
        <p:spPr>
          <a:xfrm flipH="1">
            <a:off x="1824148" y="3429000"/>
            <a:ext cx="888276" cy="27546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7B172E46-3218-178F-083B-1A3F72CAA53F}"/>
              </a:ext>
            </a:extLst>
          </p:cNvPr>
          <p:cNvGrpSpPr/>
          <p:nvPr/>
        </p:nvGrpSpPr>
        <p:grpSpPr>
          <a:xfrm>
            <a:off x="3348552" y="3704466"/>
            <a:ext cx="1071603" cy="1118400"/>
            <a:chOff x="2576366" y="4663498"/>
            <a:chExt cx="1071603" cy="1118400"/>
          </a:xfrm>
        </p:grpSpPr>
        <p:grpSp>
          <p:nvGrpSpPr>
            <p:cNvPr id="34" name="Google Shape;65;p14">
              <a:extLst>
                <a:ext uri="{FF2B5EF4-FFF2-40B4-BE49-F238E27FC236}">
                  <a16:creationId xmlns:a16="http://schemas.microsoft.com/office/drawing/2014/main" id="{8F479032-6CCF-AA12-F1D9-DA044D960F31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37" name="Google Shape;66;p14">
                <a:extLst>
                  <a:ext uri="{FF2B5EF4-FFF2-40B4-BE49-F238E27FC236}">
                    <a16:creationId xmlns:a16="http://schemas.microsoft.com/office/drawing/2014/main" id="{1C511D41-5FEE-4A44-016F-05C220E56E29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45" name="Google Shape;67;p14">
                  <a:extLst>
                    <a:ext uri="{FF2B5EF4-FFF2-40B4-BE49-F238E27FC236}">
                      <a16:creationId xmlns:a16="http://schemas.microsoft.com/office/drawing/2014/main" id="{9B9B9A51-82D6-7CDB-5B9F-6DF4B92AED7F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0x03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" name="Google Shape;68;p14">
                  <a:extLst>
                    <a:ext uri="{FF2B5EF4-FFF2-40B4-BE49-F238E27FC236}">
                      <a16:creationId xmlns:a16="http://schemas.microsoft.com/office/drawing/2014/main" id="{15951FAE-960E-2476-98C2-2122C0F28853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30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3" name="Google Shape;69;p14">
                <a:extLst>
                  <a:ext uri="{FF2B5EF4-FFF2-40B4-BE49-F238E27FC236}">
                    <a16:creationId xmlns:a16="http://schemas.microsoft.com/office/drawing/2014/main" id="{9B0E317E-11AC-CD39-F1B3-BDAE458A19AA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5" name="Google Shape;81;p14">
              <a:extLst>
                <a:ext uri="{FF2B5EF4-FFF2-40B4-BE49-F238E27FC236}">
                  <a16:creationId xmlns:a16="http://schemas.microsoft.com/office/drawing/2014/main" id="{C83174B1-6435-FC8C-C58D-5B124BEAF6C6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" name="Google Shape;62;p14">
            <a:extLst>
              <a:ext uri="{FF2B5EF4-FFF2-40B4-BE49-F238E27FC236}">
                <a16:creationId xmlns:a16="http://schemas.microsoft.com/office/drawing/2014/main" id="{FB5AD181-B23A-C7D9-87AB-F7D66225574A}"/>
              </a:ext>
            </a:extLst>
          </p:cNvPr>
          <p:cNvGrpSpPr/>
          <p:nvPr/>
        </p:nvGrpSpPr>
        <p:grpSpPr>
          <a:xfrm>
            <a:off x="5915419" y="1219200"/>
            <a:ext cx="1071600" cy="745600"/>
            <a:chOff x="725125" y="742575"/>
            <a:chExt cx="803700" cy="559200"/>
          </a:xfrm>
        </p:grpSpPr>
        <p:sp>
          <p:nvSpPr>
            <p:cNvPr id="48" name="Google Shape;63;p14">
              <a:extLst>
                <a:ext uri="{FF2B5EF4-FFF2-40B4-BE49-F238E27FC236}">
                  <a16:creationId xmlns:a16="http://schemas.microsoft.com/office/drawing/2014/main" id="{E08F1A49-89B5-0F68-3076-BEA74E8B3B0E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pRight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64;p14">
              <a:extLst>
                <a:ext uri="{FF2B5EF4-FFF2-40B4-BE49-F238E27FC236}">
                  <a16:creationId xmlns:a16="http://schemas.microsoft.com/office/drawing/2014/main" id="{F31B99A1-05DA-84EF-124F-CB321654B223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0" name="Google Shape;129;p15">
            <a:extLst>
              <a:ext uri="{FF2B5EF4-FFF2-40B4-BE49-F238E27FC236}">
                <a16:creationId xmlns:a16="http://schemas.microsoft.com/office/drawing/2014/main" id="{5C2FD848-7C0E-1D50-5653-9385BC4D6EAA}"/>
              </a:ext>
            </a:extLst>
          </p:cNvPr>
          <p:cNvCxnSpPr>
            <a:cxnSpLocks/>
            <a:stCxn id="49" idx="1"/>
            <a:endCxn id="45" idx="0"/>
          </p:cNvCxnSpPr>
          <p:nvPr/>
        </p:nvCxnSpPr>
        <p:spPr>
          <a:xfrm flipH="1">
            <a:off x="3884352" y="1778400"/>
            <a:ext cx="2031067" cy="192606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" name="Google Shape;129;p15">
            <a:extLst>
              <a:ext uri="{FF2B5EF4-FFF2-40B4-BE49-F238E27FC236}">
                <a16:creationId xmlns:a16="http://schemas.microsoft.com/office/drawing/2014/main" id="{6A18D2AB-C401-2531-37CD-08B45C61366F}"/>
              </a:ext>
            </a:extLst>
          </p:cNvPr>
          <p:cNvCxnSpPr>
            <a:cxnSpLocks/>
            <a:stCxn id="44" idx="2"/>
            <a:endCxn id="45" idx="0"/>
          </p:cNvCxnSpPr>
          <p:nvPr/>
        </p:nvCxnSpPr>
        <p:spPr>
          <a:xfrm>
            <a:off x="3248221" y="3423798"/>
            <a:ext cx="636131" cy="280668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3538E331-3BCD-F2D6-2E99-D51AD8285EB4}"/>
              </a:ext>
            </a:extLst>
          </p:cNvPr>
          <p:cNvGrpSpPr/>
          <p:nvPr/>
        </p:nvGrpSpPr>
        <p:grpSpPr>
          <a:xfrm>
            <a:off x="752546" y="5287932"/>
            <a:ext cx="1071603" cy="1118400"/>
            <a:chOff x="2576366" y="4663498"/>
            <a:chExt cx="1071603" cy="1118400"/>
          </a:xfrm>
        </p:grpSpPr>
        <p:grpSp>
          <p:nvGrpSpPr>
            <p:cNvPr id="25" name="Google Shape;65;p14">
              <a:extLst>
                <a:ext uri="{FF2B5EF4-FFF2-40B4-BE49-F238E27FC236}">
                  <a16:creationId xmlns:a16="http://schemas.microsoft.com/office/drawing/2014/main" id="{31C38EAE-AC1D-CB85-A895-5F83A1299E6D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53" name="Google Shape;66;p14">
                <a:extLst>
                  <a:ext uri="{FF2B5EF4-FFF2-40B4-BE49-F238E27FC236}">
                    <a16:creationId xmlns:a16="http://schemas.microsoft.com/office/drawing/2014/main" id="{EB1D70D0-413C-4326-4AD3-EAA657C61E61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55" name="Google Shape;67;p14">
                  <a:extLst>
                    <a:ext uri="{FF2B5EF4-FFF2-40B4-BE49-F238E27FC236}">
                      <a16:creationId xmlns:a16="http://schemas.microsoft.com/office/drawing/2014/main" id="{28FECA0B-D29E-0D82-8CC6-14D72DCE9F0E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0x04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" name="Google Shape;68;p14">
                  <a:extLst>
                    <a:ext uri="{FF2B5EF4-FFF2-40B4-BE49-F238E27FC236}">
                      <a16:creationId xmlns:a16="http://schemas.microsoft.com/office/drawing/2014/main" id="{8EC034E4-17DC-74E3-476A-B43D3617D5C4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40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54" name="Google Shape;69;p14">
                <a:extLst>
                  <a:ext uri="{FF2B5EF4-FFF2-40B4-BE49-F238E27FC236}">
                    <a16:creationId xmlns:a16="http://schemas.microsoft.com/office/drawing/2014/main" id="{92188C84-81C6-72B6-6049-03DDF64FCA14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2" name="Google Shape;81;p14">
              <a:extLst>
                <a:ext uri="{FF2B5EF4-FFF2-40B4-BE49-F238E27FC236}">
                  <a16:creationId xmlns:a16="http://schemas.microsoft.com/office/drawing/2014/main" id="{BA23FBF0-B2FB-D746-B7C6-AEDA9A5CFFFB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7" name="Google Shape;62;p14">
            <a:extLst>
              <a:ext uri="{FF2B5EF4-FFF2-40B4-BE49-F238E27FC236}">
                <a16:creationId xmlns:a16="http://schemas.microsoft.com/office/drawing/2014/main" id="{F0BC5C95-1A01-7DF6-8B46-3E059CF34AD1}"/>
              </a:ext>
            </a:extLst>
          </p:cNvPr>
          <p:cNvGrpSpPr/>
          <p:nvPr/>
        </p:nvGrpSpPr>
        <p:grpSpPr>
          <a:xfrm>
            <a:off x="7503561" y="1207532"/>
            <a:ext cx="1071600" cy="745600"/>
            <a:chOff x="725125" y="742575"/>
            <a:chExt cx="803700" cy="559200"/>
          </a:xfrm>
        </p:grpSpPr>
        <p:sp>
          <p:nvSpPr>
            <p:cNvPr id="58" name="Google Shape;63;p14">
              <a:extLst>
                <a:ext uri="{FF2B5EF4-FFF2-40B4-BE49-F238E27FC236}">
                  <a16:creationId xmlns:a16="http://schemas.microsoft.com/office/drawing/2014/main" id="{CE832175-50B3-64B4-361C-67D93755BC16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64;p14">
              <a:extLst>
                <a:ext uri="{FF2B5EF4-FFF2-40B4-BE49-F238E27FC236}">
                  <a16:creationId xmlns:a16="http://schemas.microsoft.com/office/drawing/2014/main" id="{9F86258B-F920-716F-B28F-79D043F7E237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0x04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0" name="Google Shape;129;p15">
            <a:extLst>
              <a:ext uri="{FF2B5EF4-FFF2-40B4-BE49-F238E27FC236}">
                <a16:creationId xmlns:a16="http://schemas.microsoft.com/office/drawing/2014/main" id="{EE9BF938-CB6F-864E-205D-51AAB33F4F25}"/>
              </a:ext>
            </a:extLst>
          </p:cNvPr>
          <p:cNvCxnSpPr>
            <a:cxnSpLocks/>
            <a:stCxn id="59" idx="1"/>
            <a:endCxn id="55" idx="3"/>
          </p:cNvCxnSpPr>
          <p:nvPr/>
        </p:nvCxnSpPr>
        <p:spPr>
          <a:xfrm flipH="1">
            <a:off x="1824146" y="1766732"/>
            <a:ext cx="5679415" cy="37076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1" name="Google Shape;129;p15">
            <a:extLst>
              <a:ext uri="{FF2B5EF4-FFF2-40B4-BE49-F238E27FC236}">
                <a16:creationId xmlns:a16="http://schemas.microsoft.com/office/drawing/2014/main" id="{6F16FA83-315B-1D86-12E4-D6A469D9EBE8}"/>
              </a:ext>
            </a:extLst>
          </p:cNvPr>
          <p:cNvCxnSpPr>
            <a:cxnSpLocks/>
            <a:stCxn id="26" idx="2"/>
            <a:endCxn id="55" idx="0"/>
          </p:cNvCxnSpPr>
          <p:nvPr/>
        </p:nvCxnSpPr>
        <p:spPr>
          <a:xfrm flipH="1">
            <a:off x="1288346" y="4822866"/>
            <a:ext cx="258278" cy="46506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" name="그룹 2">
            <a:extLst>
              <a:ext uri="{FF2B5EF4-FFF2-40B4-BE49-F238E27FC236}">
                <a16:creationId xmlns:a16="http://schemas.microsoft.com/office/drawing/2014/main" id="{767DA992-69A4-7F33-A8A5-C749E4FCC76B}"/>
              </a:ext>
            </a:extLst>
          </p:cNvPr>
          <p:cNvGrpSpPr/>
          <p:nvPr/>
        </p:nvGrpSpPr>
        <p:grpSpPr>
          <a:xfrm>
            <a:off x="2580875" y="5290930"/>
            <a:ext cx="1071603" cy="1118400"/>
            <a:chOff x="2576366" y="4663498"/>
            <a:chExt cx="1071603" cy="1118400"/>
          </a:xfrm>
        </p:grpSpPr>
        <p:grpSp>
          <p:nvGrpSpPr>
            <p:cNvPr id="4" name="Google Shape;65;p14">
              <a:extLst>
                <a:ext uri="{FF2B5EF4-FFF2-40B4-BE49-F238E27FC236}">
                  <a16:creationId xmlns:a16="http://schemas.microsoft.com/office/drawing/2014/main" id="{94124EB6-5F24-A6D7-9A3D-ADC97BB282D0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63" name="Google Shape;66;p14">
                <a:extLst>
                  <a:ext uri="{FF2B5EF4-FFF2-40B4-BE49-F238E27FC236}">
                    <a16:creationId xmlns:a16="http://schemas.microsoft.com/office/drawing/2014/main" id="{CB0B9BE0-50B0-F6AA-E8F2-5327B8B46C97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66" name="Google Shape;67;p14">
                  <a:extLst>
                    <a:ext uri="{FF2B5EF4-FFF2-40B4-BE49-F238E27FC236}">
                      <a16:creationId xmlns:a16="http://schemas.microsoft.com/office/drawing/2014/main" id="{73146A8A-E246-254B-3A5D-98225B028D59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0x05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7" name="Google Shape;68;p14">
                  <a:extLst>
                    <a:ext uri="{FF2B5EF4-FFF2-40B4-BE49-F238E27FC236}">
                      <a16:creationId xmlns:a16="http://schemas.microsoft.com/office/drawing/2014/main" id="{2F283A6F-19E0-60A9-E470-67D36EB9C5DD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50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4" name="Google Shape;69;p14">
                <a:extLst>
                  <a:ext uri="{FF2B5EF4-FFF2-40B4-BE49-F238E27FC236}">
                    <a16:creationId xmlns:a16="http://schemas.microsoft.com/office/drawing/2014/main" id="{4E1EB589-C92E-1C63-BF20-1D68CC8C070A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2" name="Google Shape;81;p14">
              <a:extLst>
                <a:ext uri="{FF2B5EF4-FFF2-40B4-BE49-F238E27FC236}">
                  <a16:creationId xmlns:a16="http://schemas.microsoft.com/office/drawing/2014/main" id="{646B6ACE-B8AB-97C7-186C-6CA56A198695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8" name="Google Shape;62;p14">
            <a:extLst>
              <a:ext uri="{FF2B5EF4-FFF2-40B4-BE49-F238E27FC236}">
                <a16:creationId xmlns:a16="http://schemas.microsoft.com/office/drawing/2014/main" id="{A0E1F830-0DFC-0023-397C-F343A218B097}"/>
              </a:ext>
            </a:extLst>
          </p:cNvPr>
          <p:cNvGrpSpPr/>
          <p:nvPr/>
        </p:nvGrpSpPr>
        <p:grpSpPr>
          <a:xfrm>
            <a:off x="9057851" y="1219200"/>
            <a:ext cx="1071600" cy="745600"/>
            <a:chOff x="725125" y="742575"/>
            <a:chExt cx="803700" cy="559200"/>
          </a:xfrm>
        </p:grpSpPr>
        <p:sp>
          <p:nvSpPr>
            <p:cNvPr id="69" name="Google Shape;63;p14">
              <a:extLst>
                <a:ext uri="{FF2B5EF4-FFF2-40B4-BE49-F238E27FC236}">
                  <a16:creationId xmlns:a16="http://schemas.microsoft.com/office/drawing/2014/main" id="{BFF54BDB-3CC3-A17F-0916-C7408EBF5B2B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64;p14">
              <a:extLst>
                <a:ext uri="{FF2B5EF4-FFF2-40B4-BE49-F238E27FC236}">
                  <a16:creationId xmlns:a16="http://schemas.microsoft.com/office/drawing/2014/main" id="{603425FA-18B4-D91D-22A6-7439CF632E3A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71" name="Google Shape;129;p15">
            <a:extLst>
              <a:ext uri="{FF2B5EF4-FFF2-40B4-BE49-F238E27FC236}">
                <a16:creationId xmlns:a16="http://schemas.microsoft.com/office/drawing/2014/main" id="{93093569-0F66-6091-91BC-A034E731993A}"/>
              </a:ext>
            </a:extLst>
          </p:cNvPr>
          <p:cNvCxnSpPr>
            <a:cxnSpLocks/>
            <a:stCxn id="70" idx="1"/>
            <a:endCxn id="66" idx="3"/>
          </p:cNvCxnSpPr>
          <p:nvPr/>
        </p:nvCxnSpPr>
        <p:spPr>
          <a:xfrm flipH="1">
            <a:off x="3652475" y="1778400"/>
            <a:ext cx="5405376" cy="369893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5" name="Google Shape;129;p15">
            <a:extLst>
              <a:ext uri="{FF2B5EF4-FFF2-40B4-BE49-F238E27FC236}">
                <a16:creationId xmlns:a16="http://schemas.microsoft.com/office/drawing/2014/main" id="{7EE8828E-E870-E5D0-346B-7EFFB99EB707}"/>
              </a:ext>
            </a:extLst>
          </p:cNvPr>
          <p:cNvCxnSpPr>
            <a:cxnSpLocks/>
            <a:stCxn id="19" idx="2"/>
            <a:endCxn id="66" idx="0"/>
          </p:cNvCxnSpPr>
          <p:nvPr/>
        </p:nvCxnSpPr>
        <p:spPr>
          <a:xfrm>
            <a:off x="2082421" y="4817664"/>
            <a:ext cx="1034254" cy="47326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77" name="Google Shape;62;p14">
            <a:extLst>
              <a:ext uri="{FF2B5EF4-FFF2-40B4-BE49-F238E27FC236}">
                <a16:creationId xmlns:a16="http://schemas.microsoft.com/office/drawing/2014/main" id="{DA0AAF8A-F66C-DC3D-0028-CDBB517282C7}"/>
              </a:ext>
            </a:extLst>
          </p:cNvPr>
          <p:cNvGrpSpPr/>
          <p:nvPr/>
        </p:nvGrpSpPr>
        <p:grpSpPr>
          <a:xfrm>
            <a:off x="753033" y="1219200"/>
            <a:ext cx="1071600" cy="745600"/>
            <a:chOff x="725125" y="742575"/>
            <a:chExt cx="803700" cy="559200"/>
          </a:xfrm>
        </p:grpSpPr>
        <p:sp>
          <p:nvSpPr>
            <p:cNvPr id="78" name="Google Shape;63;p14">
              <a:extLst>
                <a:ext uri="{FF2B5EF4-FFF2-40B4-BE49-F238E27FC236}">
                  <a16:creationId xmlns:a16="http://schemas.microsoft.com/office/drawing/2014/main" id="{CCBEE2DC-1624-9A6D-6532-A1CEB52CD5BF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pSeed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64;p14">
              <a:extLst>
                <a:ext uri="{FF2B5EF4-FFF2-40B4-BE49-F238E27FC236}">
                  <a16:creationId xmlns:a16="http://schemas.microsoft.com/office/drawing/2014/main" id="{BB2A2481-61E4-F51A-A5E2-6B1D814D8D2D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" name="Google Shape;324;p23">
            <a:extLst>
              <a:ext uri="{FF2B5EF4-FFF2-40B4-BE49-F238E27FC236}">
                <a16:creationId xmlns:a16="http://schemas.microsoft.com/office/drawing/2014/main" id="{8BE75D6C-7303-7BC9-1DF0-131E93C4DB12}"/>
              </a:ext>
            </a:extLst>
          </p:cNvPr>
          <p:cNvCxnSpPr>
            <a:cxnSpLocks/>
            <a:stCxn id="15" idx="1"/>
            <a:endCxn id="79" idx="0"/>
          </p:cNvCxnSpPr>
          <p:nvPr/>
        </p:nvCxnSpPr>
        <p:spPr>
          <a:xfrm flipH="1" flipV="1">
            <a:off x="1288833" y="1592000"/>
            <a:ext cx="1445400" cy="18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10" name="Google Shape;129;p15">
            <a:extLst>
              <a:ext uri="{FF2B5EF4-FFF2-40B4-BE49-F238E27FC236}">
                <a16:creationId xmlns:a16="http://schemas.microsoft.com/office/drawing/2014/main" id="{F99E2A71-C314-8E50-55F5-50565D6A6BB5}"/>
              </a:ext>
            </a:extLst>
          </p:cNvPr>
          <p:cNvCxnSpPr>
            <a:cxnSpLocks/>
            <a:stCxn id="79" idx="3"/>
            <a:endCxn id="41" idx="1"/>
          </p:cNvCxnSpPr>
          <p:nvPr/>
        </p:nvCxnSpPr>
        <p:spPr>
          <a:xfrm>
            <a:off x="1824633" y="1778400"/>
            <a:ext cx="629515" cy="7186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2776531-559B-1EB2-2FB0-A5272A75E501}"/>
              </a:ext>
            </a:extLst>
          </p:cNvPr>
          <p:cNvSpPr txBox="1"/>
          <p:nvPr/>
        </p:nvSpPr>
        <p:spPr>
          <a:xfrm>
            <a:off x="2057772" y="1323666"/>
            <a:ext cx="450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319352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6C39F-6AF2-875D-5C67-5AF180488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Google Shape;324;p23">
            <a:extLst>
              <a:ext uri="{FF2B5EF4-FFF2-40B4-BE49-F238E27FC236}">
                <a16:creationId xmlns:a16="http://schemas.microsoft.com/office/drawing/2014/main" id="{19079D44-203A-C149-804A-9A0E7D35F839}"/>
              </a:ext>
            </a:extLst>
          </p:cNvPr>
          <p:cNvCxnSpPr>
            <a:cxnSpLocks/>
          </p:cNvCxnSpPr>
          <p:nvPr/>
        </p:nvCxnSpPr>
        <p:spPr>
          <a:xfrm>
            <a:off x="6849760" y="544531"/>
            <a:ext cx="176084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13" name="Google Shape;129;p15">
            <a:extLst>
              <a:ext uri="{FF2B5EF4-FFF2-40B4-BE49-F238E27FC236}">
                <a16:creationId xmlns:a16="http://schemas.microsoft.com/office/drawing/2014/main" id="{BE65AAEC-EE4E-CE51-B797-FB98DDD3A59D}"/>
              </a:ext>
            </a:extLst>
          </p:cNvPr>
          <p:cNvCxnSpPr>
            <a:cxnSpLocks/>
          </p:cNvCxnSpPr>
          <p:nvPr/>
        </p:nvCxnSpPr>
        <p:spPr>
          <a:xfrm>
            <a:off x="9046860" y="544531"/>
            <a:ext cx="176084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3245F681-0221-0396-8F10-63A2E19E432A}"/>
              </a:ext>
            </a:extLst>
          </p:cNvPr>
          <p:cNvGrpSpPr/>
          <p:nvPr/>
        </p:nvGrpSpPr>
        <p:grpSpPr>
          <a:xfrm>
            <a:off x="2454148" y="2310600"/>
            <a:ext cx="1071603" cy="1118400"/>
            <a:chOff x="2576366" y="4663498"/>
            <a:chExt cx="1071603" cy="1118400"/>
          </a:xfrm>
        </p:grpSpPr>
        <p:grpSp>
          <p:nvGrpSpPr>
            <p:cNvPr id="38" name="Google Shape;65;p14">
              <a:extLst>
                <a:ext uri="{FF2B5EF4-FFF2-40B4-BE49-F238E27FC236}">
                  <a16:creationId xmlns:a16="http://schemas.microsoft.com/office/drawing/2014/main" id="{BDBAA571-606A-A2A7-6517-DA891DCF339C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39" name="Google Shape;66;p14">
                <a:extLst>
                  <a:ext uri="{FF2B5EF4-FFF2-40B4-BE49-F238E27FC236}">
                    <a16:creationId xmlns:a16="http://schemas.microsoft.com/office/drawing/2014/main" id="{970DF25D-E421-AFE6-5343-98CDBFD399A2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41" name="Google Shape;67;p14">
                  <a:extLst>
                    <a:ext uri="{FF2B5EF4-FFF2-40B4-BE49-F238E27FC236}">
                      <a16:creationId xmlns:a16="http://schemas.microsoft.com/office/drawing/2014/main" id="{F36CDF42-CD78-2B9E-F3A3-9A84145A434F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0x01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" name="Google Shape;68;p14">
                  <a:extLst>
                    <a:ext uri="{FF2B5EF4-FFF2-40B4-BE49-F238E27FC236}">
                      <a16:creationId xmlns:a16="http://schemas.microsoft.com/office/drawing/2014/main" id="{C69E8397-17A7-5C44-E9A4-F62C0747E502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" name="Google Shape;69;p14">
                <a:extLst>
                  <a:ext uri="{FF2B5EF4-FFF2-40B4-BE49-F238E27FC236}">
                    <a16:creationId xmlns:a16="http://schemas.microsoft.com/office/drawing/2014/main" id="{B8DE458D-04B2-C999-A5F6-C592FBCD353A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0x02</a:t>
                </a:r>
                <a:endParaRPr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4" name="Google Shape;81;p14">
              <a:extLst>
                <a:ext uri="{FF2B5EF4-FFF2-40B4-BE49-F238E27FC236}">
                  <a16:creationId xmlns:a16="http://schemas.microsoft.com/office/drawing/2014/main" id="{EFA34D25-8438-B51C-043C-7F2379B7B9FD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0x03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B94469FE-CDA4-02BF-3FBB-55BED430CF2A}"/>
              </a:ext>
            </a:extLst>
          </p:cNvPr>
          <p:cNvGrpSpPr/>
          <p:nvPr/>
        </p:nvGrpSpPr>
        <p:grpSpPr>
          <a:xfrm>
            <a:off x="1586921" y="3729866"/>
            <a:ext cx="1071603" cy="1118400"/>
            <a:chOff x="2576366" y="4663498"/>
            <a:chExt cx="1071603" cy="1118400"/>
          </a:xfrm>
        </p:grpSpPr>
        <p:grpSp>
          <p:nvGrpSpPr>
            <p:cNvPr id="18" name="Google Shape;65;p14">
              <a:extLst>
                <a:ext uri="{FF2B5EF4-FFF2-40B4-BE49-F238E27FC236}">
                  <a16:creationId xmlns:a16="http://schemas.microsoft.com/office/drawing/2014/main" id="{A1D9A2F8-A94F-3883-C1EA-09F29CB46368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24" name="Google Shape;66;p14">
                <a:extLst>
                  <a:ext uri="{FF2B5EF4-FFF2-40B4-BE49-F238E27FC236}">
                    <a16:creationId xmlns:a16="http://schemas.microsoft.com/office/drawing/2014/main" id="{CFE57EE9-F3D8-CCB6-3AC8-6D4A7EBAFC98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27" name="Google Shape;67;p14">
                  <a:extLst>
                    <a:ext uri="{FF2B5EF4-FFF2-40B4-BE49-F238E27FC236}">
                      <a16:creationId xmlns:a16="http://schemas.microsoft.com/office/drawing/2014/main" id="{552663E4-14CB-48B5-EEFF-13803A280CD2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0x02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" name="Google Shape;68;p14">
                  <a:extLst>
                    <a:ext uri="{FF2B5EF4-FFF2-40B4-BE49-F238E27FC236}">
                      <a16:creationId xmlns:a16="http://schemas.microsoft.com/office/drawing/2014/main" id="{F9E64D62-ECA4-E717-96B5-4704602CD12A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20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6" name="Google Shape;69;p14">
                <a:extLst>
                  <a:ext uri="{FF2B5EF4-FFF2-40B4-BE49-F238E27FC236}">
                    <a16:creationId xmlns:a16="http://schemas.microsoft.com/office/drawing/2014/main" id="{9B3CDC98-2FCB-81C5-173A-2341A95963CA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0x04</a:t>
                </a:r>
                <a:endParaRPr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" name="Google Shape;81;p14">
              <a:extLst>
                <a:ext uri="{FF2B5EF4-FFF2-40B4-BE49-F238E27FC236}">
                  <a16:creationId xmlns:a16="http://schemas.microsoft.com/office/drawing/2014/main" id="{92A446F4-DE92-13AD-A970-AACDE5B33ACD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0x05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D8626875-D540-57D1-3518-2D76E30CA34D}"/>
              </a:ext>
            </a:extLst>
          </p:cNvPr>
          <p:cNvSpPr txBox="1"/>
          <p:nvPr/>
        </p:nvSpPr>
        <p:spPr>
          <a:xfrm>
            <a:off x="266700" y="451668"/>
            <a:ext cx="406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트리 간소화</a:t>
            </a:r>
          </a:p>
        </p:txBody>
      </p:sp>
      <p:cxnSp>
        <p:nvCxnSpPr>
          <p:cNvPr id="5" name="Google Shape;129;p15">
            <a:extLst>
              <a:ext uri="{FF2B5EF4-FFF2-40B4-BE49-F238E27FC236}">
                <a16:creationId xmlns:a16="http://schemas.microsoft.com/office/drawing/2014/main" id="{56A3E85D-6F18-11F5-73EF-1BA533F88A20}"/>
              </a:ext>
            </a:extLst>
          </p:cNvPr>
          <p:cNvCxnSpPr>
            <a:cxnSpLocks/>
            <a:stCxn id="40" idx="2"/>
            <a:endCxn id="27" idx="0"/>
          </p:cNvCxnSpPr>
          <p:nvPr/>
        </p:nvCxnSpPr>
        <p:spPr>
          <a:xfrm flipH="1">
            <a:off x="2122721" y="3429000"/>
            <a:ext cx="589703" cy="30086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119C21AA-2455-6475-0170-2A16480437BD}"/>
              </a:ext>
            </a:extLst>
          </p:cNvPr>
          <p:cNvGrpSpPr/>
          <p:nvPr/>
        </p:nvGrpSpPr>
        <p:grpSpPr>
          <a:xfrm>
            <a:off x="3259097" y="3724664"/>
            <a:ext cx="1071603" cy="1118400"/>
            <a:chOff x="2576366" y="4663498"/>
            <a:chExt cx="1071603" cy="1118400"/>
          </a:xfrm>
        </p:grpSpPr>
        <p:grpSp>
          <p:nvGrpSpPr>
            <p:cNvPr id="34" name="Google Shape;65;p14">
              <a:extLst>
                <a:ext uri="{FF2B5EF4-FFF2-40B4-BE49-F238E27FC236}">
                  <a16:creationId xmlns:a16="http://schemas.microsoft.com/office/drawing/2014/main" id="{9488AFAD-CEE5-7AD5-C7D2-475EEF165593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37" name="Google Shape;66;p14">
                <a:extLst>
                  <a:ext uri="{FF2B5EF4-FFF2-40B4-BE49-F238E27FC236}">
                    <a16:creationId xmlns:a16="http://schemas.microsoft.com/office/drawing/2014/main" id="{B32588A8-F740-96C9-AC5A-8FEA41ED2AAE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45" name="Google Shape;67;p14">
                  <a:extLst>
                    <a:ext uri="{FF2B5EF4-FFF2-40B4-BE49-F238E27FC236}">
                      <a16:creationId xmlns:a16="http://schemas.microsoft.com/office/drawing/2014/main" id="{0AECA16B-9F18-6ECB-757B-796791C2BF30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0x03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" name="Google Shape;68;p14">
                  <a:extLst>
                    <a:ext uri="{FF2B5EF4-FFF2-40B4-BE49-F238E27FC236}">
                      <a16:creationId xmlns:a16="http://schemas.microsoft.com/office/drawing/2014/main" id="{32D63F21-3854-5067-6433-265105F2979C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30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3" name="Google Shape;69;p14">
                <a:extLst>
                  <a:ext uri="{FF2B5EF4-FFF2-40B4-BE49-F238E27FC236}">
                    <a16:creationId xmlns:a16="http://schemas.microsoft.com/office/drawing/2014/main" id="{1F1BE80B-4E82-B60E-B5FD-3238615E9C9B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5" name="Google Shape;81;p14">
              <a:extLst>
                <a:ext uri="{FF2B5EF4-FFF2-40B4-BE49-F238E27FC236}">
                  <a16:creationId xmlns:a16="http://schemas.microsoft.com/office/drawing/2014/main" id="{A2A4C043-649A-AFBB-0F80-839FC41DEA06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" name="Google Shape;129;p15">
            <a:extLst>
              <a:ext uri="{FF2B5EF4-FFF2-40B4-BE49-F238E27FC236}">
                <a16:creationId xmlns:a16="http://schemas.microsoft.com/office/drawing/2014/main" id="{06FE1BE4-BD31-4DC9-990D-C69605723977}"/>
              </a:ext>
            </a:extLst>
          </p:cNvPr>
          <p:cNvCxnSpPr>
            <a:cxnSpLocks/>
            <a:stCxn id="44" idx="2"/>
            <a:endCxn id="45" idx="0"/>
          </p:cNvCxnSpPr>
          <p:nvPr/>
        </p:nvCxnSpPr>
        <p:spPr>
          <a:xfrm>
            <a:off x="3248221" y="3423798"/>
            <a:ext cx="546676" cy="30086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BBDC779D-63E0-F38C-1155-76FAADD13723}"/>
              </a:ext>
            </a:extLst>
          </p:cNvPr>
          <p:cNvGrpSpPr/>
          <p:nvPr/>
        </p:nvGrpSpPr>
        <p:grpSpPr>
          <a:xfrm>
            <a:off x="820346" y="5313332"/>
            <a:ext cx="1071603" cy="1118400"/>
            <a:chOff x="2576366" y="4663498"/>
            <a:chExt cx="1071603" cy="1118400"/>
          </a:xfrm>
        </p:grpSpPr>
        <p:grpSp>
          <p:nvGrpSpPr>
            <p:cNvPr id="25" name="Google Shape;65;p14">
              <a:extLst>
                <a:ext uri="{FF2B5EF4-FFF2-40B4-BE49-F238E27FC236}">
                  <a16:creationId xmlns:a16="http://schemas.microsoft.com/office/drawing/2014/main" id="{DCE3E9E3-60A6-7D48-B48F-C42B13F293C1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53" name="Google Shape;66;p14">
                <a:extLst>
                  <a:ext uri="{FF2B5EF4-FFF2-40B4-BE49-F238E27FC236}">
                    <a16:creationId xmlns:a16="http://schemas.microsoft.com/office/drawing/2014/main" id="{53695826-9754-5801-2A73-292689494098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55" name="Google Shape;67;p14">
                  <a:extLst>
                    <a:ext uri="{FF2B5EF4-FFF2-40B4-BE49-F238E27FC236}">
                      <a16:creationId xmlns:a16="http://schemas.microsoft.com/office/drawing/2014/main" id="{AAA68D9B-9B90-569A-B2AA-508194D4EBA4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0x04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" name="Google Shape;68;p14">
                  <a:extLst>
                    <a:ext uri="{FF2B5EF4-FFF2-40B4-BE49-F238E27FC236}">
                      <a16:creationId xmlns:a16="http://schemas.microsoft.com/office/drawing/2014/main" id="{3497F89A-245F-E2E3-C886-893541E9D2D7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40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54" name="Google Shape;69;p14">
                <a:extLst>
                  <a:ext uri="{FF2B5EF4-FFF2-40B4-BE49-F238E27FC236}">
                    <a16:creationId xmlns:a16="http://schemas.microsoft.com/office/drawing/2014/main" id="{E534D28F-C7E5-242A-F27F-78FE0F455AFF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2" name="Google Shape;81;p14">
              <a:extLst>
                <a:ext uri="{FF2B5EF4-FFF2-40B4-BE49-F238E27FC236}">
                  <a16:creationId xmlns:a16="http://schemas.microsoft.com/office/drawing/2014/main" id="{2738A7D0-BE1E-9EFA-3177-D29336EC8DF6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1" name="Google Shape;129;p15">
            <a:extLst>
              <a:ext uri="{FF2B5EF4-FFF2-40B4-BE49-F238E27FC236}">
                <a16:creationId xmlns:a16="http://schemas.microsoft.com/office/drawing/2014/main" id="{E76DF477-5BB7-65CC-728F-C1F59E1D4237}"/>
              </a:ext>
            </a:extLst>
          </p:cNvPr>
          <p:cNvCxnSpPr>
            <a:cxnSpLocks/>
            <a:stCxn id="26" idx="2"/>
            <a:endCxn id="55" idx="0"/>
          </p:cNvCxnSpPr>
          <p:nvPr/>
        </p:nvCxnSpPr>
        <p:spPr>
          <a:xfrm flipH="1">
            <a:off x="1356146" y="4848266"/>
            <a:ext cx="489051" cy="46506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" name="그룹 2">
            <a:extLst>
              <a:ext uri="{FF2B5EF4-FFF2-40B4-BE49-F238E27FC236}">
                <a16:creationId xmlns:a16="http://schemas.microsoft.com/office/drawing/2014/main" id="{141A3BBE-1BDB-E07A-C1B0-61E36ADF2579}"/>
              </a:ext>
            </a:extLst>
          </p:cNvPr>
          <p:cNvGrpSpPr/>
          <p:nvPr/>
        </p:nvGrpSpPr>
        <p:grpSpPr>
          <a:xfrm>
            <a:off x="2380993" y="5313332"/>
            <a:ext cx="1071603" cy="1118400"/>
            <a:chOff x="2576366" y="4663498"/>
            <a:chExt cx="1071603" cy="1118400"/>
          </a:xfrm>
        </p:grpSpPr>
        <p:grpSp>
          <p:nvGrpSpPr>
            <p:cNvPr id="4" name="Google Shape;65;p14">
              <a:extLst>
                <a:ext uri="{FF2B5EF4-FFF2-40B4-BE49-F238E27FC236}">
                  <a16:creationId xmlns:a16="http://schemas.microsoft.com/office/drawing/2014/main" id="{ABAE589E-0C5C-7935-5DAF-44ADC92A16C5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63" name="Google Shape;66;p14">
                <a:extLst>
                  <a:ext uri="{FF2B5EF4-FFF2-40B4-BE49-F238E27FC236}">
                    <a16:creationId xmlns:a16="http://schemas.microsoft.com/office/drawing/2014/main" id="{61871380-5F10-8F4B-FAD8-E7A58A05325E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66" name="Google Shape;67;p14">
                  <a:extLst>
                    <a:ext uri="{FF2B5EF4-FFF2-40B4-BE49-F238E27FC236}">
                      <a16:creationId xmlns:a16="http://schemas.microsoft.com/office/drawing/2014/main" id="{4EB42A03-10C8-D202-CFAA-FD91B565B83F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0x05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7" name="Google Shape;68;p14">
                  <a:extLst>
                    <a:ext uri="{FF2B5EF4-FFF2-40B4-BE49-F238E27FC236}">
                      <a16:creationId xmlns:a16="http://schemas.microsoft.com/office/drawing/2014/main" id="{D772E026-AA15-5EF3-FB39-AB678C760345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50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4" name="Google Shape;69;p14">
                <a:extLst>
                  <a:ext uri="{FF2B5EF4-FFF2-40B4-BE49-F238E27FC236}">
                    <a16:creationId xmlns:a16="http://schemas.microsoft.com/office/drawing/2014/main" id="{2EAB7738-4ADC-6926-C129-E46ADC3FF75F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2" name="Google Shape;81;p14">
              <a:extLst>
                <a:ext uri="{FF2B5EF4-FFF2-40B4-BE49-F238E27FC236}">
                  <a16:creationId xmlns:a16="http://schemas.microsoft.com/office/drawing/2014/main" id="{41D05B82-4C9B-6ADF-6323-9335E2C20E41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75" name="Google Shape;129;p15">
            <a:extLst>
              <a:ext uri="{FF2B5EF4-FFF2-40B4-BE49-F238E27FC236}">
                <a16:creationId xmlns:a16="http://schemas.microsoft.com/office/drawing/2014/main" id="{951D6D9C-ACAD-0FC9-151B-BCAE2A0F578C}"/>
              </a:ext>
            </a:extLst>
          </p:cNvPr>
          <p:cNvCxnSpPr>
            <a:cxnSpLocks/>
            <a:stCxn id="19" idx="2"/>
            <a:endCxn id="66" idx="0"/>
          </p:cNvCxnSpPr>
          <p:nvPr/>
        </p:nvCxnSpPr>
        <p:spPr>
          <a:xfrm>
            <a:off x="2380994" y="4843064"/>
            <a:ext cx="535799" cy="470268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77" name="Google Shape;62;p14">
            <a:extLst>
              <a:ext uri="{FF2B5EF4-FFF2-40B4-BE49-F238E27FC236}">
                <a16:creationId xmlns:a16="http://schemas.microsoft.com/office/drawing/2014/main" id="{93C4BC83-CF76-07CD-5653-B677DFF22799}"/>
              </a:ext>
            </a:extLst>
          </p:cNvPr>
          <p:cNvGrpSpPr/>
          <p:nvPr/>
        </p:nvGrpSpPr>
        <p:grpSpPr>
          <a:xfrm>
            <a:off x="753033" y="1219200"/>
            <a:ext cx="1071600" cy="745600"/>
            <a:chOff x="725125" y="742575"/>
            <a:chExt cx="803700" cy="559200"/>
          </a:xfrm>
        </p:grpSpPr>
        <p:sp>
          <p:nvSpPr>
            <p:cNvPr id="78" name="Google Shape;63;p14">
              <a:extLst>
                <a:ext uri="{FF2B5EF4-FFF2-40B4-BE49-F238E27FC236}">
                  <a16:creationId xmlns:a16="http://schemas.microsoft.com/office/drawing/2014/main" id="{08A17790-AF3F-8A82-95A5-9571A3310C25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pSeed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64;p14">
              <a:extLst>
                <a:ext uri="{FF2B5EF4-FFF2-40B4-BE49-F238E27FC236}">
                  <a16:creationId xmlns:a16="http://schemas.microsoft.com/office/drawing/2014/main" id="{49C4EE56-7C10-8994-9C19-372DE5CA5130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0" name="Google Shape;129;p15">
            <a:extLst>
              <a:ext uri="{FF2B5EF4-FFF2-40B4-BE49-F238E27FC236}">
                <a16:creationId xmlns:a16="http://schemas.microsoft.com/office/drawing/2014/main" id="{AE02955D-87FB-2602-60E3-C98B140297C8}"/>
              </a:ext>
            </a:extLst>
          </p:cNvPr>
          <p:cNvCxnSpPr>
            <a:cxnSpLocks/>
            <a:stCxn id="79" idx="3"/>
            <a:endCxn id="41" idx="1"/>
          </p:cNvCxnSpPr>
          <p:nvPr/>
        </p:nvCxnSpPr>
        <p:spPr>
          <a:xfrm>
            <a:off x="1824633" y="1778400"/>
            <a:ext cx="629515" cy="7186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40105967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E1F2F-6432-999A-EE2D-7CC40FDA6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Google Shape;324;p23">
            <a:extLst>
              <a:ext uri="{FF2B5EF4-FFF2-40B4-BE49-F238E27FC236}">
                <a16:creationId xmlns:a16="http://schemas.microsoft.com/office/drawing/2014/main" id="{765EFA45-AB0A-339A-AF4D-050D521D267F}"/>
              </a:ext>
            </a:extLst>
          </p:cNvPr>
          <p:cNvCxnSpPr>
            <a:cxnSpLocks/>
          </p:cNvCxnSpPr>
          <p:nvPr/>
        </p:nvCxnSpPr>
        <p:spPr>
          <a:xfrm>
            <a:off x="6849760" y="544531"/>
            <a:ext cx="176084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13" name="Google Shape;129;p15">
            <a:extLst>
              <a:ext uri="{FF2B5EF4-FFF2-40B4-BE49-F238E27FC236}">
                <a16:creationId xmlns:a16="http://schemas.microsoft.com/office/drawing/2014/main" id="{41136FD6-2248-6351-49F1-16EABC26DE61}"/>
              </a:ext>
            </a:extLst>
          </p:cNvPr>
          <p:cNvCxnSpPr>
            <a:cxnSpLocks/>
          </p:cNvCxnSpPr>
          <p:nvPr/>
        </p:nvCxnSpPr>
        <p:spPr>
          <a:xfrm>
            <a:off x="9046860" y="544531"/>
            <a:ext cx="176084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C16B1F17-EC42-9BC7-D046-5CF6040B3B5B}"/>
              </a:ext>
            </a:extLst>
          </p:cNvPr>
          <p:cNvGrpSpPr/>
          <p:nvPr/>
        </p:nvGrpSpPr>
        <p:grpSpPr>
          <a:xfrm>
            <a:off x="2454148" y="2310600"/>
            <a:ext cx="1071603" cy="1118400"/>
            <a:chOff x="2576366" y="4663498"/>
            <a:chExt cx="1071603" cy="1118400"/>
          </a:xfrm>
        </p:grpSpPr>
        <p:grpSp>
          <p:nvGrpSpPr>
            <p:cNvPr id="38" name="Google Shape;65;p14">
              <a:extLst>
                <a:ext uri="{FF2B5EF4-FFF2-40B4-BE49-F238E27FC236}">
                  <a16:creationId xmlns:a16="http://schemas.microsoft.com/office/drawing/2014/main" id="{601D54F9-C9A8-1102-6B3B-A5FB4C75582E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39" name="Google Shape;66;p14">
                <a:extLst>
                  <a:ext uri="{FF2B5EF4-FFF2-40B4-BE49-F238E27FC236}">
                    <a16:creationId xmlns:a16="http://schemas.microsoft.com/office/drawing/2014/main" id="{FA9C2C49-7C6A-F739-9BEB-99BCC742C535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41" name="Google Shape;67;p14">
                  <a:extLst>
                    <a:ext uri="{FF2B5EF4-FFF2-40B4-BE49-F238E27FC236}">
                      <a16:creationId xmlns:a16="http://schemas.microsoft.com/office/drawing/2014/main" id="{A111A06B-757A-9BA6-6718-18491A8E13BA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0x01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" name="Google Shape;68;p14">
                  <a:extLst>
                    <a:ext uri="{FF2B5EF4-FFF2-40B4-BE49-F238E27FC236}">
                      <a16:creationId xmlns:a16="http://schemas.microsoft.com/office/drawing/2014/main" id="{B6AE29DD-2D5B-67ED-0014-28B0A4FBC04F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" name="Google Shape;69;p14">
                <a:extLst>
                  <a:ext uri="{FF2B5EF4-FFF2-40B4-BE49-F238E27FC236}">
                    <a16:creationId xmlns:a16="http://schemas.microsoft.com/office/drawing/2014/main" id="{271760DA-94E7-FEA7-44B4-3926252CF05C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0x02</a:t>
                </a:r>
                <a:endParaRPr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4" name="Google Shape;81;p14">
              <a:extLst>
                <a:ext uri="{FF2B5EF4-FFF2-40B4-BE49-F238E27FC236}">
                  <a16:creationId xmlns:a16="http://schemas.microsoft.com/office/drawing/2014/main" id="{EFF0E88A-4793-517E-95E2-AC6FCE00A035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0x03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8B87C205-1DA0-9CDF-13C6-00C031A7102E}"/>
              </a:ext>
            </a:extLst>
          </p:cNvPr>
          <p:cNvGrpSpPr/>
          <p:nvPr/>
        </p:nvGrpSpPr>
        <p:grpSpPr>
          <a:xfrm>
            <a:off x="1586921" y="3729866"/>
            <a:ext cx="1071603" cy="1118400"/>
            <a:chOff x="2576366" y="4663498"/>
            <a:chExt cx="1071603" cy="1118400"/>
          </a:xfrm>
        </p:grpSpPr>
        <p:grpSp>
          <p:nvGrpSpPr>
            <p:cNvPr id="18" name="Google Shape;65;p14">
              <a:extLst>
                <a:ext uri="{FF2B5EF4-FFF2-40B4-BE49-F238E27FC236}">
                  <a16:creationId xmlns:a16="http://schemas.microsoft.com/office/drawing/2014/main" id="{2238EA69-CBE6-FE05-3F01-805574FA5562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24" name="Google Shape;66;p14">
                <a:extLst>
                  <a:ext uri="{FF2B5EF4-FFF2-40B4-BE49-F238E27FC236}">
                    <a16:creationId xmlns:a16="http://schemas.microsoft.com/office/drawing/2014/main" id="{1FB63463-66F4-0D39-3CCE-04BF049749C9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27" name="Google Shape;67;p14">
                  <a:extLst>
                    <a:ext uri="{FF2B5EF4-FFF2-40B4-BE49-F238E27FC236}">
                      <a16:creationId xmlns:a16="http://schemas.microsoft.com/office/drawing/2014/main" id="{90F1A2A7-2E49-D2EC-E1F8-03A2314C63F4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0x02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" name="Google Shape;68;p14">
                  <a:extLst>
                    <a:ext uri="{FF2B5EF4-FFF2-40B4-BE49-F238E27FC236}">
                      <a16:creationId xmlns:a16="http://schemas.microsoft.com/office/drawing/2014/main" id="{39EF15C2-1F55-0313-9C70-7DD8D5BF3794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20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6" name="Google Shape;69;p14">
                <a:extLst>
                  <a:ext uri="{FF2B5EF4-FFF2-40B4-BE49-F238E27FC236}">
                    <a16:creationId xmlns:a16="http://schemas.microsoft.com/office/drawing/2014/main" id="{C5C29FEE-0218-64F5-F94E-E9D2511ACD31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0x04</a:t>
                </a:r>
                <a:endParaRPr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" name="Google Shape;81;p14">
              <a:extLst>
                <a:ext uri="{FF2B5EF4-FFF2-40B4-BE49-F238E27FC236}">
                  <a16:creationId xmlns:a16="http://schemas.microsoft.com/office/drawing/2014/main" id="{3E732FB8-DE76-E10A-517E-7098928439F3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0x05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F3780506-3CF5-6A59-3DF5-0B642AF384F7}"/>
              </a:ext>
            </a:extLst>
          </p:cNvPr>
          <p:cNvSpPr txBox="1"/>
          <p:nvPr/>
        </p:nvSpPr>
        <p:spPr>
          <a:xfrm>
            <a:off x="266700" y="451668"/>
            <a:ext cx="406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트리 순회하기</a:t>
            </a:r>
          </a:p>
        </p:txBody>
      </p:sp>
      <p:cxnSp>
        <p:nvCxnSpPr>
          <p:cNvPr id="5" name="Google Shape;129;p15">
            <a:extLst>
              <a:ext uri="{FF2B5EF4-FFF2-40B4-BE49-F238E27FC236}">
                <a16:creationId xmlns:a16="http://schemas.microsoft.com/office/drawing/2014/main" id="{412B6E6F-8437-9179-B7B3-1823D119438B}"/>
              </a:ext>
            </a:extLst>
          </p:cNvPr>
          <p:cNvCxnSpPr>
            <a:cxnSpLocks/>
            <a:stCxn id="40" idx="2"/>
            <a:endCxn id="27" idx="0"/>
          </p:cNvCxnSpPr>
          <p:nvPr/>
        </p:nvCxnSpPr>
        <p:spPr>
          <a:xfrm flipH="1">
            <a:off x="2122721" y="3429000"/>
            <a:ext cx="589703" cy="30086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7ABDB96B-E2E9-C52E-00D6-4CC02E62EF58}"/>
              </a:ext>
            </a:extLst>
          </p:cNvPr>
          <p:cNvGrpSpPr/>
          <p:nvPr/>
        </p:nvGrpSpPr>
        <p:grpSpPr>
          <a:xfrm>
            <a:off x="3259097" y="3724664"/>
            <a:ext cx="1071603" cy="1118400"/>
            <a:chOff x="2576366" y="4663498"/>
            <a:chExt cx="1071603" cy="1118400"/>
          </a:xfrm>
        </p:grpSpPr>
        <p:grpSp>
          <p:nvGrpSpPr>
            <p:cNvPr id="34" name="Google Shape;65;p14">
              <a:extLst>
                <a:ext uri="{FF2B5EF4-FFF2-40B4-BE49-F238E27FC236}">
                  <a16:creationId xmlns:a16="http://schemas.microsoft.com/office/drawing/2014/main" id="{D9A948AA-7D11-CD1A-6783-D07245344DC9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37" name="Google Shape;66;p14">
                <a:extLst>
                  <a:ext uri="{FF2B5EF4-FFF2-40B4-BE49-F238E27FC236}">
                    <a16:creationId xmlns:a16="http://schemas.microsoft.com/office/drawing/2014/main" id="{908AB8CA-37CC-7361-8BFF-CB4D776542F9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45" name="Google Shape;67;p14">
                  <a:extLst>
                    <a:ext uri="{FF2B5EF4-FFF2-40B4-BE49-F238E27FC236}">
                      <a16:creationId xmlns:a16="http://schemas.microsoft.com/office/drawing/2014/main" id="{82969DD3-0FCC-BB06-2BED-57D484E62DF7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0x03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" name="Google Shape;68;p14">
                  <a:extLst>
                    <a:ext uri="{FF2B5EF4-FFF2-40B4-BE49-F238E27FC236}">
                      <a16:creationId xmlns:a16="http://schemas.microsoft.com/office/drawing/2014/main" id="{2A374D0B-EBE8-9CA1-6085-329BF83095A3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30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3" name="Google Shape;69;p14">
                <a:extLst>
                  <a:ext uri="{FF2B5EF4-FFF2-40B4-BE49-F238E27FC236}">
                    <a16:creationId xmlns:a16="http://schemas.microsoft.com/office/drawing/2014/main" id="{7E61F370-E8B0-F941-6B77-F843D1034217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5" name="Google Shape;81;p14">
              <a:extLst>
                <a:ext uri="{FF2B5EF4-FFF2-40B4-BE49-F238E27FC236}">
                  <a16:creationId xmlns:a16="http://schemas.microsoft.com/office/drawing/2014/main" id="{BF522751-098C-E820-1E91-28279D8DB132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" name="Google Shape;129;p15">
            <a:extLst>
              <a:ext uri="{FF2B5EF4-FFF2-40B4-BE49-F238E27FC236}">
                <a16:creationId xmlns:a16="http://schemas.microsoft.com/office/drawing/2014/main" id="{0B22C4F8-50F3-2AC8-63BD-078A3E1ED858}"/>
              </a:ext>
            </a:extLst>
          </p:cNvPr>
          <p:cNvCxnSpPr>
            <a:cxnSpLocks/>
            <a:stCxn id="44" idx="2"/>
            <a:endCxn id="45" idx="0"/>
          </p:cNvCxnSpPr>
          <p:nvPr/>
        </p:nvCxnSpPr>
        <p:spPr>
          <a:xfrm>
            <a:off x="3248221" y="3423798"/>
            <a:ext cx="546676" cy="30086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4BE86084-BBDF-BC62-B5F2-518F3983919B}"/>
              </a:ext>
            </a:extLst>
          </p:cNvPr>
          <p:cNvGrpSpPr/>
          <p:nvPr/>
        </p:nvGrpSpPr>
        <p:grpSpPr>
          <a:xfrm>
            <a:off x="820346" y="5313332"/>
            <a:ext cx="1071603" cy="1118400"/>
            <a:chOff x="2576366" y="4663498"/>
            <a:chExt cx="1071603" cy="1118400"/>
          </a:xfrm>
        </p:grpSpPr>
        <p:grpSp>
          <p:nvGrpSpPr>
            <p:cNvPr id="25" name="Google Shape;65;p14">
              <a:extLst>
                <a:ext uri="{FF2B5EF4-FFF2-40B4-BE49-F238E27FC236}">
                  <a16:creationId xmlns:a16="http://schemas.microsoft.com/office/drawing/2014/main" id="{C9474E79-2195-2E56-D296-A0A101945611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53" name="Google Shape;66;p14">
                <a:extLst>
                  <a:ext uri="{FF2B5EF4-FFF2-40B4-BE49-F238E27FC236}">
                    <a16:creationId xmlns:a16="http://schemas.microsoft.com/office/drawing/2014/main" id="{42617ED0-7C96-3E15-7009-ECBE937FA2F8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55" name="Google Shape;67;p14">
                  <a:extLst>
                    <a:ext uri="{FF2B5EF4-FFF2-40B4-BE49-F238E27FC236}">
                      <a16:creationId xmlns:a16="http://schemas.microsoft.com/office/drawing/2014/main" id="{6DC75676-39F6-26C8-88B2-8A1839B77AAD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0x04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" name="Google Shape;68;p14">
                  <a:extLst>
                    <a:ext uri="{FF2B5EF4-FFF2-40B4-BE49-F238E27FC236}">
                      <a16:creationId xmlns:a16="http://schemas.microsoft.com/office/drawing/2014/main" id="{3A96019C-BEA6-6CAE-7679-C59BC4CC24BC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40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54" name="Google Shape;69;p14">
                <a:extLst>
                  <a:ext uri="{FF2B5EF4-FFF2-40B4-BE49-F238E27FC236}">
                    <a16:creationId xmlns:a16="http://schemas.microsoft.com/office/drawing/2014/main" id="{5DBD4A57-90CA-01ED-79C9-97EBE86958F2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2" name="Google Shape;81;p14">
              <a:extLst>
                <a:ext uri="{FF2B5EF4-FFF2-40B4-BE49-F238E27FC236}">
                  <a16:creationId xmlns:a16="http://schemas.microsoft.com/office/drawing/2014/main" id="{970F0F91-930B-0310-A880-F051DE799FEA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1" name="Google Shape;129;p15">
            <a:extLst>
              <a:ext uri="{FF2B5EF4-FFF2-40B4-BE49-F238E27FC236}">
                <a16:creationId xmlns:a16="http://schemas.microsoft.com/office/drawing/2014/main" id="{0F97B77B-7625-3CDC-0023-32FE68E607DE}"/>
              </a:ext>
            </a:extLst>
          </p:cNvPr>
          <p:cNvCxnSpPr>
            <a:cxnSpLocks/>
            <a:stCxn id="26" idx="2"/>
            <a:endCxn id="55" idx="0"/>
          </p:cNvCxnSpPr>
          <p:nvPr/>
        </p:nvCxnSpPr>
        <p:spPr>
          <a:xfrm flipH="1">
            <a:off x="1356146" y="4848266"/>
            <a:ext cx="489051" cy="46506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" name="그룹 2">
            <a:extLst>
              <a:ext uri="{FF2B5EF4-FFF2-40B4-BE49-F238E27FC236}">
                <a16:creationId xmlns:a16="http://schemas.microsoft.com/office/drawing/2014/main" id="{3B2E4A05-2D45-3187-2CD6-A39168C835DA}"/>
              </a:ext>
            </a:extLst>
          </p:cNvPr>
          <p:cNvGrpSpPr/>
          <p:nvPr/>
        </p:nvGrpSpPr>
        <p:grpSpPr>
          <a:xfrm>
            <a:off x="2380993" y="5313332"/>
            <a:ext cx="1071603" cy="1118400"/>
            <a:chOff x="2576366" y="4663498"/>
            <a:chExt cx="1071603" cy="1118400"/>
          </a:xfrm>
        </p:grpSpPr>
        <p:grpSp>
          <p:nvGrpSpPr>
            <p:cNvPr id="4" name="Google Shape;65;p14">
              <a:extLst>
                <a:ext uri="{FF2B5EF4-FFF2-40B4-BE49-F238E27FC236}">
                  <a16:creationId xmlns:a16="http://schemas.microsoft.com/office/drawing/2014/main" id="{7AC42AEE-3153-BDE7-FE5D-3D57E395CC1C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63" name="Google Shape;66;p14">
                <a:extLst>
                  <a:ext uri="{FF2B5EF4-FFF2-40B4-BE49-F238E27FC236}">
                    <a16:creationId xmlns:a16="http://schemas.microsoft.com/office/drawing/2014/main" id="{BE109905-670C-1F1E-344A-C83724E2FAE4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66" name="Google Shape;67;p14">
                  <a:extLst>
                    <a:ext uri="{FF2B5EF4-FFF2-40B4-BE49-F238E27FC236}">
                      <a16:creationId xmlns:a16="http://schemas.microsoft.com/office/drawing/2014/main" id="{D62FF713-823F-8867-CB5C-E99333841BE6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0x05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7" name="Google Shape;68;p14">
                  <a:extLst>
                    <a:ext uri="{FF2B5EF4-FFF2-40B4-BE49-F238E27FC236}">
                      <a16:creationId xmlns:a16="http://schemas.microsoft.com/office/drawing/2014/main" id="{12E46962-8D1C-D4A5-F194-71308FDE973D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50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4" name="Google Shape;69;p14">
                <a:extLst>
                  <a:ext uri="{FF2B5EF4-FFF2-40B4-BE49-F238E27FC236}">
                    <a16:creationId xmlns:a16="http://schemas.microsoft.com/office/drawing/2014/main" id="{CF44895B-773E-FC57-3C0A-8A8690BB2052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2" name="Google Shape;81;p14">
              <a:extLst>
                <a:ext uri="{FF2B5EF4-FFF2-40B4-BE49-F238E27FC236}">
                  <a16:creationId xmlns:a16="http://schemas.microsoft.com/office/drawing/2014/main" id="{C7A2095F-EEAD-EACC-E619-9B6F1C7BDAC5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75" name="Google Shape;129;p15">
            <a:extLst>
              <a:ext uri="{FF2B5EF4-FFF2-40B4-BE49-F238E27FC236}">
                <a16:creationId xmlns:a16="http://schemas.microsoft.com/office/drawing/2014/main" id="{1BBD5B3C-E43D-BE13-1923-2CB28BBB3321}"/>
              </a:ext>
            </a:extLst>
          </p:cNvPr>
          <p:cNvCxnSpPr>
            <a:cxnSpLocks/>
            <a:stCxn id="19" idx="2"/>
            <a:endCxn id="66" idx="0"/>
          </p:cNvCxnSpPr>
          <p:nvPr/>
        </p:nvCxnSpPr>
        <p:spPr>
          <a:xfrm>
            <a:off x="2380994" y="4843064"/>
            <a:ext cx="535799" cy="470268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77" name="Google Shape;62;p14">
            <a:extLst>
              <a:ext uri="{FF2B5EF4-FFF2-40B4-BE49-F238E27FC236}">
                <a16:creationId xmlns:a16="http://schemas.microsoft.com/office/drawing/2014/main" id="{E0490BD8-6DD7-1126-4279-84F496E449BD}"/>
              </a:ext>
            </a:extLst>
          </p:cNvPr>
          <p:cNvGrpSpPr/>
          <p:nvPr/>
        </p:nvGrpSpPr>
        <p:grpSpPr>
          <a:xfrm>
            <a:off x="753033" y="1219200"/>
            <a:ext cx="1071600" cy="745600"/>
            <a:chOff x="725125" y="742575"/>
            <a:chExt cx="803700" cy="559200"/>
          </a:xfrm>
        </p:grpSpPr>
        <p:sp>
          <p:nvSpPr>
            <p:cNvPr id="78" name="Google Shape;63;p14">
              <a:extLst>
                <a:ext uri="{FF2B5EF4-FFF2-40B4-BE49-F238E27FC236}">
                  <a16:creationId xmlns:a16="http://schemas.microsoft.com/office/drawing/2014/main" id="{BDFFA358-171B-6C76-CFC0-584D39F2A8A0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pSeed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64;p14">
              <a:extLst>
                <a:ext uri="{FF2B5EF4-FFF2-40B4-BE49-F238E27FC236}">
                  <a16:creationId xmlns:a16="http://schemas.microsoft.com/office/drawing/2014/main" id="{07CFBCBE-FED3-8691-86CC-CBF5BD82D434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0" name="Google Shape;129;p15">
            <a:extLst>
              <a:ext uri="{FF2B5EF4-FFF2-40B4-BE49-F238E27FC236}">
                <a16:creationId xmlns:a16="http://schemas.microsoft.com/office/drawing/2014/main" id="{A1BFD139-A1E7-41BD-9EF8-F54E6D4C01F2}"/>
              </a:ext>
            </a:extLst>
          </p:cNvPr>
          <p:cNvCxnSpPr>
            <a:cxnSpLocks/>
            <a:stCxn id="79" idx="3"/>
            <a:endCxn id="41" idx="1"/>
          </p:cNvCxnSpPr>
          <p:nvPr/>
        </p:nvCxnSpPr>
        <p:spPr>
          <a:xfrm>
            <a:off x="1824633" y="1778400"/>
            <a:ext cx="629515" cy="7186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6E7419C-80E5-CFF0-3821-88DEDC5A26B4}"/>
              </a:ext>
            </a:extLst>
          </p:cNvPr>
          <p:cNvSpPr txBox="1"/>
          <p:nvPr/>
        </p:nvSpPr>
        <p:spPr>
          <a:xfrm>
            <a:off x="4546600" y="1365931"/>
            <a:ext cx="406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74 Print(</a:t>
            </a:r>
            <a:r>
              <a:rPr lang="en-US" altLang="ko-KR" dirty="0" err="1"/>
              <a:t>pSeed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8" name="Google Shape;70;p14">
            <a:extLst>
              <a:ext uri="{FF2B5EF4-FFF2-40B4-BE49-F238E27FC236}">
                <a16:creationId xmlns:a16="http://schemas.microsoft.com/office/drawing/2014/main" id="{2871A8E5-E22D-645C-FB76-5C6590416E9B}"/>
              </a:ext>
            </a:extLst>
          </p:cNvPr>
          <p:cNvGrpSpPr/>
          <p:nvPr/>
        </p:nvGrpSpPr>
        <p:grpSpPr>
          <a:xfrm>
            <a:off x="6578600" y="2310600"/>
            <a:ext cx="1071600" cy="745600"/>
            <a:chOff x="725125" y="742575"/>
            <a:chExt cx="803700" cy="559200"/>
          </a:xfrm>
        </p:grpSpPr>
        <p:sp>
          <p:nvSpPr>
            <p:cNvPr id="12" name="Google Shape;71;p14">
              <a:extLst>
                <a:ext uri="{FF2B5EF4-FFF2-40B4-BE49-F238E27FC236}">
                  <a16:creationId xmlns:a16="http://schemas.microsoft.com/office/drawing/2014/main" id="{4EBA0B5C-4248-8A84-DAA9-D0502250F3A4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pSeed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72;p14">
              <a:extLst>
                <a:ext uri="{FF2B5EF4-FFF2-40B4-BE49-F238E27FC236}">
                  <a16:creationId xmlns:a16="http://schemas.microsoft.com/office/drawing/2014/main" id="{ECC42426-00C0-6838-AD07-3A16D7232C4F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5" name="Google Shape;324;p23">
            <a:extLst>
              <a:ext uri="{FF2B5EF4-FFF2-40B4-BE49-F238E27FC236}">
                <a16:creationId xmlns:a16="http://schemas.microsoft.com/office/drawing/2014/main" id="{CEB7F773-DD74-2D61-5528-A6A9DD173E0F}"/>
              </a:ext>
            </a:extLst>
          </p:cNvPr>
          <p:cNvCxnSpPr>
            <a:cxnSpLocks/>
            <a:stCxn id="79" idx="3"/>
            <a:endCxn id="12" idx="2"/>
          </p:cNvCxnSpPr>
          <p:nvPr/>
        </p:nvCxnSpPr>
        <p:spPr>
          <a:xfrm>
            <a:off x="1824633" y="1778400"/>
            <a:ext cx="5289767" cy="905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22" name="Google Shape;129;p15">
            <a:extLst>
              <a:ext uri="{FF2B5EF4-FFF2-40B4-BE49-F238E27FC236}">
                <a16:creationId xmlns:a16="http://schemas.microsoft.com/office/drawing/2014/main" id="{7F52CF67-C83A-E593-A49E-E19D0AB39D9B}"/>
              </a:ext>
            </a:extLst>
          </p:cNvPr>
          <p:cNvCxnSpPr>
            <a:cxnSpLocks/>
            <a:stCxn id="14" idx="1"/>
            <a:endCxn id="41" idx="3"/>
          </p:cNvCxnSpPr>
          <p:nvPr/>
        </p:nvCxnSpPr>
        <p:spPr>
          <a:xfrm flipH="1" flipV="1">
            <a:off x="3525748" y="2497000"/>
            <a:ext cx="3052852" cy="3728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B647A3F3-6DA3-BA81-574F-F260AC7B4B56}"/>
              </a:ext>
            </a:extLst>
          </p:cNvPr>
          <p:cNvSpPr txBox="1"/>
          <p:nvPr/>
        </p:nvSpPr>
        <p:spPr>
          <a:xfrm>
            <a:off x="5157307" y="3355332"/>
            <a:ext cx="406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53 Traverse(</a:t>
            </a:r>
            <a:r>
              <a:rPr lang="en-US" altLang="ko-KR" dirty="0" err="1"/>
              <a:t>pSeed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32" name="Google Shape;70;p14">
            <a:extLst>
              <a:ext uri="{FF2B5EF4-FFF2-40B4-BE49-F238E27FC236}">
                <a16:creationId xmlns:a16="http://schemas.microsoft.com/office/drawing/2014/main" id="{F5F6416E-4E85-22C8-7838-1CA6C33F9AB5}"/>
              </a:ext>
            </a:extLst>
          </p:cNvPr>
          <p:cNvGrpSpPr/>
          <p:nvPr/>
        </p:nvGrpSpPr>
        <p:grpSpPr>
          <a:xfrm>
            <a:off x="6578600" y="4121362"/>
            <a:ext cx="1071600" cy="745600"/>
            <a:chOff x="725125" y="742575"/>
            <a:chExt cx="803700" cy="559200"/>
          </a:xfrm>
        </p:grpSpPr>
        <p:sp>
          <p:nvSpPr>
            <p:cNvPr id="36" name="Google Shape;71;p14">
              <a:extLst>
                <a:ext uri="{FF2B5EF4-FFF2-40B4-BE49-F238E27FC236}">
                  <a16:creationId xmlns:a16="http://schemas.microsoft.com/office/drawing/2014/main" id="{CDE5E785-DDFB-6E27-87EA-B2477F2EAEFF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72;p14">
              <a:extLst>
                <a:ext uri="{FF2B5EF4-FFF2-40B4-BE49-F238E27FC236}">
                  <a16:creationId xmlns:a16="http://schemas.microsoft.com/office/drawing/2014/main" id="{1E51947E-63F6-28A4-0FB6-9BA30D0295D8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8" name="Google Shape;324;p23">
            <a:extLst>
              <a:ext uri="{FF2B5EF4-FFF2-40B4-BE49-F238E27FC236}">
                <a16:creationId xmlns:a16="http://schemas.microsoft.com/office/drawing/2014/main" id="{9EC7B2E7-A1F5-A6C0-0934-41E2486FB4D1}"/>
              </a:ext>
            </a:extLst>
          </p:cNvPr>
          <p:cNvCxnSpPr>
            <a:cxnSpLocks/>
            <a:stCxn id="14" idx="2"/>
            <a:endCxn id="47" idx="0"/>
          </p:cNvCxnSpPr>
          <p:nvPr/>
        </p:nvCxnSpPr>
        <p:spPr>
          <a:xfrm>
            <a:off x="7114400" y="3056200"/>
            <a:ext cx="0" cy="143796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57" name="Google Shape;129;p15">
            <a:extLst>
              <a:ext uri="{FF2B5EF4-FFF2-40B4-BE49-F238E27FC236}">
                <a16:creationId xmlns:a16="http://schemas.microsoft.com/office/drawing/2014/main" id="{E74716ED-3623-5D93-3DA5-9832F00D79AA}"/>
              </a:ext>
            </a:extLst>
          </p:cNvPr>
          <p:cNvCxnSpPr>
            <a:cxnSpLocks/>
            <a:stCxn id="47" idx="1"/>
            <a:endCxn id="41" idx="3"/>
          </p:cNvCxnSpPr>
          <p:nvPr/>
        </p:nvCxnSpPr>
        <p:spPr>
          <a:xfrm flipH="1" flipV="1">
            <a:off x="3525748" y="2497000"/>
            <a:ext cx="3052852" cy="218356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2680D196-95A2-AF4E-09D2-8B1BDBA39F76}"/>
              </a:ext>
            </a:extLst>
          </p:cNvPr>
          <p:cNvSpPr txBox="1"/>
          <p:nvPr/>
        </p:nvSpPr>
        <p:spPr>
          <a:xfrm>
            <a:off x="5506997" y="2070294"/>
            <a:ext cx="450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51</a:t>
            </a:r>
            <a:endParaRPr lang="ko-KR" altLang="en-US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506BCEA-EEDD-A1B4-C233-6AC145A774AF}"/>
              </a:ext>
            </a:extLst>
          </p:cNvPr>
          <p:cNvSpPr txBox="1"/>
          <p:nvPr/>
        </p:nvSpPr>
        <p:spPr>
          <a:xfrm>
            <a:off x="7133652" y="3613246"/>
            <a:ext cx="450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538319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B9F8C-F062-F408-9CE0-163A19460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Google Shape;324;p23">
            <a:extLst>
              <a:ext uri="{FF2B5EF4-FFF2-40B4-BE49-F238E27FC236}">
                <a16:creationId xmlns:a16="http://schemas.microsoft.com/office/drawing/2014/main" id="{F75C89B3-F2D6-7A5F-227A-3CF3DBAF5002}"/>
              </a:ext>
            </a:extLst>
          </p:cNvPr>
          <p:cNvCxnSpPr>
            <a:cxnSpLocks/>
          </p:cNvCxnSpPr>
          <p:nvPr/>
        </p:nvCxnSpPr>
        <p:spPr>
          <a:xfrm>
            <a:off x="6849760" y="544531"/>
            <a:ext cx="176084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13" name="Google Shape;129;p15">
            <a:extLst>
              <a:ext uri="{FF2B5EF4-FFF2-40B4-BE49-F238E27FC236}">
                <a16:creationId xmlns:a16="http://schemas.microsoft.com/office/drawing/2014/main" id="{1E5FABD8-F3D9-4535-0A72-355131F6C220}"/>
              </a:ext>
            </a:extLst>
          </p:cNvPr>
          <p:cNvCxnSpPr>
            <a:cxnSpLocks/>
          </p:cNvCxnSpPr>
          <p:nvPr/>
        </p:nvCxnSpPr>
        <p:spPr>
          <a:xfrm>
            <a:off x="9046860" y="544531"/>
            <a:ext cx="176084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FFE9A612-FAE7-63E4-A1C2-3340E676F9CC}"/>
              </a:ext>
            </a:extLst>
          </p:cNvPr>
          <p:cNvGrpSpPr/>
          <p:nvPr/>
        </p:nvGrpSpPr>
        <p:grpSpPr>
          <a:xfrm>
            <a:off x="2454148" y="2310600"/>
            <a:ext cx="1071603" cy="1118400"/>
            <a:chOff x="2576366" y="4663498"/>
            <a:chExt cx="1071603" cy="1118400"/>
          </a:xfrm>
        </p:grpSpPr>
        <p:grpSp>
          <p:nvGrpSpPr>
            <p:cNvPr id="38" name="Google Shape;65;p14">
              <a:extLst>
                <a:ext uri="{FF2B5EF4-FFF2-40B4-BE49-F238E27FC236}">
                  <a16:creationId xmlns:a16="http://schemas.microsoft.com/office/drawing/2014/main" id="{788832EB-23B9-95C7-53D0-94692A618C41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39" name="Google Shape;66;p14">
                <a:extLst>
                  <a:ext uri="{FF2B5EF4-FFF2-40B4-BE49-F238E27FC236}">
                    <a16:creationId xmlns:a16="http://schemas.microsoft.com/office/drawing/2014/main" id="{061C0BE2-2F30-7392-A861-8DDCF38DD746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41" name="Google Shape;67;p14">
                  <a:extLst>
                    <a:ext uri="{FF2B5EF4-FFF2-40B4-BE49-F238E27FC236}">
                      <a16:creationId xmlns:a16="http://schemas.microsoft.com/office/drawing/2014/main" id="{30841036-1543-468E-C4CB-0752E736BE0D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0x01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" name="Google Shape;68;p14">
                  <a:extLst>
                    <a:ext uri="{FF2B5EF4-FFF2-40B4-BE49-F238E27FC236}">
                      <a16:creationId xmlns:a16="http://schemas.microsoft.com/office/drawing/2014/main" id="{AFC686B3-10A0-D0CA-4031-7307D2958CE9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" name="Google Shape;69;p14">
                <a:extLst>
                  <a:ext uri="{FF2B5EF4-FFF2-40B4-BE49-F238E27FC236}">
                    <a16:creationId xmlns:a16="http://schemas.microsoft.com/office/drawing/2014/main" id="{C2238911-34A0-7128-26FF-323B2CE1DD91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0x02</a:t>
                </a:r>
                <a:endParaRPr sz="1067" dirty="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4" name="Google Shape;81;p14">
              <a:extLst>
                <a:ext uri="{FF2B5EF4-FFF2-40B4-BE49-F238E27FC236}">
                  <a16:creationId xmlns:a16="http://schemas.microsoft.com/office/drawing/2014/main" id="{81F620BF-E125-B3EF-24D7-41002E542D1B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0x03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8F6F33FF-2AEF-2E26-FACF-C24829B0F03A}"/>
              </a:ext>
            </a:extLst>
          </p:cNvPr>
          <p:cNvGrpSpPr/>
          <p:nvPr/>
        </p:nvGrpSpPr>
        <p:grpSpPr>
          <a:xfrm>
            <a:off x="1586921" y="3729866"/>
            <a:ext cx="1071603" cy="1118400"/>
            <a:chOff x="2576366" y="4663498"/>
            <a:chExt cx="1071603" cy="1118400"/>
          </a:xfrm>
        </p:grpSpPr>
        <p:grpSp>
          <p:nvGrpSpPr>
            <p:cNvPr id="18" name="Google Shape;65;p14">
              <a:extLst>
                <a:ext uri="{FF2B5EF4-FFF2-40B4-BE49-F238E27FC236}">
                  <a16:creationId xmlns:a16="http://schemas.microsoft.com/office/drawing/2014/main" id="{732DF5E2-6F33-C60A-E933-0B0F35FC1903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24" name="Google Shape;66;p14">
                <a:extLst>
                  <a:ext uri="{FF2B5EF4-FFF2-40B4-BE49-F238E27FC236}">
                    <a16:creationId xmlns:a16="http://schemas.microsoft.com/office/drawing/2014/main" id="{63D27400-0F63-B01F-DE95-35600969A8EF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27" name="Google Shape;67;p14">
                  <a:extLst>
                    <a:ext uri="{FF2B5EF4-FFF2-40B4-BE49-F238E27FC236}">
                      <a16:creationId xmlns:a16="http://schemas.microsoft.com/office/drawing/2014/main" id="{C048CF91-2260-D642-9613-145AF2850169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0x02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" name="Google Shape;68;p14">
                  <a:extLst>
                    <a:ext uri="{FF2B5EF4-FFF2-40B4-BE49-F238E27FC236}">
                      <a16:creationId xmlns:a16="http://schemas.microsoft.com/office/drawing/2014/main" id="{68201AC8-4E28-D356-5593-1FA8CF72FCB9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20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6" name="Google Shape;69;p14">
                <a:extLst>
                  <a:ext uri="{FF2B5EF4-FFF2-40B4-BE49-F238E27FC236}">
                    <a16:creationId xmlns:a16="http://schemas.microsoft.com/office/drawing/2014/main" id="{124007CF-0BBB-655D-6375-06646ED89442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0x04</a:t>
                </a:r>
                <a:endParaRPr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" name="Google Shape;81;p14">
              <a:extLst>
                <a:ext uri="{FF2B5EF4-FFF2-40B4-BE49-F238E27FC236}">
                  <a16:creationId xmlns:a16="http://schemas.microsoft.com/office/drawing/2014/main" id="{CB9B03EA-242D-4AA8-3294-0DAFA9B37C3B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0x05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09211347-2F45-E40C-34AF-44E2C875FE26}"/>
              </a:ext>
            </a:extLst>
          </p:cNvPr>
          <p:cNvSpPr txBox="1"/>
          <p:nvPr/>
        </p:nvSpPr>
        <p:spPr>
          <a:xfrm>
            <a:off x="266700" y="451668"/>
            <a:ext cx="406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트리 순회하기</a:t>
            </a:r>
          </a:p>
        </p:txBody>
      </p:sp>
      <p:cxnSp>
        <p:nvCxnSpPr>
          <p:cNvPr id="5" name="Google Shape;129;p15">
            <a:extLst>
              <a:ext uri="{FF2B5EF4-FFF2-40B4-BE49-F238E27FC236}">
                <a16:creationId xmlns:a16="http://schemas.microsoft.com/office/drawing/2014/main" id="{57D96D95-0E7E-F5B8-4C07-CDDF9A04B350}"/>
              </a:ext>
            </a:extLst>
          </p:cNvPr>
          <p:cNvCxnSpPr>
            <a:cxnSpLocks/>
            <a:stCxn id="40" idx="2"/>
            <a:endCxn id="27" idx="0"/>
          </p:cNvCxnSpPr>
          <p:nvPr/>
        </p:nvCxnSpPr>
        <p:spPr>
          <a:xfrm flipH="1">
            <a:off x="2122721" y="3429000"/>
            <a:ext cx="589703" cy="30086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8319F778-54D5-D2D6-4259-7D17E721BA6E}"/>
              </a:ext>
            </a:extLst>
          </p:cNvPr>
          <p:cNvGrpSpPr/>
          <p:nvPr/>
        </p:nvGrpSpPr>
        <p:grpSpPr>
          <a:xfrm>
            <a:off x="3259097" y="3724664"/>
            <a:ext cx="1071603" cy="1118400"/>
            <a:chOff x="2576366" y="4663498"/>
            <a:chExt cx="1071603" cy="1118400"/>
          </a:xfrm>
        </p:grpSpPr>
        <p:grpSp>
          <p:nvGrpSpPr>
            <p:cNvPr id="34" name="Google Shape;65;p14">
              <a:extLst>
                <a:ext uri="{FF2B5EF4-FFF2-40B4-BE49-F238E27FC236}">
                  <a16:creationId xmlns:a16="http://schemas.microsoft.com/office/drawing/2014/main" id="{260A6EB0-05C1-51EE-CF0E-77D9E0CF6F07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37" name="Google Shape;66;p14">
                <a:extLst>
                  <a:ext uri="{FF2B5EF4-FFF2-40B4-BE49-F238E27FC236}">
                    <a16:creationId xmlns:a16="http://schemas.microsoft.com/office/drawing/2014/main" id="{CB2A2DCE-8946-E880-847D-E05BDC8CB7A5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45" name="Google Shape;67;p14">
                  <a:extLst>
                    <a:ext uri="{FF2B5EF4-FFF2-40B4-BE49-F238E27FC236}">
                      <a16:creationId xmlns:a16="http://schemas.microsoft.com/office/drawing/2014/main" id="{B16C15DE-B357-72E6-C9E4-62FC1E20A02D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0x03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" name="Google Shape;68;p14">
                  <a:extLst>
                    <a:ext uri="{FF2B5EF4-FFF2-40B4-BE49-F238E27FC236}">
                      <a16:creationId xmlns:a16="http://schemas.microsoft.com/office/drawing/2014/main" id="{81D66697-87C6-9D91-7BA2-98DE3EC00262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30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3" name="Google Shape;69;p14">
                <a:extLst>
                  <a:ext uri="{FF2B5EF4-FFF2-40B4-BE49-F238E27FC236}">
                    <a16:creationId xmlns:a16="http://schemas.microsoft.com/office/drawing/2014/main" id="{C991B301-F6D1-1CAF-0976-535C1D40580F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5" name="Google Shape;81;p14">
              <a:extLst>
                <a:ext uri="{FF2B5EF4-FFF2-40B4-BE49-F238E27FC236}">
                  <a16:creationId xmlns:a16="http://schemas.microsoft.com/office/drawing/2014/main" id="{80FDBF00-3C7B-83F8-B12D-369C27299C4C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" name="Google Shape;129;p15">
            <a:extLst>
              <a:ext uri="{FF2B5EF4-FFF2-40B4-BE49-F238E27FC236}">
                <a16:creationId xmlns:a16="http://schemas.microsoft.com/office/drawing/2014/main" id="{DD65D4BC-6622-0586-7ED8-95877FDFDB96}"/>
              </a:ext>
            </a:extLst>
          </p:cNvPr>
          <p:cNvCxnSpPr>
            <a:cxnSpLocks/>
            <a:stCxn id="44" idx="2"/>
            <a:endCxn id="45" idx="0"/>
          </p:cNvCxnSpPr>
          <p:nvPr/>
        </p:nvCxnSpPr>
        <p:spPr>
          <a:xfrm>
            <a:off x="3248221" y="3423798"/>
            <a:ext cx="546676" cy="30086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A323BF29-71A4-89EC-D2E0-3A381C281113}"/>
              </a:ext>
            </a:extLst>
          </p:cNvPr>
          <p:cNvGrpSpPr/>
          <p:nvPr/>
        </p:nvGrpSpPr>
        <p:grpSpPr>
          <a:xfrm>
            <a:off x="820346" y="5313332"/>
            <a:ext cx="1071603" cy="1118400"/>
            <a:chOff x="2576366" y="4663498"/>
            <a:chExt cx="1071603" cy="1118400"/>
          </a:xfrm>
        </p:grpSpPr>
        <p:grpSp>
          <p:nvGrpSpPr>
            <p:cNvPr id="25" name="Google Shape;65;p14">
              <a:extLst>
                <a:ext uri="{FF2B5EF4-FFF2-40B4-BE49-F238E27FC236}">
                  <a16:creationId xmlns:a16="http://schemas.microsoft.com/office/drawing/2014/main" id="{C763DD98-790D-EAF4-DD2D-FB0CAB1EE622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53" name="Google Shape;66;p14">
                <a:extLst>
                  <a:ext uri="{FF2B5EF4-FFF2-40B4-BE49-F238E27FC236}">
                    <a16:creationId xmlns:a16="http://schemas.microsoft.com/office/drawing/2014/main" id="{F10EA434-7CBD-2A72-EE99-F9245AB1EB6E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55" name="Google Shape;67;p14">
                  <a:extLst>
                    <a:ext uri="{FF2B5EF4-FFF2-40B4-BE49-F238E27FC236}">
                      <a16:creationId xmlns:a16="http://schemas.microsoft.com/office/drawing/2014/main" id="{488E4972-44A7-5882-B310-D2160A2118C7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0x04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" name="Google Shape;68;p14">
                  <a:extLst>
                    <a:ext uri="{FF2B5EF4-FFF2-40B4-BE49-F238E27FC236}">
                      <a16:creationId xmlns:a16="http://schemas.microsoft.com/office/drawing/2014/main" id="{ECD589E1-9F87-96C4-837D-81E62C907614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40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54" name="Google Shape;69;p14">
                <a:extLst>
                  <a:ext uri="{FF2B5EF4-FFF2-40B4-BE49-F238E27FC236}">
                    <a16:creationId xmlns:a16="http://schemas.microsoft.com/office/drawing/2014/main" id="{8CFA18A1-8FCD-5587-B88F-874BDABFF2BC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2" name="Google Shape;81;p14">
              <a:extLst>
                <a:ext uri="{FF2B5EF4-FFF2-40B4-BE49-F238E27FC236}">
                  <a16:creationId xmlns:a16="http://schemas.microsoft.com/office/drawing/2014/main" id="{05D9747C-B5A8-B376-47D7-5E22FB2B0472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1" name="Google Shape;129;p15">
            <a:extLst>
              <a:ext uri="{FF2B5EF4-FFF2-40B4-BE49-F238E27FC236}">
                <a16:creationId xmlns:a16="http://schemas.microsoft.com/office/drawing/2014/main" id="{C6825798-0C32-B414-7049-D94B61360064}"/>
              </a:ext>
            </a:extLst>
          </p:cNvPr>
          <p:cNvCxnSpPr>
            <a:cxnSpLocks/>
            <a:stCxn id="26" idx="2"/>
            <a:endCxn id="55" idx="0"/>
          </p:cNvCxnSpPr>
          <p:nvPr/>
        </p:nvCxnSpPr>
        <p:spPr>
          <a:xfrm flipH="1">
            <a:off x="1356146" y="4848266"/>
            <a:ext cx="489051" cy="46506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" name="그룹 2">
            <a:extLst>
              <a:ext uri="{FF2B5EF4-FFF2-40B4-BE49-F238E27FC236}">
                <a16:creationId xmlns:a16="http://schemas.microsoft.com/office/drawing/2014/main" id="{984E42BF-B632-7B78-549D-599D387370FE}"/>
              </a:ext>
            </a:extLst>
          </p:cNvPr>
          <p:cNvGrpSpPr/>
          <p:nvPr/>
        </p:nvGrpSpPr>
        <p:grpSpPr>
          <a:xfrm>
            <a:off x="2380993" y="5313332"/>
            <a:ext cx="1071603" cy="1118400"/>
            <a:chOff x="2576366" y="4663498"/>
            <a:chExt cx="1071603" cy="1118400"/>
          </a:xfrm>
        </p:grpSpPr>
        <p:grpSp>
          <p:nvGrpSpPr>
            <p:cNvPr id="4" name="Google Shape;65;p14">
              <a:extLst>
                <a:ext uri="{FF2B5EF4-FFF2-40B4-BE49-F238E27FC236}">
                  <a16:creationId xmlns:a16="http://schemas.microsoft.com/office/drawing/2014/main" id="{8868877E-0A2F-638B-95AD-0F3C90AC8D6F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63" name="Google Shape;66;p14">
                <a:extLst>
                  <a:ext uri="{FF2B5EF4-FFF2-40B4-BE49-F238E27FC236}">
                    <a16:creationId xmlns:a16="http://schemas.microsoft.com/office/drawing/2014/main" id="{89A910F3-9FC5-FF69-0E04-B06B6B7D4239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66" name="Google Shape;67;p14">
                  <a:extLst>
                    <a:ext uri="{FF2B5EF4-FFF2-40B4-BE49-F238E27FC236}">
                      <a16:creationId xmlns:a16="http://schemas.microsoft.com/office/drawing/2014/main" id="{8559C0A4-B140-53CC-7B4A-F08AC327CADD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0x05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7" name="Google Shape;68;p14">
                  <a:extLst>
                    <a:ext uri="{FF2B5EF4-FFF2-40B4-BE49-F238E27FC236}">
                      <a16:creationId xmlns:a16="http://schemas.microsoft.com/office/drawing/2014/main" id="{C83EF50B-482B-88A9-FAC7-58123323BD8A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50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4" name="Google Shape;69;p14">
                <a:extLst>
                  <a:ext uri="{FF2B5EF4-FFF2-40B4-BE49-F238E27FC236}">
                    <a16:creationId xmlns:a16="http://schemas.microsoft.com/office/drawing/2014/main" id="{F1714762-F4B1-E3AF-6C03-8081FAE707CF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2" name="Google Shape;81;p14">
              <a:extLst>
                <a:ext uri="{FF2B5EF4-FFF2-40B4-BE49-F238E27FC236}">
                  <a16:creationId xmlns:a16="http://schemas.microsoft.com/office/drawing/2014/main" id="{FE28CB19-037B-98CF-6367-9486D2BFA6D0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75" name="Google Shape;129;p15">
            <a:extLst>
              <a:ext uri="{FF2B5EF4-FFF2-40B4-BE49-F238E27FC236}">
                <a16:creationId xmlns:a16="http://schemas.microsoft.com/office/drawing/2014/main" id="{818C7265-877A-8072-5DD9-34D3231B61A4}"/>
              </a:ext>
            </a:extLst>
          </p:cNvPr>
          <p:cNvCxnSpPr>
            <a:cxnSpLocks/>
            <a:stCxn id="19" idx="2"/>
            <a:endCxn id="66" idx="0"/>
          </p:cNvCxnSpPr>
          <p:nvPr/>
        </p:nvCxnSpPr>
        <p:spPr>
          <a:xfrm>
            <a:off x="2380994" y="4843064"/>
            <a:ext cx="535799" cy="470268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77" name="Google Shape;62;p14">
            <a:extLst>
              <a:ext uri="{FF2B5EF4-FFF2-40B4-BE49-F238E27FC236}">
                <a16:creationId xmlns:a16="http://schemas.microsoft.com/office/drawing/2014/main" id="{DA94FCBD-54FC-BB1F-2A6A-B215472E4B5B}"/>
              </a:ext>
            </a:extLst>
          </p:cNvPr>
          <p:cNvGrpSpPr/>
          <p:nvPr/>
        </p:nvGrpSpPr>
        <p:grpSpPr>
          <a:xfrm>
            <a:off x="753033" y="1219200"/>
            <a:ext cx="1071600" cy="745600"/>
            <a:chOff x="725125" y="742575"/>
            <a:chExt cx="803700" cy="559200"/>
          </a:xfrm>
        </p:grpSpPr>
        <p:sp>
          <p:nvSpPr>
            <p:cNvPr id="78" name="Google Shape;63;p14">
              <a:extLst>
                <a:ext uri="{FF2B5EF4-FFF2-40B4-BE49-F238E27FC236}">
                  <a16:creationId xmlns:a16="http://schemas.microsoft.com/office/drawing/2014/main" id="{607F1BC6-E7AF-6DC6-3B84-EB907464C34B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pSeed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64;p14">
              <a:extLst>
                <a:ext uri="{FF2B5EF4-FFF2-40B4-BE49-F238E27FC236}">
                  <a16:creationId xmlns:a16="http://schemas.microsoft.com/office/drawing/2014/main" id="{49527942-65E9-C1A9-6717-0515848C3144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0" name="Google Shape;129;p15">
            <a:extLst>
              <a:ext uri="{FF2B5EF4-FFF2-40B4-BE49-F238E27FC236}">
                <a16:creationId xmlns:a16="http://schemas.microsoft.com/office/drawing/2014/main" id="{4EF7A184-4BF7-5051-1165-56D59B948D4C}"/>
              </a:ext>
            </a:extLst>
          </p:cNvPr>
          <p:cNvCxnSpPr>
            <a:cxnSpLocks/>
            <a:stCxn id="79" idx="3"/>
            <a:endCxn id="41" idx="1"/>
          </p:cNvCxnSpPr>
          <p:nvPr/>
        </p:nvCxnSpPr>
        <p:spPr>
          <a:xfrm>
            <a:off x="1824633" y="1778400"/>
            <a:ext cx="629515" cy="7186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E445A660-F25E-2C2F-ED43-A1EA2EAF5ABA}"/>
              </a:ext>
            </a:extLst>
          </p:cNvPr>
          <p:cNvSpPr txBox="1"/>
          <p:nvPr/>
        </p:nvSpPr>
        <p:spPr>
          <a:xfrm>
            <a:off x="5381052" y="2353768"/>
            <a:ext cx="406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45 Traverse(</a:t>
            </a:r>
            <a:r>
              <a:rPr lang="en-US" altLang="ko-KR" dirty="0" err="1"/>
              <a:t>pNode</a:t>
            </a:r>
            <a:r>
              <a:rPr lang="en-US" altLang="ko-KR" dirty="0"/>
              <a:t>-&gt;</a:t>
            </a:r>
            <a:r>
              <a:rPr lang="en-US" altLang="ko-KR" dirty="0" err="1"/>
              <a:t>pLeft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32" name="Google Shape;70;p14">
            <a:extLst>
              <a:ext uri="{FF2B5EF4-FFF2-40B4-BE49-F238E27FC236}">
                <a16:creationId xmlns:a16="http://schemas.microsoft.com/office/drawing/2014/main" id="{8864CB0F-DC45-545C-924E-0E9992A0BFD2}"/>
              </a:ext>
            </a:extLst>
          </p:cNvPr>
          <p:cNvGrpSpPr/>
          <p:nvPr/>
        </p:nvGrpSpPr>
        <p:grpSpPr>
          <a:xfrm>
            <a:off x="5888712" y="1565000"/>
            <a:ext cx="1071600" cy="745600"/>
            <a:chOff x="725125" y="742575"/>
            <a:chExt cx="803700" cy="559200"/>
          </a:xfrm>
        </p:grpSpPr>
        <p:sp>
          <p:nvSpPr>
            <p:cNvPr id="36" name="Google Shape;71;p14">
              <a:extLst>
                <a:ext uri="{FF2B5EF4-FFF2-40B4-BE49-F238E27FC236}">
                  <a16:creationId xmlns:a16="http://schemas.microsoft.com/office/drawing/2014/main" id="{78C1FB23-B1D3-DD43-6C56-ED5689D8AC9E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72;p14">
              <a:extLst>
                <a:ext uri="{FF2B5EF4-FFF2-40B4-BE49-F238E27FC236}">
                  <a16:creationId xmlns:a16="http://schemas.microsoft.com/office/drawing/2014/main" id="{A8BB8CB2-9C50-DA7E-7F65-EABA8534FC10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7" name="Google Shape;129;p15">
            <a:extLst>
              <a:ext uri="{FF2B5EF4-FFF2-40B4-BE49-F238E27FC236}">
                <a16:creationId xmlns:a16="http://schemas.microsoft.com/office/drawing/2014/main" id="{EE491505-E85D-CFE3-BED1-A1E7E697C4E7}"/>
              </a:ext>
            </a:extLst>
          </p:cNvPr>
          <p:cNvCxnSpPr>
            <a:cxnSpLocks/>
            <a:stCxn id="47" idx="1"/>
            <a:endCxn id="41" idx="3"/>
          </p:cNvCxnSpPr>
          <p:nvPr/>
        </p:nvCxnSpPr>
        <p:spPr>
          <a:xfrm flipH="1">
            <a:off x="3525748" y="2124200"/>
            <a:ext cx="2362964" cy="3728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D365A2C-D3A5-B312-BE75-7465AFCE0014}"/>
              </a:ext>
            </a:extLst>
          </p:cNvPr>
          <p:cNvSpPr txBox="1"/>
          <p:nvPr/>
        </p:nvSpPr>
        <p:spPr>
          <a:xfrm>
            <a:off x="5254052" y="1120245"/>
            <a:ext cx="406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53 Traverse(</a:t>
            </a:r>
            <a:r>
              <a:rPr lang="en-US" altLang="ko-KR" dirty="0" err="1"/>
              <a:t>pSeed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21" name="Google Shape;70;p14">
            <a:extLst>
              <a:ext uri="{FF2B5EF4-FFF2-40B4-BE49-F238E27FC236}">
                <a16:creationId xmlns:a16="http://schemas.microsoft.com/office/drawing/2014/main" id="{322AF450-1825-B8DD-99D9-E29E10A265E8}"/>
              </a:ext>
            </a:extLst>
          </p:cNvPr>
          <p:cNvGrpSpPr/>
          <p:nvPr/>
        </p:nvGrpSpPr>
        <p:grpSpPr>
          <a:xfrm>
            <a:off x="6214452" y="2926013"/>
            <a:ext cx="1071600" cy="745600"/>
            <a:chOff x="725125" y="742575"/>
            <a:chExt cx="803700" cy="559200"/>
          </a:xfrm>
        </p:grpSpPr>
        <p:sp>
          <p:nvSpPr>
            <p:cNvPr id="23" name="Google Shape;71;p14">
              <a:extLst>
                <a:ext uri="{FF2B5EF4-FFF2-40B4-BE49-F238E27FC236}">
                  <a16:creationId xmlns:a16="http://schemas.microsoft.com/office/drawing/2014/main" id="{54219E35-5704-D13B-DD60-DD297FBE9E42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72;p14">
              <a:extLst>
                <a:ext uri="{FF2B5EF4-FFF2-40B4-BE49-F238E27FC236}">
                  <a16:creationId xmlns:a16="http://schemas.microsoft.com/office/drawing/2014/main" id="{10752FF6-90BB-C82C-9BFF-2A81B4AB9DC6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0x02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0" name="Google Shape;324;p23">
            <a:extLst>
              <a:ext uri="{FF2B5EF4-FFF2-40B4-BE49-F238E27FC236}">
                <a16:creationId xmlns:a16="http://schemas.microsoft.com/office/drawing/2014/main" id="{ACDA266B-7FAF-E60F-28C9-2EA0C69B4A4B}"/>
              </a:ext>
            </a:extLst>
          </p:cNvPr>
          <p:cNvCxnSpPr>
            <a:cxnSpLocks/>
            <a:stCxn id="40" idx="3"/>
            <a:endCxn id="23" idx="2"/>
          </p:cNvCxnSpPr>
          <p:nvPr/>
        </p:nvCxnSpPr>
        <p:spPr>
          <a:xfrm>
            <a:off x="2970696" y="3242600"/>
            <a:ext cx="3779556" cy="5621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58" name="Google Shape;129;p15">
            <a:extLst>
              <a:ext uri="{FF2B5EF4-FFF2-40B4-BE49-F238E27FC236}">
                <a16:creationId xmlns:a16="http://schemas.microsoft.com/office/drawing/2014/main" id="{2670F748-E96E-30C6-B213-A2744EC77EA9}"/>
              </a:ext>
            </a:extLst>
          </p:cNvPr>
          <p:cNvCxnSpPr>
            <a:cxnSpLocks/>
            <a:stCxn id="29" idx="1"/>
            <a:endCxn id="27" idx="3"/>
          </p:cNvCxnSpPr>
          <p:nvPr/>
        </p:nvCxnSpPr>
        <p:spPr>
          <a:xfrm flipH="1">
            <a:off x="2658521" y="3485213"/>
            <a:ext cx="3555931" cy="43105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6269768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F14B0-CAC4-7F22-95B9-2E7EC1F24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Google Shape;324;p23">
            <a:extLst>
              <a:ext uri="{FF2B5EF4-FFF2-40B4-BE49-F238E27FC236}">
                <a16:creationId xmlns:a16="http://schemas.microsoft.com/office/drawing/2014/main" id="{FCEFA5D0-27A6-2DC7-D557-F5DC12627508}"/>
              </a:ext>
            </a:extLst>
          </p:cNvPr>
          <p:cNvCxnSpPr>
            <a:cxnSpLocks/>
          </p:cNvCxnSpPr>
          <p:nvPr/>
        </p:nvCxnSpPr>
        <p:spPr>
          <a:xfrm>
            <a:off x="6849760" y="544531"/>
            <a:ext cx="176084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13" name="Google Shape;129;p15">
            <a:extLst>
              <a:ext uri="{FF2B5EF4-FFF2-40B4-BE49-F238E27FC236}">
                <a16:creationId xmlns:a16="http://schemas.microsoft.com/office/drawing/2014/main" id="{BD35336A-313D-5DBA-139F-194675A45ECB}"/>
              </a:ext>
            </a:extLst>
          </p:cNvPr>
          <p:cNvCxnSpPr>
            <a:cxnSpLocks/>
          </p:cNvCxnSpPr>
          <p:nvPr/>
        </p:nvCxnSpPr>
        <p:spPr>
          <a:xfrm>
            <a:off x="9046860" y="544531"/>
            <a:ext cx="176084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8926034D-1995-1219-42EE-7751D6C90DB5}"/>
              </a:ext>
            </a:extLst>
          </p:cNvPr>
          <p:cNvGrpSpPr/>
          <p:nvPr/>
        </p:nvGrpSpPr>
        <p:grpSpPr>
          <a:xfrm>
            <a:off x="2454148" y="2310600"/>
            <a:ext cx="1071603" cy="1118400"/>
            <a:chOff x="2576366" y="4663498"/>
            <a:chExt cx="1071603" cy="1118400"/>
          </a:xfrm>
        </p:grpSpPr>
        <p:grpSp>
          <p:nvGrpSpPr>
            <p:cNvPr id="38" name="Google Shape;65;p14">
              <a:extLst>
                <a:ext uri="{FF2B5EF4-FFF2-40B4-BE49-F238E27FC236}">
                  <a16:creationId xmlns:a16="http://schemas.microsoft.com/office/drawing/2014/main" id="{8CC446C0-6CE7-B1A4-00D5-8973627D8362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39" name="Google Shape;66;p14">
                <a:extLst>
                  <a:ext uri="{FF2B5EF4-FFF2-40B4-BE49-F238E27FC236}">
                    <a16:creationId xmlns:a16="http://schemas.microsoft.com/office/drawing/2014/main" id="{FD0AE2A2-FF01-990A-7DC8-E253BE9F7FF7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41" name="Google Shape;67;p14">
                  <a:extLst>
                    <a:ext uri="{FF2B5EF4-FFF2-40B4-BE49-F238E27FC236}">
                      <a16:creationId xmlns:a16="http://schemas.microsoft.com/office/drawing/2014/main" id="{BE52DAB0-52D1-5190-2A52-EB00CF763A15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0x01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" name="Google Shape;68;p14">
                  <a:extLst>
                    <a:ext uri="{FF2B5EF4-FFF2-40B4-BE49-F238E27FC236}">
                      <a16:creationId xmlns:a16="http://schemas.microsoft.com/office/drawing/2014/main" id="{7F79DDC2-836F-F562-FB6B-E533F133D2D7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" name="Google Shape;69;p14">
                <a:extLst>
                  <a:ext uri="{FF2B5EF4-FFF2-40B4-BE49-F238E27FC236}">
                    <a16:creationId xmlns:a16="http://schemas.microsoft.com/office/drawing/2014/main" id="{8E1CBC70-51C9-0E74-EC6E-12DD4E502AD1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latin typeface="Arial"/>
                    <a:ea typeface="Arial"/>
                    <a:cs typeface="Arial"/>
                    <a:sym typeface="Arial"/>
                  </a:rPr>
                  <a:t>0x02</a:t>
                </a:r>
                <a:endParaRPr sz="10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4" name="Google Shape;81;p14">
              <a:extLst>
                <a:ext uri="{FF2B5EF4-FFF2-40B4-BE49-F238E27FC236}">
                  <a16:creationId xmlns:a16="http://schemas.microsoft.com/office/drawing/2014/main" id="{1BEBAED4-DE3C-18CD-75E1-7290955E09C6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0x03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96EACD04-2319-7E64-F5CC-2DA05DF7E99E}"/>
              </a:ext>
            </a:extLst>
          </p:cNvPr>
          <p:cNvGrpSpPr/>
          <p:nvPr/>
        </p:nvGrpSpPr>
        <p:grpSpPr>
          <a:xfrm>
            <a:off x="1586921" y="3729866"/>
            <a:ext cx="1071603" cy="1118400"/>
            <a:chOff x="2576366" y="4663498"/>
            <a:chExt cx="1071603" cy="1118400"/>
          </a:xfrm>
        </p:grpSpPr>
        <p:grpSp>
          <p:nvGrpSpPr>
            <p:cNvPr id="18" name="Google Shape;65;p14">
              <a:extLst>
                <a:ext uri="{FF2B5EF4-FFF2-40B4-BE49-F238E27FC236}">
                  <a16:creationId xmlns:a16="http://schemas.microsoft.com/office/drawing/2014/main" id="{4E97896F-E52F-5216-DF55-2C0B9AC9705F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24" name="Google Shape;66;p14">
                <a:extLst>
                  <a:ext uri="{FF2B5EF4-FFF2-40B4-BE49-F238E27FC236}">
                    <a16:creationId xmlns:a16="http://schemas.microsoft.com/office/drawing/2014/main" id="{4888C10C-70BF-BBF7-C60C-C4DE3EE8C415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27" name="Google Shape;67;p14">
                  <a:extLst>
                    <a:ext uri="{FF2B5EF4-FFF2-40B4-BE49-F238E27FC236}">
                      <a16:creationId xmlns:a16="http://schemas.microsoft.com/office/drawing/2014/main" id="{1B3F6FBD-0419-4871-53A8-854BBD309A3A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0x02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" name="Google Shape;68;p14">
                  <a:extLst>
                    <a:ext uri="{FF2B5EF4-FFF2-40B4-BE49-F238E27FC236}">
                      <a16:creationId xmlns:a16="http://schemas.microsoft.com/office/drawing/2014/main" id="{BF2A2EDD-814A-DBAE-85FA-ECB1E1FD5354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20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6" name="Google Shape;69;p14">
                <a:extLst>
                  <a:ext uri="{FF2B5EF4-FFF2-40B4-BE49-F238E27FC236}">
                    <a16:creationId xmlns:a16="http://schemas.microsoft.com/office/drawing/2014/main" id="{1DFB9380-BEC4-C9AF-BB5D-F715F909C5DC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0x04</a:t>
                </a:r>
                <a:endParaRPr sz="1067" dirty="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" name="Google Shape;81;p14">
              <a:extLst>
                <a:ext uri="{FF2B5EF4-FFF2-40B4-BE49-F238E27FC236}">
                  <a16:creationId xmlns:a16="http://schemas.microsoft.com/office/drawing/2014/main" id="{04D2117D-3925-F907-9DCD-F55B3C23C9A2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0x05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C3C30CAE-8F77-59B6-D4C9-978A8C74445B}"/>
              </a:ext>
            </a:extLst>
          </p:cNvPr>
          <p:cNvSpPr txBox="1"/>
          <p:nvPr/>
        </p:nvSpPr>
        <p:spPr>
          <a:xfrm>
            <a:off x="266700" y="451668"/>
            <a:ext cx="406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트리 순회하기</a:t>
            </a:r>
          </a:p>
        </p:txBody>
      </p:sp>
      <p:cxnSp>
        <p:nvCxnSpPr>
          <p:cNvPr id="5" name="Google Shape;129;p15">
            <a:extLst>
              <a:ext uri="{FF2B5EF4-FFF2-40B4-BE49-F238E27FC236}">
                <a16:creationId xmlns:a16="http://schemas.microsoft.com/office/drawing/2014/main" id="{2E3082DE-75BD-7D1E-DBA9-9D407663ACAF}"/>
              </a:ext>
            </a:extLst>
          </p:cNvPr>
          <p:cNvCxnSpPr>
            <a:cxnSpLocks/>
            <a:stCxn id="40" idx="2"/>
            <a:endCxn id="27" idx="0"/>
          </p:cNvCxnSpPr>
          <p:nvPr/>
        </p:nvCxnSpPr>
        <p:spPr>
          <a:xfrm flipH="1">
            <a:off x="2122721" y="3429000"/>
            <a:ext cx="589703" cy="30086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46A5BD49-13D3-303E-3243-37351AD43F6E}"/>
              </a:ext>
            </a:extLst>
          </p:cNvPr>
          <p:cNvGrpSpPr/>
          <p:nvPr/>
        </p:nvGrpSpPr>
        <p:grpSpPr>
          <a:xfrm>
            <a:off x="3259097" y="3724664"/>
            <a:ext cx="1071603" cy="1118400"/>
            <a:chOff x="2576366" y="4663498"/>
            <a:chExt cx="1071603" cy="1118400"/>
          </a:xfrm>
        </p:grpSpPr>
        <p:grpSp>
          <p:nvGrpSpPr>
            <p:cNvPr id="34" name="Google Shape;65;p14">
              <a:extLst>
                <a:ext uri="{FF2B5EF4-FFF2-40B4-BE49-F238E27FC236}">
                  <a16:creationId xmlns:a16="http://schemas.microsoft.com/office/drawing/2014/main" id="{21D1EFF1-0CE1-AA47-FE80-3E045742C01F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37" name="Google Shape;66;p14">
                <a:extLst>
                  <a:ext uri="{FF2B5EF4-FFF2-40B4-BE49-F238E27FC236}">
                    <a16:creationId xmlns:a16="http://schemas.microsoft.com/office/drawing/2014/main" id="{A3FCEF42-A43F-7E56-4C71-F998092AEB37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45" name="Google Shape;67;p14">
                  <a:extLst>
                    <a:ext uri="{FF2B5EF4-FFF2-40B4-BE49-F238E27FC236}">
                      <a16:creationId xmlns:a16="http://schemas.microsoft.com/office/drawing/2014/main" id="{7E6300E5-85EC-CBB8-08A7-58B0D47C3D2B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0x03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" name="Google Shape;68;p14">
                  <a:extLst>
                    <a:ext uri="{FF2B5EF4-FFF2-40B4-BE49-F238E27FC236}">
                      <a16:creationId xmlns:a16="http://schemas.microsoft.com/office/drawing/2014/main" id="{F2BDE326-A8B7-5740-CEB7-1906BF2B2243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30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3" name="Google Shape;69;p14">
                <a:extLst>
                  <a:ext uri="{FF2B5EF4-FFF2-40B4-BE49-F238E27FC236}">
                    <a16:creationId xmlns:a16="http://schemas.microsoft.com/office/drawing/2014/main" id="{31B8D245-8CB3-2F29-FD43-80B151414E23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5" name="Google Shape;81;p14">
              <a:extLst>
                <a:ext uri="{FF2B5EF4-FFF2-40B4-BE49-F238E27FC236}">
                  <a16:creationId xmlns:a16="http://schemas.microsoft.com/office/drawing/2014/main" id="{0683FDB5-FAC9-1553-0D74-FF2E973F7F80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" name="Google Shape;129;p15">
            <a:extLst>
              <a:ext uri="{FF2B5EF4-FFF2-40B4-BE49-F238E27FC236}">
                <a16:creationId xmlns:a16="http://schemas.microsoft.com/office/drawing/2014/main" id="{84A65E69-5178-B157-EA0B-2293E920445B}"/>
              </a:ext>
            </a:extLst>
          </p:cNvPr>
          <p:cNvCxnSpPr>
            <a:cxnSpLocks/>
            <a:stCxn id="44" idx="2"/>
            <a:endCxn id="45" idx="0"/>
          </p:cNvCxnSpPr>
          <p:nvPr/>
        </p:nvCxnSpPr>
        <p:spPr>
          <a:xfrm>
            <a:off x="3248221" y="3423798"/>
            <a:ext cx="546676" cy="30086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3390BCE-4854-6770-B150-5E26E20D1C94}"/>
              </a:ext>
            </a:extLst>
          </p:cNvPr>
          <p:cNvGrpSpPr/>
          <p:nvPr/>
        </p:nvGrpSpPr>
        <p:grpSpPr>
          <a:xfrm>
            <a:off x="820346" y="5313332"/>
            <a:ext cx="1071603" cy="1118400"/>
            <a:chOff x="2576366" y="4663498"/>
            <a:chExt cx="1071603" cy="1118400"/>
          </a:xfrm>
        </p:grpSpPr>
        <p:grpSp>
          <p:nvGrpSpPr>
            <p:cNvPr id="25" name="Google Shape;65;p14">
              <a:extLst>
                <a:ext uri="{FF2B5EF4-FFF2-40B4-BE49-F238E27FC236}">
                  <a16:creationId xmlns:a16="http://schemas.microsoft.com/office/drawing/2014/main" id="{73EF028B-1F8C-3D20-543E-21609EF7D1B0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53" name="Google Shape;66;p14">
                <a:extLst>
                  <a:ext uri="{FF2B5EF4-FFF2-40B4-BE49-F238E27FC236}">
                    <a16:creationId xmlns:a16="http://schemas.microsoft.com/office/drawing/2014/main" id="{6E8B9AEA-8840-8DF6-B33E-8C3033C0A016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55" name="Google Shape;67;p14">
                  <a:extLst>
                    <a:ext uri="{FF2B5EF4-FFF2-40B4-BE49-F238E27FC236}">
                      <a16:creationId xmlns:a16="http://schemas.microsoft.com/office/drawing/2014/main" id="{E3A0609A-C02F-0369-44C3-F92B984C29E1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0x04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" name="Google Shape;68;p14">
                  <a:extLst>
                    <a:ext uri="{FF2B5EF4-FFF2-40B4-BE49-F238E27FC236}">
                      <a16:creationId xmlns:a16="http://schemas.microsoft.com/office/drawing/2014/main" id="{E9406227-D10B-E231-A738-19D52D51601F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40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54" name="Google Shape;69;p14">
                <a:extLst>
                  <a:ext uri="{FF2B5EF4-FFF2-40B4-BE49-F238E27FC236}">
                    <a16:creationId xmlns:a16="http://schemas.microsoft.com/office/drawing/2014/main" id="{0F5E5E60-7883-CA78-65B7-C3BE96E267B1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2" name="Google Shape;81;p14">
              <a:extLst>
                <a:ext uri="{FF2B5EF4-FFF2-40B4-BE49-F238E27FC236}">
                  <a16:creationId xmlns:a16="http://schemas.microsoft.com/office/drawing/2014/main" id="{398ADED3-F688-DE11-5B66-4B5B0A42739E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1" name="Google Shape;129;p15">
            <a:extLst>
              <a:ext uri="{FF2B5EF4-FFF2-40B4-BE49-F238E27FC236}">
                <a16:creationId xmlns:a16="http://schemas.microsoft.com/office/drawing/2014/main" id="{24560E4E-2330-7D9B-732A-828809133393}"/>
              </a:ext>
            </a:extLst>
          </p:cNvPr>
          <p:cNvCxnSpPr>
            <a:cxnSpLocks/>
            <a:stCxn id="26" idx="2"/>
            <a:endCxn id="55" idx="0"/>
          </p:cNvCxnSpPr>
          <p:nvPr/>
        </p:nvCxnSpPr>
        <p:spPr>
          <a:xfrm flipH="1">
            <a:off x="1356146" y="4848266"/>
            <a:ext cx="489051" cy="46506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" name="그룹 2">
            <a:extLst>
              <a:ext uri="{FF2B5EF4-FFF2-40B4-BE49-F238E27FC236}">
                <a16:creationId xmlns:a16="http://schemas.microsoft.com/office/drawing/2014/main" id="{885F0C72-C2C0-9F47-288E-EEFECF7868CF}"/>
              </a:ext>
            </a:extLst>
          </p:cNvPr>
          <p:cNvGrpSpPr/>
          <p:nvPr/>
        </p:nvGrpSpPr>
        <p:grpSpPr>
          <a:xfrm>
            <a:off x="2380993" y="5313332"/>
            <a:ext cx="1071603" cy="1118400"/>
            <a:chOff x="2576366" y="4663498"/>
            <a:chExt cx="1071603" cy="1118400"/>
          </a:xfrm>
        </p:grpSpPr>
        <p:grpSp>
          <p:nvGrpSpPr>
            <p:cNvPr id="4" name="Google Shape;65;p14">
              <a:extLst>
                <a:ext uri="{FF2B5EF4-FFF2-40B4-BE49-F238E27FC236}">
                  <a16:creationId xmlns:a16="http://schemas.microsoft.com/office/drawing/2014/main" id="{2D44C869-00B3-A616-D296-9B52D15D75AF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63" name="Google Shape;66;p14">
                <a:extLst>
                  <a:ext uri="{FF2B5EF4-FFF2-40B4-BE49-F238E27FC236}">
                    <a16:creationId xmlns:a16="http://schemas.microsoft.com/office/drawing/2014/main" id="{DB61B35E-31BA-EC52-B8D2-C192DD655218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66" name="Google Shape;67;p14">
                  <a:extLst>
                    <a:ext uri="{FF2B5EF4-FFF2-40B4-BE49-F238E27FC236}">
                      <a16:creationId xmlns:a16="http://schemas.microsoft.com/office/drawing/2014/main" id="{C492B9F6-DAD9-853D-434E-2C61EC12D5AE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0x05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7" name="Google Shape;68;p14">
                  <a:extLst>
                    <a:ext uri="{FF2B5EF4-FFF2-40B4-BE49-F238E27FC236}">
                      <a16:creationId xmlns:a16="http://schemas.microsoft.com/office/drawing/2014/main" id="{3F1E5638-8154-A660-1BC6-C7BC39AF62BB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50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4" name="Google Shape;69;p14">
                <a:extLst>
                  <a:ext uri="{FF2B5EF4-FFF2-40B4-BE49-F238E27FC236}">
                    <a16:creationId xmlns:a16="http://schemas.microsoft.com/office/drawing/2014/main" id="{52650DE2-7C4B-1076-BC07-E639EF0B83A0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2" name="Google Shape;81;p14">
              <a:extLst>
                <a:ext uri="{FF2B5EF4-FFF2-40B4-BE49-F238E27FC236}">
                  <a16:creationId xmlns:a16="http://schemas.microsoft.com/office/drawing/2014/main" id="{BB1CEDC9-E51E-98C2-2C7F-9485FD2D03C4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75" name="Google Shape;129;p15">
            <a:extLst>
              <a:ext uri="{FF2B5EF4-FFF2-40B4-BE49-F238E27FC236}">
                <a16:creationId xmlns:a16="http://schemas.microsoft.com/office/drawing/2014/main" id="{4FC2A79A-E1C9-8F65-FA6D-8286381A5878}"/>
              </a:ext>
            </a:extLst>
          </p:cNvPr>
          <p:cNvCxnSpPr>
            <a:cxnSpLocks/>
            <a:stCxn id="19" idx="2"/>
            <a:endCxn id="66" idx="0"/>
          </p:cNvCxnSpPr>
          <p:nvPr/>
        </p:nvCxnSpPr>
        <p:spPr>
          <a:xfrm>
            <a:off x="2380994" y="4843064"/>
            <a:ext cx="535799" cy="470268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77" name="Google Shape;62;p14">
            <a:extLst>
              <a:ext uri="{FF2B5EF4-FFF2-40B4-BE49-F238E27FC236}">
                <a16:creationId xmlns:a16="http://schemas.microsoft.com/office/drawing/2014/main" id="{48E77C7F-A0A7-2514-FC64-10AC11A970AA}"/>
              </a:ext>
            </a:extLst>
          </p:cNvPr>
          <p:cNvGrpSpPr/>
          <p:nvPr/>
        </p:nvGrpSpPr>
        <p:grpSpPr>
          <a:xfrm>
            <a:off x="753033" y="1219200"/>
            <a:ext cx="1071600" cy="745600"/>
            <a:chOff x="725125" y="742575"/>
            <a:chExt cx="803700" cy="559200"/>
          </a:xfrm>
        </p:grpSpPr>
        <p:sp>
          <p:nvSpPr>
            <p:cNvPr id="78" name="Google Shape;63;p14">
              <a:extLst>
                <a:ext uri="{FF2B5EF4-FFF2-40B4-BE49-F238E27FC236}">
                  <a16:creationId xmlns:a16="http://schemas.microsoft.com/office/drawing/2014/main" id="{DD68A7C4-CC77-382B-EE92-210F84ECB954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pSeed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64;p14">
              <a:extLst>
                <a:ext uri="{FF2B5EF4-FFF2-40B4-BE49-F238E27FC236}">
                  <a16:creationId xmlns:a16="http://schemas.microsoft.com/office/drawing/2014/main" id="{7D925103-AA6B-1759-3AD0-42A408B507A3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0" name="Google Shape;129;p15">
            <a:extLst>
              <a:ext uri="{FF2B5EF4-FFF2-40B4-BE49-F238E27FC236}">
                <a16:creationId xmlns:a16="http://schemas.microsoft.com/office/drawing/2014/main" id="{7F584300-E1F0-15A6-2B0B-083CA0886FD8}"/>
              </a:ext>
            </a:extLst>
          </p:cNvPr>
          <p:cNvCxnSpPr>
            <a:cxnSpLocks/>
            <a:stCxn id="79" idx="3"/>
            <a:endCxn id="41" idx="1"/>
          </p:cNvCxnSpPr>
          <p:nvPr/>
        </p:nvCxnSpPr>
        <p:spPr>
          <a:xfrm>
            <a:off x="1824633" y="1778400"/>
            <a:ext cx="629515" cy="7186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5A08DCA6-3525-A6DA-CAFB-9DDD8BFDAF4E}"/>
              </a:ext>
            </a:extLst>
          </p:cNvPr>
          <p:cNvSpPr txBox="1"/>
          <p:nvPr/>
        </p:nvSpPr>
        <p:spPr>
          <a:xfrm>
            <a:off x="5829302" y="3761728"/>
            <a:ext cx="406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45 Traverse(</a:t>
            </a:r>
            <a:r>
              <a:rPr lang="en-US" altLang="ko-KR" dirty="0" err="1"/>
              <a:t>pNode</a:t>
            </a:r>
            <a:r>
              <a:rPr lang="en-US" altLang="ko-KR" dirty="0"/>
              <a:t>-&gt;</a:t>
            </a:r>
            <a:r>
              <a:rPr lang="en-US" altLang="ko-KR" dirty="0" err="1"/>
              <a:t>pLeft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32" name="Google Shape;70;p14">
            <a:extLst>
              <a:ext uri="{FF2B5EF4-FFF2-40B4-BE49-F238E27FC236}">
                <a16:creationId xmlns:a16="http://schemas.microsoft.com/office/drawing/2014/main" id="{224C1BFE-CC64-A7FA-7FD1-2398B7762848}"/>
              </a:ext>
            </a:extLst>
          </p:cNvPr>
          <p:cNvGrpSpPr/>
          <p:nvPr/>
        </p:nvGrpSpPr>
        <p:grpSpPr>
          <a:xfrm>
            <a:off x="5888712" y="1565000"/>
            <a:ext cx="1071600" cy="745600"/>
            <a:chOff x="725125" y="742575"/>
            <a:chExt cx="803700" cy="559200"/>
          </a:xfrm>
        </p:grpSpPr>
        <p:sp>
          <p:nvSpPr>
            <p:cNvPr id="36" name="Google Shape;71;p14">
              <a:extLst>
                <a:ext uri="{FF2B5EF4-FFF2-40B4-BE49-F238E27FC236}">
                  <a16:creationId xmlns:a16="http://schemas.microsoft.com/office/drawing/2014/main" id="{453E11F8-E60F-8BBF-92A6-57404B0BE61D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72;p14">
              <a:extLst>
                <a:ext uri="{FF2B5EF4-FFF2-40B4-BE49-F238E27FC236}">
                  <a16:creationId xmlns:a16="http://schemas.microsoft.com/office/drawing/2014/main" id="{58AA4C1E-B990-C53D-5C1E-89B9036BA35A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7" name="Google Shape;129;p15">
            <a:extLst>
              <a:ext uri="{FF2B5EF4-FFF2-40B4-BE49-F238E27FC236}">
                <a16:creationId xmlns:a16="http://schemas.microsoft.com/office/drawing/2014/main" id="{F3EECF9F-28AD-33AC-E08C-39E8DD4452C4}"/>
              </a:ext>
            </a:extLst>
          </p:cNvPr>
          <p:cNvCxnSpPr>
            <a:cxnSpLocks/>
            <a:stCxn id="47" idx="1"/>
            <a:endCxn id="41" idx="3"/>
          </p:cNvCxnSpPr>
          <p:nvPr/>
        </p:nvCxnSpPr>
        <p:spPr>
          <a:xfrm flipH="1">
            <a:off x="3525748" y="2124200"/>
            <a:ext cx="2362964" cy="3728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4A23A13-C202-F902-1D3B-70DECC703812}"/>
              </a:ext>
            </a:extLst>
          </p:cNvPr>
          <p:cNvSpPr txBox="1"/>
          <p:nvPr/>
        </p:nvSpPr>
        <p:spPr>
          <a:xfrm>
            <a:off x="5254052" y="1120245"/>
            <a:ext cx="406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53 Traverse(</a:t>
            </a:r>
            <a:r>
              <a:rPr lang="en-US" altLang="ko-KR" dirty="0" err="1"/>
              <a:t>pSeed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21" name="Google Shape;70;p14">
            <a:extLst>
              <a:ext uri="{FF2B5EF4-FFF2-40B4-BE49-F238E27FC236}">
                <a16:creationId xmlns:a16="http://schemas.microsoft.com/office/drawing/2014/main" id="{CBC8531A-0BE3-1223-B1E7-C21C7434E9C1}"/>
              </a:ext>
            </a:extLst>
          </p:cNvPr>
          <p:cNvGrpSpPr/>
          <p:nvPr/>
        </p:nvGrpSpPr>
        <p:grpSpPr>
          <a:xfrm>
            <a:off x="6214452" y="2926013"/>
            <a:ext cx="1071600" cy="745600"/>
            <a:chOff x="725125" y="742575"/>
            <a:chExt cx="803700" cy="559200"/>
          </a:xfrm>
        </p:grpSpPr>
        <p:sp>
          <p:nvSpPr>
            <p:cNvPr id="23" name="Google Shape;71;p14">
              <a:extLst>
                <a:ext uri="{FF2B5EF4-FFF2-40B4-BE49-F238E27FC236}">
                  <a16:creationId xmlns:a16="http://schemas.microsoft.com/office/drawing/2014/main" id="{A2393947-16B4-77D7-68F8-82C878256378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72;p14">
              <a:extLst>
                <a:ext uri="{FF2B5EF4-FFF2-40B4-BE49-F238E27FC236}">
                  <a16:creationId xmlns:a16="http://schemas.microsoft.com/office/drawing/2014/main" id="{06379928-9B79-6325-1F3E-53DAE134BCB1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0x02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8" name="Google Shape;129;p15">
            <a:extLst>
              <a:ext uri="{FF2B5EF4-FFF2-40B4-BE49-F238E27FC236}">
                <a16:creationId xmlns:a16="http://schemas.microsoft.com/office/drawing/2014/main" id="{0AD4FD2A-D130-6CBD-CCA4-6AFAFA2F5608}"/>
              </a:ext>
            </a:extLst>
          </p:cNvPr>
          <p:cNvCxnSpPr>
            <a:cxnSpLocks/>
            <a:stCxn id="29" idx="1"/>
            <a:endCxn id="27" idx="3"/>
          </p:cNvCxnSpPr>
          <p:nvPr/>
        </p:nvCxnSpPr>
        <p:spPr>
          <a:xfrm flipH="1">
            <a:off x="2658521" y="3485213"/>
            <a:ext cx="3555931" cy="43105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309AA37-C351-7F5A-7707-48E9D8A29644}"/>
              </a:ext>
            </a:extLst>
          </p:cNvPr>
          <p:cNvSpPr txBox="1"/>
          <p:nvPr/>
        </p:nvSpPr>
        <p:spPr>
          <a:xfrm>
            <a:off x="5533452" y="2506168"/>
            <a:ext cx="406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45 Traverse(</a:t>
            </a:r>
            <a:r>
              <a:rPr lang="en-US" altLang="ko-KR" dirty="0" err="1"/>
              <a:t>pNode</a:t>
            </a:r>
            <a:r>
              <a:rPr lang="en-US" altLang="ko-KR" dirty="0"/>
              <a:t>-&gt;</a:t>
            </a:r>
            <a:r>
              <a:rPr lang="en-US" altLang="ko-KR" dirty="0" err="1"/>
              <a:t>pLeft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8" name="Google Shape;70;p14">
            <a:extLst>
              <a:ext uri="{FF2B5EF4-FFF2-40B4-BE49-F238E27FC236}">
                <a16:creationId xmlns:a16="http://schemas.microsoft.com/office/drawing/2014/main" id="{BF8E30F7-1DB0-5BDD-BF11-1448E370AA4D}"/>
              </a:ext>
            </a:extLst>
          </p:cNvPr>
          <p:cNvGrpSpPr/>
          <p:nvPr/>
        </p:nvGrpSpPr>
        <p:grpSpPr>
          <a:xfrm>
            <a:off x="6464704" y="4283864"/>
            <a:ext cx="1071600" cy="745600"/>
            <a:chOff x="725125" y="742575"/>
            <a:chExt cx="803700" cy="559200"/>
          </a:xfrm>
        </p:grpSpPr>
        <p:sp>
          <p:nvSpPr>
            <p:cNvPr id="12" name="Google Shape;71;p14">
              <a:extLst>
                <a:ext uri="{FF2B5EF4-FFF2-40B4-BE49-F238E27FC236}">
                  <a16:creationId xmlns:a16="http://schemas.microsoft.com/office/drawing/2014/main" id="{D1DD2B34-99AD-3F3A-62C0-066AD807EA8B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72;p14">
              <a:extLst>
                <a:ext uri="{FF2B5EF4-FFF2-40B4-BE49-F238E27FC236}">
                  <a16:creationId xmlns:a16="http://schemas.microsoft.com/office/drawing/2014/main" id="{7BA21A8C-4249-49E7-273F-3EBCAAF24AFF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0x04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0" name="Google Shape;324;p23">
            <a:extLst>
              <a:ext uri="{FF2B5EF4-FFF2-40B4-BE49-F238E27FC236}">
                <a16:creationId xmlns:a16="http://schemas.microsoft.com/office/drawing/2014/main" id="{7B60373D-A607-C218-DD92-822E7E385868}"/>
              </a:ext>
            </a:extLst>
          </p:cNvPr>
          <p:cNvCxnSpPr>
            <a:cxnSpLocks/>
            <a:stCxn id="26" idx="3"/>
            <a:endCxn id="12" idx="2"/>
          </p:cNvCxnSpPr>
          <p:nvPr/>
        </p:nvCxnSpPr>
        <p:spPr>
          <a:xfrm flipV="1">
            <a:off x="2103469" y="4656664"/>
            <a:ext cx="4897035" cy="520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49" name="Google Shape;129;p15">
            <a:extLst>
              <a:ext uri="{FF2B5EF4-FFF2-40B4-BE49-F238E27FC236}">
                <a16:creationId xmlns:a16="http://schemas.microsoft.com/office/drawing/2014/main" id="{5E59C29A-FCC1-49E4-73E0-D8B29DECDA1E}"/>
              </a:ext>
            </a:extLst>
          </p:cNvPr>
          <p:cNvCxnSpPr>
            <a:cxnSpLocks/>
            <a:stCxn id="14" idx="1"/>
            <a:endCxn id="55" idx="3"/>
          </p:cNvCxnSpPr>
          <p:nvPr/>
        </p:nvCxnSpPr>
        <p:spPr>
          <a:xfrm flipH="1">
            <a:off x="1891946" y="4843064"/>
            <a:ext cx="4572758" cy="656668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41675501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91728-E7A4-0191-E9D7-6C68E7C33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Google Shape;324;p23">
            <a:extLst>
              <a:ext uri="{FF2B5EF4-FFF2-40B4-BE49-F238E27FC236}">
                <a16:creationId xmlns:a16="http://schemas.microsoft.com/office/drawing/2014/main" id="{AB07553A-DFA3-06FE-4E4E-F8FDD510B9AA}"/>
              </a:ext>
            </a:extLst>
          </p:cNvPr>
          <p:cNvCxnSpPr>
            <a:cxnSpLocks/>
          </p:cNvCxnSpPr>
          <p:nvPr/>
        </p:nvCxnSpPr>
        <p:spPr>
          <a:xfrm>
            <a:off x="6849760" y="544531"/>
            <a:ext cx="176084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13" name="Google Shape;129;p15">
            <a:extLst>
              <a:ext uri="{FF2B5EF4-FFF2-40B4-BE49-F238E27FC236}">
                <a16:creationId xmlns:a16="http://schemas.microsoft.com/office/drawing/2014/main" id="{EE2081F6-FE12-D8DE-5293-A9C6257C6A26}"/>
              </a:ext>
            </a:extLst>
          </p:cNvPr>
          <p:cNvCxnSpPr>
            <a:cxnSpLocks/>
          </p:cNvCxnSpPr>
          <p:nvPr/>
        </p:nvCxnSpPr>
        <p:spPr>
          <a:xfrm>
            <a:off x="9046860" y="544531"/>
            <a:ext cx="176084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1B801F1E-D559-2A89-C992-D5BEFADAB122}"/>
              </a:ext>
            </a:extLst>
          </p:cNvPr>
          <p:cNvGrpSpPr/>
          <p:nvPr/>
        </p:nvGrpSpPr>
        <p:grpSpPr>
          <a:xfrm>
            <a:off x="2454148" y="2310600"/>
            <a:ext cx="1071603" cy="1118400"/>
            <a:chOff x="2576366" y="4663498"/>
            <a:chExt cx="1071603" cy="1118400"/>
          </a:xfrm>
        </p:grpSpPr>
        <p:grpSp>
          <p:nvGrpSpPr>
            <p:cNvPr id="38" name="Google Shape;65;p14">
              <a:extLst>
                <a:ext uri="{FF2B5EF4-FFF2-40B4-BE49-F238E27FC236}">
                  <a16:creationId xmlns:a16="http://schemas.microsoft.com/office/drawing/2014/main" id="{68C465BC-A303-EA3C-4155-1B36B0B7AF4F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39" name="Google Shape;66;p14">
                <a:extLst>
                  <a:ext uri="{FF2B5EF4-FFF2-40B4-BE49-F238E27FC236}">
                    <a16:creationId xmlns:a16="http://schemas.microsoft.com/office/drawing/2014/main" id="{6CB36EAD-0334-139D-2D1F-9D8BCA241AFA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41" name="Google Shape;67;p14">
                  <a:extLst>
                    <a:ext uri="{FF2B5EF4-FFF2-40B4-BE49-F238E27FC236}">
                      <a16:creationId xmlns:a16="http://schemas.microsoft.com/office/drawing/2014/main" id="{F3CDCF89-128B-DA05-D6C3-D957DD861F8E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0x01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" name="Google Shape;68;p14">
                  <a:extLst>
                    <a:ext uri="{FF2B5EF4-FFF2-40B4-BE49-F238E27FC236}">
                      <a16:creationId xmlns:a16="http://schemas.microsoft.com/office/drawing/2014/main" id="{F6F93BE6-02BC-2585-3AE2-882451ABFF98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" name="Google Shape;69;p14">
                <a:extLst>
                  <a:ext uri="{FF2B5EF4-FFF2-40B4-BE49-F238E27FC236}">
                    <a16:creationId xmlns:a16="http://schemas.microsoft.com/office/drawing/2014/main" id="{F5BF01F8-BBE1-A5B3-9537-D6D84061E930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latin typeface="Arial"/>
                    <a:ea typeface="Arial"/>
                    <a:cs typeface="Arial"/>
                    <a:sym typeface="Arial"/>
                  </a:rPr>
                  <a:t>0x02</a:t>
                </a:r>
                <a:endParaRPr sz="10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4" name="Google Shape;81;p14">
              <a:extLst>
                <a:ext uri="{FF2B5EF4-FFF2-40B4-BE49-F238E27FC236}">
                  <a16:creationId xmlns:a16="http://schemas.microsoft.com/office/drawing/2014/main" id="{04002BED-62F7-5F90-FE2D-21AAFADEDFBF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0x03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64AD6CC0-F1A2-426D-5E60-FA97218EFAFC}"/>
              </a:ext>
            </a:extLst>
          </p:cNvPr>
          <p:cNvGrpSpPr/>
          <p:nvPr/>
        </p:nvGrpSpPr>
        <p:grpSpPr>
          <a:xfrm>
            <a:off x="1586921" y="3729866"/>
            <a:ext cx="1071603" cy="1118400"/>
            <a:chOff x="2576366" y="4663498"/>
            <a:chExt cx="1071603" cy="1118400"/>
          </a:xfrm>
        </p:grpSpPr>
        <p:grpSp>
          <p:nvGrpSpPr>
            <p:cNvPr id="18" name="Google Shape;65;p14">
              <a:extLst>
                <a:ext uri="{FF2B5EF4-FFF2-40B4-BE49-F238E27FC236}">
                  <a16:creationId xmlns:a16="http://schemas.microsoft.com/office/drawing/2014/main" id="{B10F6E6E-7177-18D6-532B-043A0CE11E3E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24" name="Google Shape;66;p14">
                <a:extLst>
                  <a:ext uri="{FF2B5EF4-FFF2-40B4-BE49-F238E27FC236}">
                    <a16:creationId xmlns:a16="http://schemas.microsoft.com/office/drawing/2014/main" id="{A3D2EC68-329E-154C-3529-B83032A8B5CC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27" name="Google Shape;67;p14">
                  <a:extLst>
                    <a:ext uri="{FF2B5EF4-FFF2-40B4-BE49-F238E27FC236}">
                      <a16:creationId xmlns:a16="http://schemas.microsoft.com/office/drawing/2014/main" id="{D3946342-FCC5-9D0A-41AB-566D410B14F1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0x02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" name="Google Shape;68;p14">
                  <a:extLst>
                    <a:ext uri="{FF2B5EF4-FFF2-40B4-BE49-F238E27FC236}">
                      <a16:creationId xmlns:a16="http://schemas.microsoft.com/office/drawing/2014/main" id="{D691A27F-F5AC-E276-5AAB-31490F3F351A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20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6" name="Google Shape;69;p14">
                <a:extLst>
                  <a:ext uri="{FF2B5EF4-FFF2-40B4-BE49-F238E27FC236}">
                    <a16:creationId xmlns:a16="http://schemas.microsoft.com/office/drawing/2014/main" id="{0A458609-C5A4-92DE-D9CB-4502E5F8F0DA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latin typeface="Arial"/>
                    <a:ea typeface="Arial"/>
                    <a:cs typeface="Arial"/>
                    <a:sym typeface="Arial"/>
                  </a:rPr>
                  <a:t>0x04</a:t>
                </a:r>
                <a:endParaRPr sz="10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" name="Google Shape;81;p14">
              <a:extLst>
                <a:ext uri="{FF2B5EF4-FFF2-40B4-BE49-F238E27FC236}">
                  <a16:creationId xmlns:a16="http://schemas.microsoft.com/office/drawing/2014/main" id="{DD964B00-9C95-00FD-4117-35593B74B276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0x05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30F56611-EBAA-1EF9-C064-18D0315F870F}"/>
              </a:ext>
            </a:extLst>
          </p:cNvPr>
          <p:cNvSpPr txBox="1"/>
          <p:nvPr/>
        </p:nvSpPr>
        <p:spPr>
          <a:xfrm>
            <a:off x="266700" y="451668"/>
            <a:ext cx="406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트리 순회하기</a:t>
            </a:r>
          </a:p>
        </p:txBody>
      </p:sp>
      <p:cxnSp>
        <p:nvCxnSpPr>
          <p:cNvPr id="5" name="Google Shape;129;p15">
            <a:extLst>
              <a:ext uri="{FF2B5EF4-FFF2-40B4-BE49-F238E27FC236}">
                <a16:creationId xmlns:a16="http://schemas.microsoft.com/office/drawing/2014/main" id="{981F3CA0-098B-E662-3E56-0F97AB1DD40D}"/>
              </a:ext>
            </a:extLst>
          </p:cNvPr>
          <p:cNvCxnSpPr>
            <a:cxnSpLocks/>
            <a:stCxn id="40" idx="2"/>
            <a:endCxn id="27" idx="0"/>
          </p:cNvCxnSpPr>
          <p:nvPr/>
        </p:nvCxnSpPr>
        <p:spPr>
          <a:xfrm flipH="1">
            <a:off x="2122721" y="3429000"/>
            <a:ext cx="589703" cy="30086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31176FB9-1502-4D68-7395-0A5FEDA490C1}"/>
              </a:ext>
            </a:extLst>
          </p:cNvPr>
          <p:cNvGrpSpPr/>
          <p:nvPr/>
        </p:nvGrpSpPr>
        <p:grpSpPr>
          <a:xfrm>
            <a:off x="3259097" y="3724664"/>
            <a:ext cx="1071603" cy="1118400"/>
            <a:chOff x="2576366" y="4663498"/>
            <a:chExt cx="1071603" cy="1118400"/>
          </a:xfrm>
        </p:grpSpPr>
        <p:grpSp>
          <p:nvGrpSpPr>
            <p:cNvPr id="34" name="Google Shape;65;p14">
              <a:extLst>
                <a:ext uri="{FF2B5EF4-FFF2-40B4-BE49-F238E27FC236}">
                  <a16:creationId xmlns:a16="http://schemas.microsoft.com/office/drawing/2014/main" id="{B8BF7518-7C7D-5B3A-B1A3-A06611F83984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37" name="Google Shape;66;p14">
                <a:extLst>
                  <a:ext uri="{FF2B5EF4-FFF2-40B4-BE49-F238E27FC236}">
                    <a16:creationId xmlns:a16="http://schemas.microsoft.com/office/drawing/2014/main" id="{8163F4DD-1184-377C-EBBF-BEFEDDED9124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45" name="Google Shape;67;p14">
                  <a:extLst>
                    <a:ext uri="{FF2B5EF4-FFF2-40B4-BE49-F238E27FC236}">
                      <a16:creationId xmlns:a16="http://schemas.microsoft.com/office/drawing/2014/main" id="{7FABCC9F-2444-DB1D-96A1-7BA063AB193C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0x03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" name="Google Shape;68;p14">
                  <a:extLst>
                    <a:ext uri="{FF2B5EF4-FFF2-40B4-BE49-F238E27FC236}">
                      <a16:creationId xmlns:a16="http://schemas.microsoft.com/office/drawing/2014/main" id="{3909D673-CF20-707E-E121-9E9A9470DB38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30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3" name="Google Shape;69;p14">
                <a:extLst>
                  <a:ext uri="{FF2B5EF4-FFF2-40B4-BE49-F238E27FC236}">
                    <a16:creationId xmlns:a16="http://schemas.microsoft.com/office/drawing/2014/main" id="{40CD18F7-518C-EE18-A96D-C68FA1D34B23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5" name="Google Shape;81;p14">
              <a:extLst>
                <a:ext uri="{FF2B5EF4-FFF2-40B4-BE49-F238E27FC236}">
                  <a16:creationId xmlns:a16="http://schemas.microsoft.com/office/drawing/2014/main" id="{6C3687CC-CA16-9205-5AB2-EA27B1C4E118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" name="Google Shape;129;p15">
            <a:extLst>
              <a:ext uri="{FF2B5EF4-FFF2-40B4-BE49-F238E27FC236}">
                <a16:creationId xmlns:a16="http://schemas.microsoft.com/office/drawing/2014/main" id="{A7CBC3D5-6F7F-D8FD-E0B5-9EF05CD4D633}"/>
              </a:ext>
            </a:extLst>
          </p:cNvPr>
          <p:cNvCxnSpPr>
            <a:cxnSpLocks/>
            <a:stCxn id="44" idx="2"/>
            <a:endCxn id="45" idx="0"/>
          </p:cNvCxnSpPr>
          <p:nvPr/>
        </p:nvCxnSpPr>
        <p:spPr>
          <a:xfrm>
            <a:off x="3248221" y="3423798"/>
            <a:ext cx="546676" cy="30086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687777F-C987-4FBC-8D34-A30E40AD6335}"/>
              </a:ext>
            </a:extLst>
          </p:cNvPr>
          <p:cNvGrpSpPr/>
          <p:nvPr/>
        </p:nvGrpSpPr>
        <p:grpSpPr>
          <a:xfrm>
            <a:off x="820346" y="5313332"/>
            <a:ext cx="1071603" cy="1118400"/>
            <a:chOff x="2576366" y="4663498"/>
            <a:chExt cx="1071603" cy="1118400"/>
          </a:xfrm>
        </p:grpSpPr>
        <p:grpSp>
          <p:nvGrpSpPr>
            <p:cNvPr id="25" name="Google Shape;65;p14">
              <a:extLst>
                <a:ext uri="{FF2B5EF4-FFF2-40B4-BE49-F238E27FC236}">
                  <a16:creationId xmlns:a16="http://schemas.microsoft.com/office/drawing/2014/main" id="{C3C6226A-C607-3A13-4CE3-57A74E8F9A74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53" name="Google Shape;66;p14">
                <a:extLst>
                  <a:ext uri="{FF2B5EF4-FFF2-40B4-BE49-F238E27FC236}">
                    <a16:creationId xmlns:a16="http://schemas.microsoft.com/office/drawing/2014/main" id="{87AB1D6B-E3C9-D424-395A-5305A0C59C97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55" name="Google Shape;67;p14">
                  <a:extLst>
                    <a:ext uri="{FF2B5EF4-FFF2-40B4-BE49-F238E27FC236}">
                      <a16:creationId xmlns:a16="http://schemas.microsoft.com/office/drawing/2014/main" id="{F9F38FC5-A703-398A-CE00-79872C43B1E6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0x04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" name="Google Shape;68;p14">
                  <a:extLst>
                    <a:ext uri="{FF2B5EF4-FFF2-40B4-BE49-F238E27FC236}">
                      <a16:creationId xmlns:a16="http://schemas.microsoft.com/office/drawing/2014/main" id="{F19884BE-385F-C483-21E6-85A3396502B1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40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54" name="Google Shape;69;p14">
                <a:extLst>
                  <a:ext uri="{FF2B5EF4-FFF2-40B4-BE49-F238E27FC236}">
                    <a16:creationId xmlns:a16="http://schemas.microsoft.com/office/drawing/2014/main" id="{518C1636-E589-FA37-FA63-09AC7BF126F0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2" name="Google Shape;81;p14">
              <a:extLst>
                <a:ext uri="{FF2B5EF4-FFF2-40B4-BE49-F238E27FC236}">
                  <a16:creationId xmlns:a16="http://schemas.microsoft.com/office/drawing/2014/main" id="{3293C641-1EA6-F9BE-0AB3-18541426A775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1" name="Google Shape;129;p15">
            <a:extLst>
              <a:ext uri="{FF2B5EF4-FFF2-40B4-BE49-F238E27FC236}">
                <a16:creationId xmlns:a16="http://schemas.microsoft.com/office/drawing/2014/main" id="{267F0BA8-9D95-0EE4-8DE9-669F0F437BA4}"/>
              </a:ext>
            </a:extLst>
          </p:cNvPr>
          <p:cNvCxnSpPr>
            <a:cxnSpLocks/>
            <a:stCxn id="26" idx="2"/>
            <a:endCxn id="55" idx="0"/>
          </p:cNvCxnSpPr>
          <p:nvPr/>
        </p:nvCxnSpPr>
        <p:spPr>
          <a:xfrm flipH="1">
            <a:off x="1356146" y="4848266"/>
            <a:ext cx="489051" cy="46506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" name="그룹 2">
            <a:extLst>
              <a:ext uri="{FF2B5EF4-FFF2-40B4-BE49-F238E27FC236}">
                <a16:creationId xmlns:a16="http://schemas.microsoft.com/office/drawing/2014/main" id="{B28845EE-1FD8-857F-B421-3A0CE808E180}"/>
              </a:ext>
            </a:extLst>
          </p:cNvPr>
          <p:cNvGrpSpPr/>
          <p:nvPr/>
        </p:nvGrpSpPr>
        <p:grpSpPr>
          <a:xfrm>
            <a:off x="2380993" y="5313332"/>
            <a:ext cx="1071603" cy="1118400"/>
            <a:chOff x="2576366" y="4663498"/>
            <a:chExt cx="1071603" cy="1118400"/>
          </a:xfrm>
        </p:grpSpPr>
        <p:grpSp>
          <p:nvGrpSpPr>
            <p:cNvPr id="4" name="Google Shape;65;p14">
              <a:extLst>
                <a:ext uri="{FF2B5EF4-FFF2-40B4-BE49-F238E27FC236}">
                  <a16:creationId xmlns:a16="http://schemas.microsoft.com/office/drawing/2014/main" id="{A26EDAC8-60C7-A544-1597-407EBF8CD74C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63" name="Google Shape;66;p14">
                <a:extLst>
                  <a:ext uri="{FF2B5EF4-FFF2-40B4-BE49-F238E27FC236}">
                    <a16:creationId xmlns:a16="http://schemas.microsoft.com/office/drawing/2014/main" id="{714E4B3F-FB55-E0EE-0892-EDCC8C4F1440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66" name="Google Shape;67;p14">
                  <a:extLst>
                    <a:ext uri="{FF2B5EF4-FFF2-40B4-BE49-F238E27FC236}">
                      <a16:creationId xmlns:a16="http://schemas.microsoft.com/office/drawing/2014/main" id="{EEA70865-D841-0109-0C22-936B9FBC41DB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0x05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7" name="Google Shape;68;p14">
                  <a:extLst>
                    <a:ext uri="{FF2B5EF4-FFF2-40B4-BE49-F238E27FC236}">
                      <a16:creationId xmlns:a16="http://schemas.microsoft.com/office/drawing/2014/main" id="{8CCE1C8C-E93D-45C6-6536-94832CC2C702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50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4" name="Google Shape;69;p14">
                <a:extLst>
                  <a:ext uri="{FF2B5EF4-FFF2-40B4-BE49-F238E27FC236}">
                    <a16:creationId xmlns:a16="http://schemas.microsoft.com/office/drawing/2014/main" id="{E676A551-B27A-0F7C-125F-7F3AD4C843B2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2" name="Google Shape;81;p14">
              <a:extLst>
                <a:ext uri="{FF2B5EF4-FFF2-40B4-BE49-F238E27FC236}">
                  <a16:creationId xmlns:a16="http://schemas.microsoft.com/office/drawing/2014/main" id="{883B7B78-09BD-C7E9-6BEF-89E5DE91B5B8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75" name="Google Shape;129;p15">
            <a:extLst>
              <a:ext uri="{FF2B5EF4-FFF2-40B4-BE49-F238E27FC236}">
                <a16:creationId xmlns:a16="http://schemas.microsoft.com/office/drawing/2014/main" id="{F9003AD7-D0E7-11EB-F4FB-CEE3DCF5919F}"/>
              </a:ext>
            </a:extLst>
          </p:cNvPr>
          <p:cNvCxnSpPr>
            <a:cxnSpLocks/>
            <a:stCxn id="19" idx="2"/>
            <a:endCxn id="66" idx="0"/>
          </p:cNvCxnSpPr>
          <p:nvPr/>
        </p:nvCxnSpPr>
        <p:spPr>
          <a:xfrm>
            <a:off x="2380994" y="4843064"/>
            <a:ext cx="535799" cy="470268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77" name="Google Shape;62;p14">
            <a:extLst>
              <a:ext uri="{FF2B5EF4-FFF2-40B4-BE49-F238E27FC236}">
                <a16:creationId xmlns:a16="http://schemas.microsoft.com/office/drawing/2014/main" id="{6ADA6C13-0140-886C-3866-9A38F83BECA9}"/>
              </a:ext>
            </a:extLst>
          </p:cNvPr>
          <p:cNvGrpSpPr/>
          <p:nvPr/>
        </p:nvGrpSpPr>
        <p:grpSpPr>
          <a:xfrm>
            <a:off x="753033" y="1219200"/>
            <a:ext cx="1071600" cy="745600"/>
            <a:chOff x="725125" y="742575"/>
            <a:chExt cx="803700" cy="559200"/>
          </a:xfrm>
        </p:grpSpPr>
        <p:sp>
          <p:nvSpPr>
            <p:cNvPr id="78" name="Google Shape;63;p14">
              <a:extLst>
                <a:ext uri="{FF2B5EF4-FFF2-40B4-BE49-F238E27FC236}">
                  <a16:creationId xmlns:a16="http://schemas.microsoft.com/office/drawing/2014/main" id="{0E9904E9-FAA2-3B19-9B1B-38A407042355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pSeed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64;p14">
              <a:extLst>
                <a:ext uri="{FF2B5EF4-FFF2-40B4-BE49-F238E27FC236}">
                  <a16:creationId xmlns:a16="http://schemas.microsoft.com/office/drawing/2014/main" id="{A87E8DFB-12F3-92C4-7547-32E856ECC1BA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0" name="Google Shape;129;p15">
            <a:extLst>
              <a:ext uri="{FF2B5EF4-FFF2-40B4-BE49-F238E27FC236}">
                <a16:creationId xmlns:a16="http://schemas.microsoft.com/office/drawing/2014/main" id="{2B5EF1B4-C557-DB74-1891-B0035855A1E3}"/>
              </a:ext>
            </a:extLst>
          </p:cNvPr>
          <p:cNvCxnSpPr>
            <a:cxnSpLocks/>
            <a:stCxn id="79" idx="3"/>
            <a:endCxn id="41" idx="1"/>
          </p:cNvCxnSpPr>
          <p:nvPr/>
        </p:nvCxnSpPr>
        <p:spPr>
          <a:xfrm>
            <a:off x="1824633" y="1778400"/>
            <a:ext cx="629515" cy="7186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9029418D-938D-B1A1-067F-4B31F2D188D8}"/>
              </a:ext>
            </a:extLst>
          </p:cNvPr>
          <p:cNvSpPr txBox="1"/>
          <p:nvPr/>
        </p:nvSpPr>
        <p:spPr>
          <a:xfrm>
            <a:off x="6206660" y="5130400"/>
            <a:ext cx="406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45 Traverse(</a:t>
            </a:r>
            <a:r>
              <a:rPr lang="en-US" altLang="ko-KR" dirty="0" err="1"/>
              <a:t>pNode</a:t>
            </a:r>
            <a:r>
              <a:rPr lang="en-US" altLang="ko-KR" dirty="0"/>
              <a:t>-&gt;</a:t>
            </a:r>
            <a:r>
              <a:rPr lang="en-US" altLang="ko-KR" dirty="0" err="1"/>
              <a:t>pLeft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32" name="Google Shape;70;p14">
            <a:extLst>
              <a:ext uri="{FF2B5EF4-FFF2-40B4-BE49-F238E27FC236}">
                <a16:creationId xmlns:a16="http://schemas.microsoft.com/office/drawing/2014/main" id="{99D46DB1-1705-6DD7-4916-8EABF52E4213}"/>
              </a:ext>
            </a:extLst>
          </p:cNvPr>
          <p:cNvGrpSpPr/>
          <p:nvPr/>
        </p:nvGrpSpPr>
        <p:grpSpPr>
          <a:xfrm>
            <a:off x="5888712" y="1565000"/>
            <a:ext cx="1071600" cy="745600"/>
            <a:chOff x="725125" y="742575"/>
            <a:chExt cx="803700" cy="559200"/>
          </a:xfrm>
        </p:grpSpPr>
        <p:sp>
          <p:nvSpPr>
            <p:cNvPr id="36" name="Google Shape;71;p14">
              <a:extLst>
                <a:ext uri="{FF2B5EF4-FFF2-40B4-BE49-F238E27FC236}">
                  <a16:creationId xmlns:a16="http://schemas.microsoft.com/office/drawing/2014/main" id="{E475AFF1-105D-A606-28B0-BC8305E999DE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72;p14">
              <a:extLst>
                <a:ext uri="{FF2B5EF4-FFF2-40B4-BE49-F238E27FC236}">
                  <a16:creationId xmlns:a16="http://schemas.microsoft.com/office/drawing/2014/main" id="{FE3E738A-47B4-00BB-BDA4-9E2AAB61AA79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7" name="Google Shape;129;p15">
            <a:extLst>
              <a:ext uri="{FF2B5EF4-FFF2-40B4-BE49-F238E27FC236}">
                <a16:creationId xmlns:a16="http://schemas.microsoft.com/office/drawing/2014/main" id="{FA23221E-5578-0135-FB0D-4DB53F2C3305}"/>
              </a:ext>
            </a:extLst>
          </p:cNvPr>
          <p:cNvCxnSpPr>
            <a:cxnSpLocks/>
            <a:stCxn id="47" idx="1"/>
            <a:endCxn id="41" idx="3"/>
          </p:cNvCxnSpPr>
          <p:nvPr/>
        </p:nvCxnSpPr>
        <p:spPr>
          <a:xfrm flipH="1">
            <a:off x="3525748" y="2124200"/>
            <a:ext cx="2362964" cy="3728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B4931B3-64AB-60E2-7445-9A689BA98964}"/>
              </a:ext>
            </a:extLst>
          </p:cNvPr>
          <p:cNvSpPr txBox="1"/>
          <p:nvPr/>
        </p:nvSpPr>
        <p:spPr>
          <a:xfrm>
            <a:off x="5254052" y="1120245"/>
            <a:ext cx="406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53 Traverse(</a:t>
            </a:r>
            <a:r>
              <a:rPr lang="en-US" altLang="ko-KR" dirty="0" err="1"/>
              <a:t>pSeed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21" name="Google Shape;70;p14">
            <a:extLst>
              <a:ext uri="{FF2B5EF4-FFF2-40B4-BE49-F238E27FC236}">
                <a16:creationId xmlns:a16="http://schemas.microsoft.com/office/drawing/2014/main" id="{C70FE583-9260-4735-58A5-A8011927F4C1}"/>
              </a:ext>
            </a:extLst>
          </p:cNvPr>
          <p:cNvGrpSpPr/>
          <p:nvPr/>
        </p:nvGrpSpPr>
        <p:grpSpPr>
          <a:xfrm>
            <a:off x="6214452" y="2926013"/>
            <a:ext cx="1071600" cy="745600"/>
            <a:chOff x="725125" y="742575"/>
            <a:chExt cx="803700" cy="559200"/>
          </a:xfrm>
        </p:grpSpPr>
        <p:sp>
          <p:nvSpPr>
            <p:cNvPr id="23" name="Google Shape;71;p14">
              <a:extLst>
                <a:ext uri="{FF2B5EF4-FFF2-40B4-BE49-F238E27FC236}">
                  <a16:creationId xmlns:a16="http://schemas.microsoft.com/office/drawing/2014/main" id="{EB2014BB-43DF-BD10-5C09-5F1F48F1D77C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72;p14">
              <a:extLst>
                <a:ext uri="{FF2B5EF4-FFF2-40B4-BE49-F238E27FC236}">
                  <a16:creationId xmlns:a16="http://schemas.microsoft.com/office/drawing/2014/main" id="{CB3DC9E9-A08A-9A2D-F1FA-A5AF924638C0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0x02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8" name="Google Shape;129;p15">
            <a:extLst>
              <a:ext uri="{FF2B5EF4-FFF2-40B4-BE49-F238E27FC236}">
                <a16:creationId xmlns:a16="http://schemas.microsoft.com/office/drawing/2014/main" id="{1BC08B07-57E3-5C0A-AA8C-69733F6465B6}"/>
              </a:ext>
            </a:extLst>
          </p:cNvPr>
          <p:cNvCxnSpPr>
            <a:cxnSpLocks/>
            <a:stCxn id="29" idx="1"/>
            <a:endCxn id="27" idx="3"/>
          </p:cNvCxnSpPr>
          <p:nvPr/>
        </p:nvCxnSpPr>
        <p:spPr>
          <a:xfrm flipH="1">
            <a:off x="2658521" y="3485213"/>
            <a:ext cx="3555931" cy="43105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A752553-0C52-E8BC-8000-96262F005507}"/>
              </a:ext>
            </a:extLst>
          </p:cNvPr>
          <p:cNvSpPr txBox="1"/>
          <p:nvPr/>
        </p:nvSpPr>
        <p:spPr>
          <a:xfrm>
            <a:off x="5533452" y="2506168"/>
            <a:ext cx="406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45 Traverse(</a:t>
            </a:r>
            <a:r>
              <a:rPr lang="en-US" altLang="ko-KR" dirty="0" err="1"/>
              <a:t>pNode</a:t>
            </a:r>
            <a:r>
              <a:rPr lang="en-US" altLang="ko-KR" dirty="0"/>
              <a:t>-&gt;</a:t>
            </a:r>
            <a:r>
              <a:rPr lang="en-US" altLang="ko-KR" dirty="0" err="1"/>
              <a:t>pLeft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8" name="Google Shape;70;p14">
            <a:extLst>
              <a:ext uri="{FF2B5EF4-FFF2-40B4-BE49-F238E27FC236}">
                <a16:creationId xmlns:a16="http://schemas.microsoft.com/office/drawing/2014/main" id="{A886F296-1C04-2171-73E0-93BCA13F3822}"/>
              </a:ext>
            </a:extLst>
          </p:cNvPr>
          <p:cNvGrpSpPr/>
          <p:nvPr/>
        </p:nvGrpSpPr>
        <p:grpSpPr>
          <a:xfrm>
            <a:off x="6464704" y="4283864"/>
            <a:ext cx="1071600" cy="745600"/>
            <a:chOff x="725125" y="742575"/>
            <a:chExt cx="803700" cy="559200"/>
          </a:xfrm>
        </p:grpSpPr>
        <p:sp>
          <p:nvSpPr>
            <p:cNvPr id="12" name="Google Shape;71;p14">
              <a:extLst>
                <a:ext uri="{FF2B5EF4-FFF2-40B4-BE49-F238E27FC236}">
                  <a16:creationId xmlns:a16="http://schemas.microsoft.com/office/drawing/2014/main" id="{F9DA530C-81D3-E942-8A1E-45436CCD3AB3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72;p14">
              <a:extLst>
                <a:ext uri="{FF2B5EF4-FFF2-40B4-BE49-F238E27FC236}">
                  <a16:creationId xmlns:a16="http://schemas.microsoft.com/office/drawing/2014/main" id="{7DF183BF-D891-9078-EFE9-19402F0FD2F2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0x04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9" name="Google Shape;129;p15">
            <a:extLst>
              <a:ext uri="{FF2B5EF4-FFF2-40B4-BE49-F238E27FC236}">
                <a16:creationId xmlns:a16="http://schemas.microsoft.com/office/drawing/2014/main" id="{536AA5F0-0A59-ECB6-286E-48D598D897DF}"/>
              </a:ext>
            </a:extLst>
          </p:cNvPr>
          <p:cNvCxnSpPr>
            <a:cxnSpLocks/>
            <a:stCxn id="14" idx="1"/>
            <a:endCxn id="55" idx="3"/>
          </p:cNvCxnSpPr>
          <p:nvPr/>
        </p:nvCxnSpPr>
        <p:spPr>
          <a:xfrm flipH="1">
            <a:off x="1891946" y="4843064"/>
            <a:ext cx="4572758" cy="656668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B0DBAA9-E49F-292F-3DF9-2A3129059F24}"/>
              </a:ext>
            </a:extLst>
          </p:cNvPr>
          <p:cNvSpPr txBox="1"/>
          <p:nvPr/>
        </p:nvSpPr>
        <p:spPr>
          <a:xfrm>
            <a:off x="5981702" y="3914128"/>
            <a:ext cx="406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45 Traverse(</a:t>
            </a:r>
            <a:r>
              <a:rPr lang="en-US" altLang="ko-KR" dirty="0" err="1"/>
              <a:t>pNode</a:t>
            </a:r>
            <a:r>
              <a:rPr lang="en-US" altLang="ko-KR" dirty="0"/>
              <a:t>-&gt;</a:t>
            </a:r>
            <a:r>
              <a:rPr lang="en-US" altLang="ko-KR" dirty="0" err="1"/>
              <a:t>pLeft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22" name="Google Shape;70;p14">
            <a:extLst>
              <a:ext uri="{FF2B5EF4-FFF2-40B4-BE49-F238E27FC236}">
                <a16:creationId xmlns:a16="http://schemas.microsoft.com/office/drawing/2014/main" id="{EE797D7C-F180-FB14-AC0E-04503C946F46}"/>
              </a:ext>
            </a:extLst>
          </p:cNvPr>
          <p:cNvGrpSpPr/>
          <p:nvPr/>
        </p:nvGrpSpPr>
        <p:grpSpPr>
          <a:xfrm>
            <a:off x="6714584" y="5599033"/>
            <a:ext cx="1071600" cy="745600"/>
            <a:chOff x="725125" y="742575"/>
            <a:chExt cx="803700" cy="559200"/>
          </a:xfrm>
        </p:grpSpPr>
        <p:sp>
          <p:nvSpPr>
            <p:cNvPr id="48" name="Google Shape;71;p14">
              <a:extLst>
                <a:ext uri="{FF2B5EF4-FFF2-40B4-BE49-F238E27FC236}">
                  <a16:creationId xmlns:a16="http://schemas.microsoft.com/office/drawing/2014/main" id="{CF50D2F1-AA56-2672-5620-D5660ACB9078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72;p14">
              <a:extLst>
                <a:ext uri="{FF2B5EF4-FFF2-40B4-BE49-F238E27FC236}">
                  <a16:creationId xmlns:a16="http://schemas.microsoft.com/office/drawing/2014/main" id="{2E27DB20-8B0D-CB0F-9AF6-E171DF5599A4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" name="Google Shape;324;p23">
            <a:extLst>
              <a:ext uri="{FF2B5EF4-FFF2-40B4-BE49-F238E27FC236}">
                <a16:creationId xmlns:a16="http://schemas.microsoft.com/office/drawing/2014/main" id="{F20CE7F7-5DA9-3FEC-8F87-347723F05534}"/>
              </a:ext>
            </a:extLst>
          </p:cNvPr>
          <p:cNvCxnSpPr>
            <a:cxnSpLocks/>
            <a:stCxn id="52" idx="1"/>
            <a:endCxn id="50" idx="0"/>
          </p:cNvCxnSpPr>
          <p:nvPr/>
        </p:nvCxnSpPr>
        <p:spPr>
          <a:xfrm flipV="1">
            <a:off x="1336891" y="5971833"/>
            <a:ext cx="5913493" cy="26868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2B596CB9-DB77-DD65-01BF-CA3ACD8C88F7}"/>
              </a:ext>
            </a:extLst>
          </p:cNvPr>
          <p:cNvSpPr txBox="1"/>
          <p:nvPr/>
        </p:nvSpPr>
        <p:spPr>
          <a:xfrm>
            <a:off x="7841320" y="5944137"/>
            <a:ext cx="2374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43 if (!</a:t>
            </a:r>
            <a:r>
              <a:rPr lang="en-US" altLang="ko-KR" dirty="0" err="1"/>
              <a:t>pNode</a:t>
            </a:r>
            <a:r>
              <a:rPr lang="en-US" altLang="ko-KR" dirty="0"/>
              <a:t>) return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442650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FF8F3-D3E6-74C1-FB5E-B8D7CFFE8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Google Shape;324;p23">
            <a:extLst>
              <a:ext uri="{FF2B5EF4-FFF2-40B4-BE49-F238E27FC236}">
                <a16:creationId xmlns:a16="http://schemas.microsoft.com/office/drawing/2014/main" id="{EDB8BDE2-1C28-D302-76F1-6F11EE91EA34}"/>
              </a:ext>
            </a:extLst>
          </p:cNvPr>
          <p:cNvCxnSpPr>
            <a:cxnSpLocks/>
          </p:cNvCxnSpPr>
          <p:nvPr/>
        </p:nvCxnSpPr>
        <p:spPr>
          <a:xfrm>
            <a:off x="6849760" y="544531"/>
            <a:ext cx="176084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13" name="Google Shape;129;p15">
            <a:extLst>
              <a:ext uri="{FF2B5EF4-FFF2-40B4-BE49-F238E27FC236}">
                <a16:creationId xmlns:a16="http://schemas.microsoft.com/office/drawing/2014/main" id="{53D6CB98-E50E-5E28-513D-AAC63BFFE606}"/>
              </a:ext>
            </a:extLst>
          </p:cNvPr>
          <p:cNvCxnSpPr>
            <a:cxnSpLocks/>
          </p:cNvCxnSpPr>
          <p:nvPr/>
        </p:nvCxnSpPr>
        <p:spPr>
          <a:xfrm>
            <a:off x="9046860" y="544531"/>
            <a:ext cx="176084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3ABF0FAD-95A7-1351-5BDA-CEE47918B55B}"/>
              </a:ext>
            </a:extLst>
          </p:cNvPr>
          <p:cNvGrpSpPr/>
          <p:nvPr/>
        </p:nvGrpSpPr>
        <p:grpSpPr>
          <a:xfrm>
            <a:off x="2454148" y="2310600"/>
            <a:ext cx="1071603" cy="1118400"/>
            <a:chOff x="2576366" y="4663498"/>
            <a:chExt cx="1071603" cy="1118400"/>
          </a:xfrm>
        </p:grpSpPr>
        <p:grpSp>
          <p:nvGrpSpPr>
            <p:cNvPr id="38" name="Google Shape;65;p14">
              <a:extLst>
                <a:ext uri="{FF2B5EF4-FFF2-40B4-BE49-F238E27FC236}">
                  <a16:creationId xmlns:a16="http://schemas.microsoft.com/office/drawing/2014/main" id="{77FF4A0C-833F-037A-0670-176766F4CE99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39" name="Google Shape;66;p14">
                <a:extLst>
                  <a:ext uri="{FF2B5EF4-FFF2-40B4-BE49-F238E27FC236}">
                    <a16:creationId xmlns:a16="http://schemas.microsoft.com/office/drawing/2014/main" id="{827D6B86-C9DE-2E2C-5E7B-960DF3212434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41" name="Google Shape;67;p14">
                  <a:extLst>
                    <a:ext uri="{FF2B5EF4-FFF2-40B4-BE49-F238E27FC236}">
                      <a16:creationId xmlns:a16="http://schemas.microsoft.com/office/drawing/2014/main" id="{0028AAA8-9EB3-9B3D-B580-B480692CD4CF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0x01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" name="Google Shape;68;p14">
                  <a:extLst>
                    <a:ext uri="{FF2B5EF4-FFF2-40B4-BE49-F238E27FC236}">
                      <a16:creationId xmlns:a16="http://schemas.microsoft.com/office/drawing/2014/main" id="{C6B90B67-FB07-E7E4-4B32-6A70EE8C6321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" name="Google Shape;69;p14">
                <a:extLst>
                  <a:ext uri="{FF2B5EF4-FFF2-40B4-BE49-F238E27FC236}">
                    <a16:creationId xmlns:a16="http://schemas.microsoft.com/office/drawing/2014/main" id="{30173AE2-759E-18D1-C68B-50C53F7B3F81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latin typeface="Arial"/>
                    <a:ea typeface="Arial"/>
                    <a:cs typeface="Arial"/>
                    <a:sym typeface="Arial"/>
                  </a:rPr>
                  <a:t>0x02</a:t>
                </a:r>
                <a:endParaRPr sz="10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4" name="Google Shape;81;p14">
              <a:extLst>
                <a:ext uri="{FF2B5EF4-FFF2-40B4-BE49-F238E27FC236}">
                  <a16:creationId xmlns:a16="http://schemas.microsoft.com/office/drawing/2014/main" id="{7D64C57B-FD5F-8167-908D-A9007E790220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0x03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F85F366B-FF6C-58CE-AA46-C68D09E3FE5C}"/>
              </a:ext>
            </a:extLst>
          </p:cNvPr>
          <p:cNvGrpSpPr/>
          <p:nvPr/>
        </p:nvGrpSpPr>
        <p:grpSpPr>
          <a:xfrm>
            <a:off x="1586921" y="3729866"/>
            <a:ext cx="1071603" cy="1118400"/>
            <a:chOff x="2576366" y="4663498"/>
            <a:chExt cx="1071603" cy="1118400"/>
          </a:xfrm>
        </p:grpSpPr>
        <p:grpSp>
          <p:nvGrpSpPr>
            <p:cNvPr id="18" name="Google Shape;65;p14">
              <a:extLst>
                <a:ext uri="{FF2B5EF4-FFF2-40B4-BE49-F238E27FC236}">
                  <a16:creationId xmlns:a16="http://schemas.microsoft.com/office/drawing/2014/main" id="{A59A664A-28A1-2897-ECD4-28CEF56B882B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24" name="Google Shape;66;p14">
                <a:extLst>
                  <a:ext uri="{FF2B5EF4-FFF2-40B4-BE49-F238E27FC236}">
                    <a16:creationId xmlns:a16="http://schemas.microsoft.com/office/drawing/2014/main" id="{A397DE65-3C72-6E31-C437-BE6631DD5532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27" name="Google Shape;67;p14">
                  <a:extLst>
                    <a:ext uri="{FF2B5EF4-FFF2-40B4-BE49-F238E27FC236}">
                      <a16:creationId xmlns:a16="http://schemas.microsoft.com/office/drawing/2014/main" id="{B2A2B840-A19E-EEEF-A905-6C20FB5E885D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0x02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" name="Google Shape;68;p14">
                  <a:extLst>
                    <a:ext uri="{FF2B5EF4-FFF2-40B4-BE49-F238E27FC236}">
                      <a16:creationId xmlns:a16="http://schemas.microsoft.com/office/drawing/2014/main" id="{6EEB7D72-AFB6-1819-31EF-0833C7A08F9E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20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6" name="Google Shape;69;p14">
                <a:extLst>
                  <a:ext uri="{FF2B5EF4-FFF2-40B4-BE49-F238E27FC236}">
                    <a16:creationId xmlns:a16="http://schemas.microsoft.com/office/drawing/2014/main" id="{86B4EBC6-C75C-AC10-FD43-A611E28E897B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latin typeface="Arial"/>
                    <a:ea typeface="Arial"/>
                    <a:cs typeface="Arial"/>
                    <a:sym typeface="Arial"/>
                  </a:rPr>
                  <a:t>0x04</a:t>
                </a:r>
                <a:endParaRPr sz="10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" name="Google Shape;81;p14">
              <a:extLst>
                <a:ext uri="{FF2B5EF4-FFF2-40B4-BE49-F238E27FC236}">
                  <a16:creationId xmlns:a16="http://schemas.microsoft.com/office/drawing/2014/main" id="{6A84F3C9-382A-C4AF-3838-48EAD84513E7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0x05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B105C762-232E-BDB2-DCC2-BECC11669B60}"/>
              </a:ext>
            </a:extLst>
          </p:cNvPr>
          <p:cNvSpPr txBox="1"/>
          <p:nvPr/>
        </p:nvSpPr>
        <p:spPr>
          <a:xfrm>
            <a:off x="266700" y="451668"/>
            <a:ext cx="406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트리 순회하기</a:t>
            </a:r>
          </a:p>
        </p:txBody>
      </p:sp>
      <p:cxnSp>
        <p:nvCxnSpPr>
          <p:cNvPr id="5" name="Google Shape;129;p15">
            <a:extLst>
              <a:ext uri="{FF2B5EF4-FFF2-40B4-BE49-F238E27FC236}">
                <a16:creationId xmlns:a16="http://schemas.microsoft.com/office/drawing/2014/main" id="{9A85EA8A-E736-33D1-2526-02DC60884DD5}"/>
              </a:ext>
            </a:extLst>
          </p:cNvPr>
          <p:cNvCxnSpPr>
            <a:cxnSpLocks/>
            <a:stCxn id="40" idx="2"/>
            <a:endCxn id="27" idx="0"/>
          </p:cNvCxnSpPr>
          <p:nvPr/>
        </p:nvCxnSpPr>
        <p:spPr>
          <a:xfrm flipH="1">
            <a:off x="2122721" y="3429000"/>
            <a:ext cx="589703" cy="30086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11E237F9-8363-61D3-0D5D-8DCA3321F85C}"/>
              </a:ext>
            </a:extLst>
          </p:cNvPr>
          <p:cNvGrpSpPr/>
          <p:nvPr/>
        </p:nvGrpSpPr>
        <p:grpSpPr>
          <a:xfrm>
            <a:off x="3259097" y="3724664"/>
            <a:ext cx="1071603" cy="1118400"/>
            <a:chOff x="2576366" y="4663498"/>
            <a:chExt cx="1071603" cy="1118400"/>
          </a:xfrm>
        </p:grpSpPr>
        <p:grpSp>
          <p:nvGrpSpPr>
            <p:cNvPr id="34" name="Google Shape;65;p14">
              <a:extLst>
                <a:ext uri="{FF2B5EF4-FFF2-40B4-BE49-F238E27FC236}">
                  <a16:creationId xmlns:a16="http://schemas.microsoft.com/office/drawing/2014/main" id="{06C5A931-CEA0-DE36-44F9-5D837CB88EE1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37" name="Google Shape;66;p14">
                <a:extLst>
                  <a:ext uri="{FF2B5EF4-FFF2-40B4-BE49-F238E27FC236}">
                    <a16:creationId xmlns:a16="http://schemas.microsoft.com/office/drawing/2014/main" id="{B0A72F8B-BC6E-08ED-8A1F-6397EAC9AD2D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45" name="Google Shape;67;p14">
                  <a:extLst>
                    <a:ext uri="{FF2B5EF4-FFF2-40B4-BE49-F238E27FC236}">
                      <a16:creationId xmlns:a16="http://schemas.microsoft.com/office/drawing/2014/main" id="{0760B5F0-A90F-B355-6B48-D560245F530B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0x03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" name="Google Shape;68;p14">
                  <a:extLst>
                    <a:ext uri="{FF2B5EF4-FFF2-40B4-BE49-F238E27FC236}">
                      <a16:creationId xmlns:a16="http://schemas.microsoft.com/office/drawing/2014/main" id="{F8D0A37B-2A1F-2EA7-FC43-0A73C1F157F5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30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3" name="Google Shape;69;p14">
                <a:extLst>
                  <a:ext uri="{FF2B5EF4-FFF2-40B4-BE49-F238E27FC236}">
                    <a16:creationId xmlns:a16="http://schemas.microsoft.com/office/drawing/2014/main" id="{1B27E03E-7D53-4554-46D0-DB5A67F33287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5" name="Google Shape;81;p14">
              <a:extLst>
                <a:ext uri="{FF2B5EF4-FFF2-40B4-BE49-F238E27FC236}">
                  <a16:creationId xmlns:a16="http://schemas.microsoft.com/office/drawing/2014/main" id="{CE443F90-7AD2-649D-750E-946B7B46C789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" name="Google Shape;129;p15">
            <a:extLst>
              <a:ext uri="{FF2B5EF4-FFF2-40B4-BE49-F238E27FC236}">
                <a16:creationId xmlns:a16="http://schemas.microsoft.com/office/drawing/2014/main" id="{1926CEC1-21A5-F89E-5A7E-A30BE7D1F9C8}"/>
              </a:ext>
            </a:extLst>
          </p:cNvPr>
          <p:cNvCxnSpPr>
            <a:cxnSpLocks/>
            <a:stCxn id="44" idx="2"/>
            <a:endCxn id="45" idx="0"/>
          </p:cNvCxnSpPr>
          <p:nvPr/>
        </p:nvCxnSpPr>
        <p:spPr>
          <a:xfrm>
            <a:off x="3248221" y="3423798"/>
            <a:ext cx="546676" cy="30086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9276CC47-708D-AAA1-31FE-3ED35290D3CC}"/>
              </a:ext>
            </a:extLst>
          </p:cNvPr>
          <p:cNvGrpSpPr/>
          <p:nvPr/>
        </p:nvGrpSpPr>
        <p:grpSpPr>
          <a:xfrm>
            <a:off x="820346" y="5313332"/>
            <a:ext cx="1071603" cy="1118400"/>
            <a:chOff x="2576366" y="4663498"/>
            <a:chExt cx="1071603" cy="1118400"/>
          </a:xfrm>
        </p:grpSpPr>
        <p:grpSp>
          <p:nvGrpSpPr>
            <p:cNvPr id="25" name="Google Shape;65;p14">
              <a:extLst>
                <a:ext uri="{FF2B5EF4-FFF2-40B4-BE49-F238E27FC236}">
                  <a16:creationId xmlns:a16="http://schemas.microsoft.com/office/drawing/2014/main" id="{1454C248-DA25-8F8A-C34F-8BD3F3BFC915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53" name="Google Shape;66;p14">
                <a:extLst>
                  <a:ext uri="{FF2B5EF4-FFF2-40B4-BE49-F238E27FC236}">
                    <a16:creationId xmlns:a16="http://schemas.microsoft.com/office/drawing/2014/main" id="{129C081B-5BD6-F33E-E083-66420057DE9F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55" name="Google Shape;67;p14">
                  <a:extLst>
                    <a:ext uri="{FF2B5EF4-FFF2-40B4-BE49-F238E27FC236}">
                      <a16:creationId xmlns:a16="http://schemas.microsoft.com/office/drawing/2014/main" id="{3CD14988-1166-5AC7-BF51-4FEADE96D6CA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0x04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" name="Google Shape;68;p14">
                  <a:extLst>
                    <a:ext uri="{FF2B5EF4-FFF2-40B4-BE49-F238E27FC236}">
                      <a16:creationId xmlns:a16="http://schemas.microsoft.com/office/drawing/2014/main" id="{33944152-43F9-D4D7-41CC-6A9A7D5B555D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40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54" name="Google Shape;69;p14">
                <a:extLst>
                  <a:ext uri="{FF2B5EF4-FFF2-40B4-BE49-F238E27FC236}">
                    <a16:creationId xmlns:a16="http://schemas.microsoft.com/office/drawing/2014/main" id="{67C24697-4748-90A2-080D-ECE862497F79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2" name="Google Shape;81;p14">
              <a:extLst>
                <a:ext uri="{FF2B5EF4-FFF2-40B4-BE49-F238E27FC236}">
                  <a16:creationId xmlns:a16="http://schemas.microsoft.com/office/drawing/2014/main" id="{BC8E43B8-58EB-8229-5F76-82450F198EFD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1" name="Google Shape;129;p15">
            <a:extLst>
              <a:ext uri="{FF2B5EF4-FFF2-40B4-BE49-F238E27FC236}">
                <a16:creationId xmlns:a16="http://schemas.microsoft.com/office/drawing/2014/main" id="{643CAB7E-8D2A-62FA-561F-C1369579F12F}"/>
              </a:ext>
            </a:extLst>
          </p:cNvPr>
          <p:cNvCxnSpPr>
            <a:cxnSpLocks/>
            <a:stCxn id="26" idx="2"/>
            <a:endCxn id="55" idx="0"/>
          </p:cNvCxnSpPr>
          <p:nvPr/>
        </p:nvCxnSpPr>
        <p:spPr>
          <a:xfrm flipH="1">
            <a:off x="1356146" y="4848266"/>
            <a:ext cx="489051" cy="46506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" name="그룹 2">
            <a:extLst>
              <a:ext uri="{FF2B5EF4-FFF2-40B4-BE49-F238E27FC236}">
                <a16:creationId xmlns:a16="http://schemas.microsoft.com/office/drawing/2014/main" id="{D25ADC53-2786-CC9F-DA5E-511788F4736B}"/>
              </a:ext>
            </a:extLst>
          </p:cNvPr>
          <p:cNvGrpSpPr/>
          <p:nvPr/>
        </p:nvGrpSpPr>
        <p:grpSpPr>
          <a:xfrm>
            <a:off x="2380993" y="5313332"/>
            <a:ext cx="1071603" cy="1118400"/>
            <a:chOff x="2576366" y="4663498"/>
            <a:chExt cx="1071603" cy="1118400"/>
          </a:xfrm>
        </p:grpSpPr>
        <p:grpSp>
          <p:nvGrpSpPr>
            <p:cNvPr id="4" name="Google Shape;65;p14">
              <a:extLst>
                <a:ext uri="{FF2B5EF4-FFF2-40B4-BE49-F238E27FC236}">
                  <a16:creationId xmlns:a16="http://schemas.microsoft.com/office/drawing/2014/main" id="{B94F02BB-77CA-65A4-D31F-130C3FE3196D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63" name="Google Shape;66;p14">
                <a:extLst>
                  <a:ext uri="{FF2B5EF4-FFF2-40B4-BE49-F238E27FC236}">
                    <a16:creationId xmlns:a16="http://schemas.microsoft.com/office/drawing/2014/main" id="{65EB6B62-2DBD-B371-92AD-C084E351DAA5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66" name="Google Shape;67;p14">
                  <a:extLst>
                    <a:ext uri="{FF2B5EF4-FFF2-40B4-BE49-F238E27FC236}">
                      <a16:creationId xmlns:a16="http://schemas.microsoft.com/office/drawing/2014/main" id="{5308EAA0-1C6F-A815-73E2-5029DFA501F1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0x05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7" name="Google Shape;68;p14">
                  <a:extLst>
                    <a:ext uri="{FF2B5EF4-FFF2-40B4-BE49-F238E27FC236}">
                      <a16:creationId xmlns:a16="http://schemas.microsoft.com/office/drawing/2014/main" id="{10958CD8-0BDA-1821-99CC-D85C53EDB7CC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50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4" name="Google Shape;69;p14">
                <a:extLst>
                  <a:ext uri="{FF2B5EF4-FFF2-40B4-BE49-F238E27FC236}">
                    <a16:creationId xmlns:a16="http://schemas.microsoft.com/office/drawing/2014/main" id="{1210FE5E-300E-E0A9-D4B0-831A35D637C4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2" name="Google Shape;81;p14">
              <a:extLst>
                <a:ext uri="{FF2B5EF4-FFF2-40B4-BE49-F238E27FC236}">
                  <a16:creationId xmlns:a16="http://schemas.microsoft.com/office/drawing/2014/main" id="{DC893DE2-D715-2182-7612-DFA5BB91BBBC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75" name="Google Shape;129;p15">
            <a:extLst>
              <a:ext uri="{FF2B5EF4-FFF2-40B4-BE49-F238E27FC236}">
                <a16:creationId xmlns:a16="http://schemas.microsoft.com/office/drawing/2014/main" id="{7E3DD85F-9C51-57C0-CA2F-CB63722F41AF}"/>
              </a:ext>
            </a:extLst>
          </p:cNvPr>
          <p:cNvCxnSpPr>
            <a:cxnSpLocks/>
            <a:stCxn id="19" idx="2"/>
            <a:endCxn id="66" idx="0"/>
          </p:cNvCxnSpPr>
          <p:nvPr/>
        </p:nvCxnSpPr>
        <p:spPr>
          <a:xfrm>
            <a:off x="2380994" y="4843064"/>
            <a:ext cx="535799" cy="470268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77" name="Google Shape;62;p14">
            <a:extLst>
              <a:ext uri="{FF2B5EF4-FFF2-40B4-BE49-F238E27FC236}">
                <a16:creationId xmlns:a16="http://schemas.microsoft.com/office/drawing/2014/main" id="{C61C7D8D-059F-0DA1-BF63-17D7A624ABFE}"/>
              </a:ext>
            </a:extLst>
          </p:cNvPr>
          <p:cNvGrpSpPr/>
          <p:nvPr/>
        </p:nvGrpSpPr>
        <p:grpSpPr>
          <a:xfrm>
            <a:off x="753033" y="1219200"/>
            <a:ext cx="1071600" cy="745600"/>
            <a:chOff x="725125" y="742575"/>
            <a:chExt cx="803700" cy="559200"/>
          </a:xfrm>
        </p:grpSpPr>
        <p:sp>
          <p:nvSpPr>
            <p:cNvPr id="78" name="Google Shape;63;p14">
              <a:extLst>
                <a:ext uri="{FF2B5EF4-FFF2-40B4-BE49-F238E27FC236}">
                  <a16:creationId xmlns:a16="http://schemas.microsoft.com/office/drawing/2014/main" id="{8B5D156D-C3D5-826D-CDE8-A34E1623B875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pSeed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64;p14">
              <a:extLst>
                <a:ext uri="{FF2B5EF4-FFF2-40B4-BE49-F238E27FC236}">
                  <a16:creationId xmlns:a16="http://schemas.microsoft.com/office/drawing/2014/main" id="{1E507AE5-009C-8853-F14A-9382F9F557E2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0" name="Google Shape;129;p15">
            <a:extLst>
              <a:ext uri="{FF2B5EF4-FFF2-40B4-BE49-F238E27FC236}">
                <a16:creationId xmlns:a16="http://schemas.microsoft.com/office/drawing/2014/main" id="{19217A02-B005-5AAB-8346-6B4A3B4F9461}"/>
              </a:ext>
            </a:extLst>
          </p:cNvPr>
          <p:cNvCxnSpPr>
            <a:cxnSpLocks/>
            <a:stCxn id="79" idx="3"/>
            <a:endCxn id="41" idx="1"/>
          </p:cNvCxnSpPr>
          <p:nvPr/>
        </p:nvCxnSpPr>
        <p:spPr>
          <a:xfrm>
            <a:off x="1824633" y="1778400"/>
            <a:ext cx="629515" cy="7186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2" name="Google Shape;70;p14">
            <a:extLst>
              <a:ext uri="{FF2B5EF4-FFF2-40B4-BE49-F238E27FC236}">
                <a16:creationId xmlns:a16="http://schemas.microsoft.com/office/drawing/2014/main" id="{1EFECCA6-013F-146B-56E1-8645F3479A96}"/>
              </a:ext>
            </a:extLst>
          </p:cNvPr>
          <p:cNvGrpSpPr/>
          <p:nvPr/>
        </p:nvGrpSpPr>
        <p:grpSpPr>
          <a:xfrm>
            <a:off x="5888712" y="1565000"/>
            <a:ext cx="1071600" cy="745600"/>
            <a:chOff x="725125" y="742575"/>
            <a:chExt cx="803700" cy="559200"/>
          </a:xfrm>
        </p:grpSpPr>
        <p:sp>
          <p:nvSpPr>
            <p:cNvPr id="36" name="Google Shape;71;p14">
              <a:extLst>
                <a:ext uri="{FF2B5EF4-FFF2-40B4-BE49-F238E27FC236}">
                  <a16:creationId xmlns:a16="http://schemas.microsoft.com/office/drawing/2014/main" id="{F9C78A55-9E1A-1CF0-E735-691FA8EF40B0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72;p14">
              <a:extLst>
                <a:ext uri="{FF2B5EF4-FFF2-40B4-BE49-F238E27FC236}">
                  <a16:creationId xmlns:a16="http://schemas.microsoft.com/office/drawing/2014/main" id="{820D1EDE-22C8-8D27-0D68-E4BD27092C1A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7" name="Google Shape;129;p15">
            <a:extLst>
              <a:ext uri="{FF2B5EF4-FFF2-40B4-BE49-F238E27FC236}">
                <a16:creationId xmlns:a16="http://schemas.microsoft.com/office/drawing/2014/main" id="{7644CBA2-27C1-B610-3A09-B52EDE1E4B43}"/>
              </a:ext>
            </a:extLst>
          </p:cNvPr>
          <p:cNvCxnSpPr>
            <a:cxnSpLocks/>
            <a:stCxn id="47" idx="1"/>
            <a:endCxn id="41" idx="3"/>
          </p:cNvCxnSpPr>
          <p:nvPr/>
        </p:nvCxnSpPr>
        <p:spPr>
          <a:xfrm flipH="1">
            <a:off x="3525748" y="2124200"/>
            <a:ext cx="2362964" cy="3728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7244288-7291-B7DB-345B-81F2E0CA81C9}"/>
              </a:ext>
            </a:extLst>
          </p:cNvPr>
          <p:cNvSpPr txBox="1"/>
          <p:nvPr/>
        </p:nvSpPr>
        <p:spPr>
          <a:xfrm>
            <a:off x="5254052" y="1120245"/>
            <a:ext cx="406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53 Traverse(</a:t>
            </a:r>
            <a:r>
              <a:rPr lang="en-US" altLang="ko-KR" dirty="0" err="1"/>
              <a:t>pSeed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21" name="Google Shape;70;p14">
            <a:extLst>
              <a:ext uri="{FF2B5EF4-FFF2-40B4-BE49-F238E27FC236}">
                <a16:creationId xmlns:a16="http://schemas.microsoft.com/office/drawing/2014/main" id="{6222DD55-9292-FD3B-3522-9F83640CA219}"/>
              </a:ext>
            </a:extLst>
          </p:cNvPr>
          <p:cNvGrpSpPr/>
          <p:nvPr/>
        </p:nvGrpSpPr>
        <p:grpSpPr>
          <a:xfrm>
            <a:off x="6214452" y="2926013"/>
            <a:ext cx="1071600" cy="745600"/>
            <a:chOff x="725125" y="742575"/>
            <a:chExt cx="803700" cy="559200"/>
          </a:xfrm>
        </p:grpSpPr>
        <p:sp>
          <p:nvSpPr>
            <p:cNvPr id="23" name="Google Shape;71;p14">
              <a:extLst>
                <a:ext uri="{FF2B5EF4-FFF2-40B4-BE49-F238E27FC236}">
                  <a16:creationId xmlns:a16="http://schemas.microsoft.com/office/drawing/2014/main" id="{911CD7A0-D655-556B-97EA-8963FDC4F827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72;p14">
              <a:extLst>
                <a:ext uri="{FF2B5EF4-FFF2-40B4-BE49-F238E27FC236}">
                  <a16:creationId xmlns:a16="http://schemas.microsoft.com/office/drawing/2014/main" id="{1108AF0C-491C-D41B-3D5A-06DD499212E3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0x02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8" name="Google Shape;129;p15">
            <a:extLst>
              <a:ext uri="{FF2B5EF4-FFF2-40B4-BE49-F238E27FC236}">
                <a16:creationId xmlns:a16="http://schemas.microsoft.com/office/drawing/2014/main" id="{9245A85A-9759-DE55-0ECE-A7E474E22FF1}"/>
              </a:ext>
            </a:extLst>
          </p:cNvPr>
          <p:cNvCxnSpPr>
            <a:cxnSpLocks/>
            <a:stCxn id="29" idx="1"/>
            <a:endCxn id="27" idx="3"/>
          </p:cNvCxnSpPr>
          <p:nvPr/>
        </p:nvCxnSpPr>
        <p:spPr>
          <a:xfrm flipH="1">
            <a:off x="2658521" y="3485213"/>
            <a:ext cx="3555931" cy="43105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59AB715-6903-6CCE-5F43-0DE1F5F3FF28}"/>
              </a:ext>
            </a:extLst>
          </p:cNvPr>
          <p:cNvSpPr txBox="1"/>
          <p:nvPr/>
        </p:nvSpPr>
        <p:spPr>
          <a:xfrm>
            <a:off x="5533452" y="2506168"/>
            <a:ext cx="406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45 Traverse(</a:t>
            </a:r>
            <a:r>
              <a:rPr lang="en-US" altLang="ko-KR" dirty="0" err="1"/>
              <a:t>pNode</a:t>
            </a:r>
            <a:r>
              <a:rPr lang="en-US" altLang="ko-KR" dirty="0"/>
              <a:t>-&gt;</a:t>
            </a:r>
            <a:r>
              <a:rPr lang="en-US" altLang="ko-KR" dirty="0" err="1"/>
              <a:t>pLeft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8" name="Google Shape;70;p14">
            <a:extLst>
              <a:ext uri="{FF2B5EF4-FFF2-40B4-BE49-F238E27FC236}">
                <a16:creationId xmlns:a16="http://schemas.microsoft.com/office/drawing/2014/main" id="{6466C08C-4D73-0D84-AC20-EF5255A782F7}"/>
              </a:ext>
            </a:extLst>
          </p:cNvPr>
          <p:cNvGrpSpPr/>
          <p:nvPr/>
        </p:nvGrpSpPr>
        <p:grpSpPr>
          <a:xfrm>
            <a:off x="6464704" y="4283864"/>
            <a:ext cx="1071600" cy="745600"/>
            <a:chOff x="725125" y="742575"/>
            <a:chExt cx="803700" cy="559200"/>
          </a:xfrm>
        </p:grpSpPr>
        <p:sp>
          <p:nvSpPr>
            <p:cNvPr id="12" name="Google Shape;71;p14">
              <a:extLst>
                <a:ext uri="{FF2B5EF4-FFF2-40B4-BE49-F238E27FC236}">
                  <a16:creationId xmlns:a16="http://schemas.microsoft.com/office/drawing/2014/main" id="{D6E52679-A145-855A-8A2B-ACF5B21DB877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72;p14">
              <a:extLst>
                <a:ext uri="{FF2B5EF4-FFF2-40B4-BE49-F238E27FC236}">
                  <a16:creationId xmlns:a16="http://schemas.microsoft.com/office/drawing/2014/main" id="{69083593-C7A9-CAD3-BF4D-560AB384A2F1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0x04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9" name="Google Shape;129;p15">
            <a:extLst>
              <a:ext uri="{FF2B5EF4-FFF2-40B4-BE49-F238E27FC236}">
                <a16:creationId xmlns:a16="http://schemas.microsoft.com/office/drawing/2014/main" id="{2137DFD9-5EAD-BA99-D559-523B00EC44EA}"/>
              </a:ext>
            </a:extLst>
          </p:cNvPr>
          <p:cNvCxnSpPr>
            <a:cxnSpLocks/>
            <a:stCxn id="14" idx="1"/>
            <a:endCxn id="55" idx="3"/>
          </p:cNvCxnSpPr>
          <p:nvPr/>
        </p:nvCxnSpPr>
        <p:spPr>
          <a:xfrm flipH="1">
            <a:off x="1891946" y="4843064"/>
            <a:ext cx="4572758" cy="656668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99B483AB-F759-3823-50FD-F882A17F9BB1}"/>
              </a:ext>
            </a:extLst>
          </p:cNvPr>
          <p:cNvSpPr txBox="1"/>
          <p:nvPr/>
        </p:nvSpPr>
        <p:spPr>
          <a:xfrm>
            <a:off x="5981702" y="3914128"/>
            <a:ext cx="406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45 Traverse(</a:t>
            </a:r>
            <a:r>
              <a:rPr lang="en-US" altLang="ko-KR" dirty="0" err="1"/>
              <a:t>pNode</a:t>
            </a:r>
            <a:r>
              <a:rPr lang="en-US" altLang="ko-KR" dirty="0"/>
              <a:t>-&gt;</a:t>
            </a:r>
            <a:r>
              <a:rPr lang="en-US" altLang="ko-KR" dirty="0" err="1"/>
              <a:t>pLeft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0AEABBB-AAA2-52FD-23A3-9F6333E3C875}"/>
              </a:ext>
            </a:extLst>
          </p:cNvPr>
          <p:cNvSpPr txBox="1"/>
          <p:nvPr/>
        </p:nvSpPr>
        <p:spPr>
          <a:xfrm>
            <a:off x="6168452" y="5171398"/>
            <a:ext cx="406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47 Traverse(</a:t>
            </a:r>
            <a:r>
              <a:rPr lang="en-US" altLang="ko-KR" dirty="0" err="1"/>
              <a:t>pNode</a:t>
            </a:r>
            <a:r>
              <a:rPr lang="en-US" altLang="ko-KR" dirty="0"/>
              <a:t>-&gt;</a:t>
            </a:r>
            <a:r>
              <a:rPr lang="en-US" altLang="ko-KR" dirty="0" err="1"/>
              <a:t>pRight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65" name="Google Shape;70;p14">
            <a:extLst>
              <a:ext uri="{FF2B5EF4-FFF2-40B4-BE49-F238E27FC236}">
                <a16:creationId xmlns:a16="http://schemas.microsoft.com/office/drawing/2014/main" id="{91A9CF02-E2A7-135D-5A6D-5F02AF33C271}"/>
              </a:ext>
            </a:extLst>
          </p:cNvPr>
          <p:cNvGrpSpPr/>
          <p:nvPr/>
        </p:nvGrpSpPr>
        <p:grpSpPr>
          <a:xfrm>
            <a:off x="6658580" y="5653161"/>
            <a:ext cx="1071600" cy="745600"/>
            <a:chOff x="725125" y="742575"/>
            <a:chExt cx="803700" cy="559200"/>
          </a:xfrm>
        </p:grpSpPr>
        <p:sp>
          <p:nvSpPr>
            <p:cNvPr id="69" name="Google Shape;71;p14">
              <a:extLst>
                <a:ext uri="{FF2B5EF4-FFF2-40B4-BE49-F238E27FC236}">
                  <a16:creationId xmlns:a16="http://schemas.microsoft.com/office/drawing/2014/main" id="{EC22C527-E440-BCA1-9B91-7B7E1C9776A2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2;p14">
              <a:extLst>
                <a:ext uri="{FF2B5EF4-FFF2-40B4-BE49-F238E27FC236}">
                  <a16:creationId xmlns:a16="http://schemas.microsoft.com/office/drawing/2014/main" id="{68B187A9-B519-0C96-CF9C-1CF2C5FD66FA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0" name="Google Shape;324;p23">
            <a:extLst>
              <a:ext uri="{FF2B5EF4-FFF2-40B4-BE49-F238E27FC236}">
                <a16:creationId xmlns:a16="http://schemas.microsoft.com/office/drawing/2014/main" id="{A7D83BA7-C4A7-0645-9CCD-859AD1076F82}"/>
              </a:ext>
            </a:extLst>
          </p:cNvPr>
          <p:cNvCxnSpPr>
            <a:cxnSpLocks/>
            <a:stCxn id="52" idx="3"/>
            <a:endCxn id="70" idx="0"/>
          </p:cNvCxnSpPr>
          <p:nvPr/>
        </p:nvCxnSpPr>
        <p:spPr>
          <a:xfrm flipV="1">
            <a:off x="1891946" y="6025961"/>
            <a:ext cx="5302434" cy="21455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847FFB69-674B-FD51-C7A9-FC007674BA1F}"/>
              </a:ext>
            </a:extLst>
          </p:cNvPr>
          <p:cNvSpPr txBox="1"/>
          <p:nvPr/>
        </p:nvSpPr>
        <p:spPr>
          <a:xfrm>
            <a:off x="7841320" y="5944137"/>
            <a:ext cx="2374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43 if (!</a:t>
            </a:r>
            <a:r>
              <a:rPr lang="en-US" altLang="ko-KR" dirty="0" err="1"/>
              <a:t>pNode</a:t>
            </a:r>
            <a:r>
              <a:rPr lang="en-US" altLang="ko-KR" dirty="0"/>
              <a:t>) return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63119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B4FCE-8DA2-9FD0-CF63-85CDE60F1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Google Shape;324;p23">
            <a:extLst>
              <a:ext uri="{FF2B5EF4-FFF2-40B4-BE49-F238E27FC236}">
                <a16:creationId xmlns:a16="http://schemas.microsoft.com/office/drawing/2014/main" id="{EF4D0BC3-1C87-24AD-42D7-34F8A607E810}"/>
              </a:ext>
            </a:extLst>
          </p:cNvPr>
          <p:cNvCxnSpPr>
            <a:cxnSpLocks/>
          </p:cNvCxnSpPr>
          <p:nvPr/>
        </p:nvCxnSpPr>
        <p:spPr>
          <a:xfrm>
            <a:off x="6849760" y="544531"/>
            <a:ext cx="176084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13" name="Google Shape;129;p15">
            <a:extLst>
              <a:ext uri="{FF2B5EF4-FFF2-40B4-BE49-F238E27FC236}">
                <a16:creationId xmlns:a16="http://schemas.microsoft.com/office/drawing/2014/main" id="{90573136-5B97-749D-4822-9723252BD8E2}"/>
              </a:ext>
            </a:extLst>
          </p:cNvPr>
          <p:cNvCxnSpPr>
            <a:cxnSpLocks/>
          </p:cNvCxnSpPr>
          <p:nvPr/>
        </p:nvCxnSpPr>
        <p:spPr>
          <a:xfrm>
            <a:off x="9046860" y="544531"/>
            <a:ext cx="176084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EA7B0198-FCBA-F98A-3DE6-052D6726B202}"/>
              </a:ext>
            </a:extLst>
          </p:cNvPr>
          <p:cNvGrpSpPr/>
          <p:nvPr/>
        </p:nvGrpSpPr>
        <p:grpSpPr>
          <a:xfrm>
            <a:off x="2454148" y="2310600"/>
            <a:ext cx="1071603" cy="1118400"/>
            <a:chOff x="2576366" y="4663498"/>
            <a:chExt cx="1071603" cy="1118400"/>
          </a:xfrm>
        </p:grpSpPr>
        <p:grpSp>
          <p:nvGrpSpPr>
            <p:cNvPr id="38" name="Google Shape;65;p14">
              <a:extLst>
                <a:ext uri="{FF2B5EF4-FFF2-40B4-BE49-F238E27FC236}">
                  <a16:creationId xmlns:a16="http://schemas.microsoft.com/office/drawing/2014/main" id="{8F4BF384-E12A-77E5-72B4-5AFA15241F94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39" name="Google Shape;66;p14">
                <a:extLst>
                  <a:ext uri="{FF2B5EF4-FFF2-40B4-BE49-F238E27FC236}">
                    <a16:creationId xmlns:a16="http://schemas.microsoft.com/office/drawing/2014/main" id="{52878316-D463-3CA2-1041-52DFBD44C524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41" name="Google Shape;67;p14">
                  <a:extLst>
                    <a:ext uri="{FF2B5EF4-FFF2-40B4-BE49-F238E27FC236}">
                      <a16:creationId xmlns:a16="http://schemas.microsoft.com/office/drawing/2014/main" id="{0E2E689E-A5C3-0CA6-DA18-5827CCAC5C22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0x01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" name="Google Shape;68;p14">
                  <a:extLst>
                    <a:ext uri="{FF2B5EF4-FFF2-40B4-BE49-F238E27FC236}">
                      <a16:creationId xmlns:a16="http://schemas.microsoft.com/office/drawing/2014/main" id="{8472508F-88AE-B2AA-DCF9-1D13A49FC20A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" name="Google Shape;69;p14">
                <a:extLst>
                  <a:ext uri="{FF2B5EF4-FFF2-40B4-BE49-F238E27FC236}">
                    <a16:creationId xmlns:a16="http://schemas.microsoft.com/office/drawing/2014/main" id="{7DFD5B60-62D0-7203-CB22-24F6E1F08042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latin typeface="Arial"/>
                    <a:ea typeface="Arial"/>
                    <a:cs typeface="Arial"/>
                    <a:sym typeface="Arial"/>
                  </a:rPr>
                  <a:t>0x02</a:t>
                </a:r>
                <a:endParaRPr sz="10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4" name="Google Shape;81;p14">
              <a:extLst>
                <a:ext uri="{FF2B5EF4-FFF2-40B4-BE49-F238E27FC236}">
                  <a16:creationId xmlns:a16="http://schemas.microsoft.com/office/drawing/2014/main" id="{3465BCF0-CE1E-17B1-4A0C-A4B429D3682F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0x03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57AEB165-4DCE-22CB-D903-DAA2B2050031}"/>
              </a:ext>
            </a:extLst>
          </p:cNvPr>
          <p:cNvGrpSpPr/>
          <p:nvPr/>
        </p:nvGrpSpPr>
        <p:grpSpPr>
          <a:xfrm>
            <a:off x="1586921" y="3729866"/>
            <a:ext cx="1071603" cy="1118400"/>
            <a:chOff x="2576366" y="4663498"/>
            <a:chExt cx="1071603" cy="1118400"/>
          </a:xfrm>
        </p:grpSpPr>
        <p:grpSp>
          <p:nvGrpSpPr>
            <p:cNvPr id="18" name="Google Shape;65;p14">
              <a:extLst>
                <a:ext uri="{FF2B5EF4-FFF2-40B4-BE49-F238E27FC236}">
                  <a16:creationId xmlns:a16="http://schemas.microsoft.com/office/drawing/2014/main" id="{DC034923-6697-CD45-97CA-2660779DB99B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24" name="Google Shape;66;p14">
                <a:extLst>
                  <a:ext uri="{FF2B5EF4-FFF2-40B4-BE49-F238E27FC236}">
                    <a16:creationId xmlns:a16="http://schemas.microsoft.com/office/drawing/2014/main" id="{0B4DCFF4-7121-5CCE-A625-C8A8E5FCAF1A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27" name="Google Shape;67;p14">
                  <a:extLst>
                    <a:ext uri="{FF2B5EF4-FFF2-40B4-BE49-F238E27FC236}">
                      <a16:creationId xmlns:a16="http://schemas.microsoft.com/office/drawing/2014/main" id="{15F9E33D-D728-721D-8EE2-FFF95ECCA0EA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0x02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" name="Google Shape;68;p14">
                  <a:extLst>
                    <a:ext uri="{FF2B5EF4-FFF2-40B4-BE49-F238E27FC236}">
                      <a16:creationId xmlns:a16="http://schemas.microsoft.com/office/drawing/2014/main" id="{E84E3676-01EB-1252-D6E5-A3567885D1EC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20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6" name="Google Shape;69;p14">
                <a:extLst>
                  <a:ext uri="{FF2B5EF4-FFF2-40B4-BE49-F238E27FC236}">
                    <a16:creationId xmlns:a16="http://schemas.microsoft.com/office/drawing/2014/main" id="{73BAAA1F-2D2E-261A-4B74-3F376796193F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latin typeface="Arial"/>
                    <a:ea typeface="Arial"/>
                    <a:cs typeface="Arial"/>
                    <a:sym typeface="Arial"/>
                  </a:rPr>
                  <a:t>0x04</a:t>
                </a:r>
                <a:endParaRPr sz="10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" name="Google Shape;81;p14">
              <a:extLst>
                <a:ext uri="{FF2B5EF4-FFF2-40B4-BE49-F238E27FC236}">
                  <a16:creationId xmlns:a16="http://schemas.microsoft.com/office/drawing/2014/main" id="{C14CBC6E-6BBF-FBE1-3AA3-FA708F79F15C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0x05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91452D62-68A1-941A-3BD3-EB72B4A796E1}"/>
              </a:ext>
            </a:extLst>
          </p:cNvPr>
          <p:cNvSpPr txBox="1"/>
          <p:nvPr/>
        </p:nvSpPr>
        <p:spPr>
          <a:xfrm>
            <a:off x="266700" y="451668"/>
            <a:ext cx="406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트리 순회하기</a:t>
            </a:r>
          </a:p>
        </p:txBody>
      </p:sp>
      <p:cxnSp>
        <p:nvCxnSpPr>
          <p:cNvPr id="5" name="Google Shape;129;p15">
            <a:extLst>
              <a:ext uri="{FF2B5EF4-FFF2-40B4-BE49-F238E27FC236}">
                <a16:creationId xmlns:a16="http://schemas.microsoft.com/office/drawing/2014/main" id="{F835E521-67F9-6752-82D9-56C46C66951B}"/>
              </a:ext>
            </a:extLst>
          </p:cNvPr>
          <p:cNvCxnSpPr>
            <a:cxnSpLocks/>
            <a:stCxn id="40" idx="2"/>
            <a:endCxn id="27" idx="0"/>
          </p:cNvCxnSpPr>
          <p:nvPr/>
        </p:nvCxnSpPr>
        <p:spPr>
          <a:xfrm flipH="1">
            <a:off x="2122721" y="3429000"/>
            <a:ext cx="589703" cy="30086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76F73CE6-3BFA-3A6B-A089-3DAC8685E546}"/>
              </a:ext>
            </a:extLst>
          </p:cNvPr>
          <p:cNvGrpSpPr/>
          <p:nvPr/>
        </p:nvGrpSpPr>
        <p:grpSpPr>
          <a:xfrm>
            <a:off x="3259097" y="3724664"/>
            <a:ext cx="1071603" cy="1118400"/>
            <a:chOff x="2576366" y="4663498"/>
            <a:chExt cx="1071603" cy="1118400"/>
          </a:xfrm>
        </p:grpSpPr>
        <p:grpSp>
          <p:nvGrpSpPr>
            <p:cNvPr id="34" name="Google Shape;65;p14">
              <a:extLst>
                <a:ext uri="{FF2B5EF4-FFF2-40B4-BE49-F238E27FC236}">
                  <a16:creationId xmlns:a16="http://schemas.microsoft.com/office/drawing/2014/main" id="{A879C429-C2C0-ABA5-A28A-E76036296CF2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37" name="Google Shape;66;p14">
                <a:extLst>
                  <a:ext uri="{FF2B5EF4-FFF2-40B4-BE49-F238E27FC236}">
                    <a16:creationId xmlns:a16="http://schemas.microsoft.com/office/drawing/2014/main" id="{1BFE2D31-DA45-019B-64A9-A1AF4A0904AD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45" name="Google Shape;67;p14">
                  <a:extLst>
                    <a:ext uri="{FF2B5EF4-FFF2-40B4-BE49-F238E27FC236}">
                      <a16:creationId xmlns:a16="http://schemas.microsoft.com/office/drawing/2014/main" id="{9F4DA5E7-307A-F4E6-BE96-11420966B4B6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0x03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" name="Google Shape;68;p14">
                  <a:extLst>
                    <a:ext uri="{FF2B5EF4-FFF2-40B4-BE49-F238E27FC236}">
                      <a16:creationId xmlns:a16="http://schemas.microsoft.com/office/drawing/2014/main" id="{2F3CCC8B-4855-1483-7EF0-AFD6337925D4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30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3" name="Google Shape;69;p14">
                <a:extLst>
                  <a:ext uri="{FF2B5EF4-FFF2-40B4-BE49-F238E27FC236}">
                    <a16:creationId xmlns:a16="http://schemas.microsoft.com/office/drawing/2014/main" id="{69BCA268-2364-5A3A-8F04-7E7413F0CF02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5" name="Google Shape;81;p14">
              <a:extLst>
                <a:ext uri="{FF2B5EF4-FFF2-40B4-BE49-F238E27FC236}">
                  <a16:creationId xmlns:a16="http://schemas.microsoft.com/office/drawing/2014/main" id="{C6BBA0A8-5B2A-A38E-F6D4-0C5160344AC6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" name="Google Shape;129;p15">
            <a:extLst>
              <a:ext uri="{FF2B5EF4-FFF2-40B4-BE49-F238E27FC236}">
                <a16:creationId xmlns:a16="http://schemas.microsoft.com/office/drawing/2014/main" id="{486490A2-966C-706D-5233-69A219E7E9F9}"/>
              </a:ext>
            </a:extLst>
          </p:cNvPr>
          <p:cNvCxnSpPr>
            <a:cxnSpLocks/>
            <a:stCxn id="44" idx="2"/>
            <a:endCxn id="45" idx="0"/>
          </p:cNvCxnSpPr>
          <p:nvPr/>
        </p:nvCxnSpPr>
        <p:spPr>
          <a:xfrm>
            <a:off x="3248221" y="3423798"/>
            <a:ext cx="546676" cy="30086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5536C1DB-5E2A-4C25-48D7-FA4BA542D47E}"/>
              </a:ext>
            </a:extLst>
          </p:cNvPr>
          <p:cNvGrpSpPr/>
          <p:nvPr/>
        </p:nvGrpSpPr>
        <p:grpSpPr>
          <a:xfrm>
            <a:off x="820346" y="5313332"/>
            <a:ext cx="1071603" cy="1118400"/>
            <a:chOff x="2576366" y="4663498"/>
            <a:chExt cx="1071603" cy="1118400"/>
          </a:xfrm>
        </p:grpSpPr>
        <p:grpSp>
          <p:nvGrpSpPr>
            <p:cNvPr id="25" name="Google Shape;65;p14">
              <a:extLst>
                <a:ext uri="{FF2B5EF4-FFF2-40B4-BE49-F238E27FC236}">
                  <a16:creationId xmlns:a16="http://schemas.microsoft.com/office/drawing/2014/main" id="{953E4396-D893-7E7F-260D-6CEEA00BB24E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53" name="Google Shape;66;p14">
                <a:extLst>
                  <a:ext uri="{FF2B5EF4-FFF2-40B4-BE49-F238E27FC236}">
                    <a16:creationId xmlns:a16="http://schemas.microsoft.com/office/drawing/2014/main" id="{591C393D-58D5-A84A-5A29-8D4B4C6311C5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55" name="Google Shape;67;p14">
                  <a:extLst>
                    <a:ext uri="{FF2B5EF4-FFF2-40B4-BE49-F238E27FC236}">
                      <a16:creationId xmlns:a16="http://schemas.microsoft.com/office/drawing/2014/main" id="{71F50481-EC76-AD3A-0320-8DDCCF286E28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0x04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" name="Google Shape;68;p14">
                  <a:extLst>
                    <a:ext uri="{FF2B5EF4-FFF2-40B4-BE49-F238E27FC236}">
                      <a16:creationId xmlns:a16="http://schemas.microsoft.com/office/drawing/2014/main" id="{2902E616-0977-B1F0-6A6C-43B804AF3734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FF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40</a:t>
                  </a:r>
                  <a:endParaRPr sz="1867" dirty="0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54" name="Google Shape;69;p14">
                <a:extLst>
                  <a:ext uri="{FF2B5EF4-FFF2-40B4-BE49-F238E27FC236}">
                    <a16:creationId xmlns:a16="http://schemas.microsoft.com/office/drawing/2014/main" id="{87B193DA-7C85-82D7-86C5-50ACCFA3BB85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2" name="Google Shape;81;p14">
              <a:extLst>
                <a:ext uri="{FF2B5EF4-FFF2-40B4-BE49-F238E27FC236}">
                  <a16:creationId xmlns:a16="http://schemas.microsoft.com/office/drawing/2014/main" id="{34908E33-FDB1-BFCA-374A-61D3FEEFBF85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1" name="Google Shape;129;p15">
            <a:extLst>
              <a:ext uri="{FF2B5EF4-FFF2-40B4-BE49-F238E27FC236}">
                <a16:creationId xmlns:a16="http://schemas.microsoft.com/office/drawing/2014/main" id="{DB7385C0-83EB-3D42-4204-650B0B2B8D6C}"/>
              </a:ext>
            </a:extLst>
          </p:cNvPr>
          <p:cNvCxnSpPr>
            <a:cxnSpLocks/>
            <a:stCxn id="26" idx="2"/>
            <a:endCxn id="55" idx="0"/>
          </p:cNvCxnSpPr>
          <p:nvPr/>
        </p:nvCxnSpPr>
        <p:spPr>
          <a:xfrm flipH="1">
            <a:off x="1356146" y="4848266"/>
            <a:ext cx="489051" cy="46506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" name="그룹 2">
            <a:extLst>
              <a:ext uri="{FF2B5EF4-FFF2-40B4-BE49-F238E27FC236}">
                <a16:creationId xmlns:a16="http://schemas.microsoft.com/office/drawing/2014/main" id="{58DE3F2A-9A2C-128D-30E2-9F4AB6CBBD0F}"/>
              </a:ext>
            </a:extLst>
          </p:cNvPr>
          <p:cNvGrpSpPr/>
          <p:nvPr/>
        </p:nvGrpSpPr>
        <p:grpSpPr>
          <a:xfrm>
            <a:off x="2380993" y="5313332"/>
            <a:ext cx="1071603" cy="1118400"/>
            <a:chOff x="2576366" y="4663498"/>
            <a:chExt cx="1071603" cy="1118400"/>
          </a:xfrm>
        </p:grpSpPr>
        <p:grpSp>
          <p:nvGrpSpPr>
            <p:cNvPr id="4" name="Google Shape;65;p14">
              <a:extLst>
                <a:ext uri="{FF2B5EF4-FFF2-40B4-BE49-F238E27FC236}">
                  <a16:creationId xmlns:a16="http://schemas.microsoft.com/office/drawing/2014/main" id="{038CBFD6-92AC-011E-1D6E-BB129B0D8C2D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63" name="Google Shape;66;p14">
                <a:extLst>
                  <a:ext uri="{FF2B5EF4-FFF2-40B4-BE49-F238E27FC236}">
                    <a16:creationId xmlns:a16="http://schemas.microsoft.com/office/drawing/2014/main" id="{DEE487FC-B355-5B71-4F94-C682DD01F28A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66" name="Google Shape;67;p14">
                  <a:extLst>
                    <a:ext uri="{FF2B5EF4-FFF2-40B4-BE49-F238E27FC236}">
                      <a16:creationId xmlns:a16="http://schemas.microsoft.com/office/drawing/2014/main" id="{141A5C31-6672-6480-B970-DAA02DA6B6FA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0x05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7" name="Google Shape;68;p14">
                  <a:extLst>
                    <a:ext uri="{FF2B5EF4-FFF2-40B4-BE49-F238E27FC236}">
                      <a16:creationId xmlns:a16="http://schemas.microsoft.com/office/drawing/2014/main" id="{4AC0D177-3DD6-AF45-A3E5-F5F6D6EB3459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50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4" name="Google Shape;69;p14">
                <a:extLst>
                  <a:ext uri="{FF2B5EF4-FFF2-40B4-BE49-F238E27FC236}">
                    <a16:creationId xmlns:a16="http://schemas.microsoft.com/office/drawing/2014/main" id="{5089076C-A0D8-E8BF-BE51-0E7DFE726C8F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2" name="Google Shape;81;p14">
              <a:extLst>
                <a:ext uri="{FF2B5EF4-FFF2-40B4-BE49-F238E27FC236}">
                  <a16:creationId xmlns:a16="http://schemas.microsoft.com/office/drawing/2014/main" id="{FDB9CDCA-6A5D-2551-2B1D-F36D2E5B66F2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75" name="Google Shape;129;p15">
            <a:extLst>
              <a:ext uri="{FF2B5EF4-FFF2-40B4-BE49-F238E27FC236}">
                <a16:creationId xmlns:a16="http://schemas.microsoft.com/office/drawing/2014/main" id="{D42E183A-E530-56B3-071D-6F313E5946EF}"/>
              </a:ext>
            </a:extLst>
          </p:cNvPr>
          <p:cNvCxnSpPr>
            <a:cxnSpLocks/>
            <a:stCxn id="19" idx="2"/>
            <a:endCxn id="66" idx="0"/>
          </p:cNvCxnSpPr>
          <p:nvPr/>
        </p:nvCxnSpPr>
        <p:spPr>
          <a:xfrm>
            <a:off x="2380994" y="4843064"/>
            <a:ext cx="535799" cy="470268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77" name="Google Shape;62;p14">
            <a:extLst>
              <a:ext uri="{FF2B5EF4-FFF2-40B4-BE49-F238E27FC236}">
                <a16:creationId xmlns:a16="http://schemas.microsoft.com/office/drawing/2014/main" id="{2C0BECBB-2032-411C-B066-162546171D12}"/>
              </a:ext>
            </a:extLst>
          </p:cNvPr>
          <p:cNvGrpSpPr/>
          <p:nvPr/>
        </p:nvGrpSpPr>
        <p:grpSpPr>
          <a:xfrm>
            <a:off x="753033" y="1219200"/>
            <a:ext cx="1071600" cy="745600"/>
            <a:chOff x="725125" y="742575"/>
            <a:chExt cx="803700" cy="559200"/>
          </a:xfrm>
        </p:grpSpPr>
        <p:sp>
          <p:nvSpPr>
            <p:cNvPr id="78" name="Google Shape;63;p14">
              <a:extLst>
                <a:ext uri="{FF2B5EF4-FFF2-40B4-BE49-F238E27FC236}">
                  <a16:creationId xmlns:a16="http://schemas.microsoft.com/office/drawing/2014/main" id="{5AD7977B-EE01-4F5D-6975-947699AFCBD8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pSeed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64;p14">
              <a:extLst>
                <a:ext uri="{FF2B5EF4-FFF2-40B4-BE49-F238E27FC236}">
                  <a16:creationId xmlns:a16="http://schemas.microsoft.com/office/drawing/2014/main" id="{F6DEEED9-7E2C-7AA5-E75B-DB1F5F6AC24C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0" name="Google Shape;129;p15">
            <a:extLst>
              <a:ext uri="{FF2B5EF4-FFF2-40B4-BE49-F238E27FC236}">
                <a16:creationId xmlns:a16="http://schemas.microsoft.com/office/drawing/2014/main" id="{BA04FAE6-C024-6131-D42A-EAB89BC2C710}"/>
              </a:ext>
            </a:extLst>
          </p:cNvPr>
          <p:cNvCxnSpPr>
            <a:cxnSpLocks/>
            <a:stCxn id="79" idx="3"/>
            <a:endCxn id="41" idx="1"/>
          </p:cNvCxnSpPr>
          <p:nvPr/>
        </p:nvCxnSpPr>
        <p:spPr>
          <a:xfrm>
            <a:off x="1824633" y="1778400"/>
            <a:ext cx="629515" cy="7186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2" name="Google Shape;70;p14">
            <a:extLst>
              <a:ext uri="{FF2B5EF4-FFF2-40B4-BE49-F238E27FC236}">
                <a16:creationId xmlns:a16="http://schemas.microsoft.com/office/drawing/2014/main" id="{613ED8F2-0033-2EA0-313D-A16BFC25B7FA}"/>
              </a:ext>
            </a:extLst>
          </p:cNvPr>
          <p:cNvGrpSpPr/>
          <p:nvPr/>
        </p:nvGrpSpPr>
        <p:grpSpPr>
          <a:xfrm>
            <a:off x="5888712" y="1565000"/>
            <a:ext cx="1071600" cy="745600"/>
            <a:chOff x="725125" y="742575"/>
            <a:chExt cx="803700" cy="559200"/>
          </a:xfrm>
        </p:grpSpPr>
        <p:sp>
          <p:nvSpPr>
            <p:cNvPr id="36" name="Google Shape;71;p14">
              <a:extLst>
                <a:ext uri="{FF2B5EF4-FFF2-40B4-BE49-F238E27FC236}">
                  <a16:creationId xmlns:a16="http://schemas.microsoft.com/office/drawing/2014/main" id="{7A716A2F-BA4F-00F8-30D1-1ABF671F6BFE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72;p14">
              <a:extLst>
                <a:ext uri="{FF2B5EF4-FFF2-40B4-BE49-F238E27FC236}">
                  <a16:creationId xmlns:a16="http://schemas.microsoft.com/office/drawing/2014/main" id="{2F8F59B2-87BE-87F8-BD49-8ED7B34CDB7E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7" name="Google Shape;129;p15">
            <a:extLst>
              <a:ext uri="{FF2B5EF4-FFF2-40B4-BE49-F238E27FC236}">
                <a16:creationId xmlns:a16="http://schemas.microsoft.com/office/drawing/2014/main" id="{13BBA6BB-7026-85C6-85E6-CD21FA37E1F5}"/>
              </a:ext>
            </a:extLst>
          </p:cNvPr>
          <p:cNvCxnSpPr>
            <a:cxnSpLocks/>
            <a:stCxn id="47" idx="1"/>
            <a:endCxn id="41" idx="3"/>
          </p:cNvCxnSpPr>
          <p:nvPr/>
        </p:nvCxnSpPr>
        <p:spPr>
          <a:xfrm flipH="1">
            <a:off x="3525748" y="2124200"/>
            <a:ext cx="2362964" cy="3728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0C87C62-F11F-46C1-C1D1-10400C9D2975}"/>
              </a:ext>
            </a:extLst>
          </p:cNvPr>
          <p:cNvSpPr txBox="1"/>
          <p:nvPr/>
        </p:nvSpPr>
        <p:spPr>
          <a:xfrm>
            <a:off x="5254052" y="1120245"/>
            <a:ext cx="406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53 Traverse(</a:t>
            </a:r>
            <a:r>
              <a:rPr lang="en-US" altLang="ko-KR" dirty="0" err="1"/>
              <a:t>pSeed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21" name="Google Shape;70;p14">
            <a:extLst>
              <a:ext uri="{FF2B5EF4-FFF2-40B4-BE49-F238E27FC236}">
                <a16:creationId xmlns:a16="http://schemas.microsoft.com/office/drawing/2014/main" id="{03B277C6-CBC9-29E2-0AC7-6598E46C43B7}"/>
              </a:ext>
            </a:extLst>
          </p:cNvPr>
          <p:cNvGrpSpPr/>
          <p:nvPr/>
        </p:nvGrpSpPr>
        <p:grpSpPr>
          <a:xfrm>
            <a:off x="6214452" y="2926013"/>
            <a:ext cx="1071600" cy="745600"/>
            <a:chOff x="725125" y="742575"/>
            <a:chExt cx="803700" cy="559200"/>
          </a:xfrm>
        </p:grpSpPr>
        <p:sp>
          <p:nvSpPr>
            <p:cNvPr id="23" name="Google Shape;71;p14">
              <a:extLst>
                <a:ext uri="{FF2B5EF4-FFF2-40B4-BE49-F238E27FC236}">
                  <a16:creationId xmlns:a16="http://schemas.microsoft.com/office/drawing/2014/main" id="{F00B0B6E-7139-5F8E-1988-93C78CF4DC2D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72;p14">
              <a:extLst>
                <a:ext uri="{FF2B5EF4-FFF2-40B4-BE49-F238E27FC236}">
                  <a16:creationId xmlns:a16="http://schemas.microsoft.com/office/drawing/2014/main" id="{6398BBF0-A8F2-2E78-7E89-3BF68D62D3DD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0x02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8" name="Google Shape;129;p15">
            <a:extLst>
              <a:ext uri="{FF2B5EF4-FFF2-40B4-BE49-F238E27FC236}">
                <a16:creationId xmlns:a16="http://schemas.microsoft.com/office/drawing/2014/main" id="{10708B06-D793-0728-A51F-49D0FB88CEAC}"/>
              </a:ext>
            </a:extLst>
          </p:cNvPr>
          <p:cNvCxnSpPr>
            <a:cxnSpLocks/>
            <a:stCxn id="29" idx="1"/>
            <a:endCxn id="27" idx="3"/>
          </p:cNvCxnSpPr>
          <p:nvPr/>
        </p:nvCxnSpPr>
        <p:spPr>
          <a:xfrm flipH="1">
            <a:off x="2658521" y="3485213"/>
            <a:ext cx="3555931" cy="43105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89ADBC5-3B61-2866-D593-84D3DDD5AF31}"/>
              </a:ext>
            </a:extLst>
          </p:cNvPr>
          <p:cNvSpPr txBox="1"/>
          <p:nvPr/>
        </p:nvSpPr>
        <p:spPr>
          <a:xfrm>
            <a:off x="5533452" y="2506168"/>
            <a:ext cx="406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45 Traverse(</a:t>
            </a:r>
            <a:r>
              <a:rPr lang="en-US" altLang="ko-KR" dirty="0" err="1"/>
              <a:t>pNode</a:t>
            </a:r>
            <a:r>
              <a:rPr lang="en-US" altLang="ko-KR" dirty="0"/>
              <a:t>-&gt;</a:t>
            </a:r>
            <a:r>
              <a:rPr lang="en-US" altLang="ko-KR" dirty="0" err="1"/>
              <a:t>pLeft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8" name="Google Shape;70;p14">
            <a:extLst>
              <a:ext uri="{FF2B5EF4-FFF2-40B4-BE49-F238E27FC236}">
                <a16:creationId xmlns:a16="http://schemas.microsoft.com/office/drawing/2014/main" id="{93B0C776-F971-8D81-4E57-D4B8FDC4BDDD}"/>
              </a:ext>
            </a:extLst>
          </p:cNvPr>
          <p:cNvGrpSpPr/>
          <p:nvPr/>
        </p:nvGrpSpPr>
        <p:grpSpPr>
          <a:xfrm>
            <a:off x="6464704" y="4283864"/>
            <a:ext cx="1071600" cy="745600"/>
            <a:chOff x="725125" y="742575"/>
            <a:chExt cx="803700" cy="559200"/>
          </a:xfrm>
        </p:grpSpPr>
        <p:sp>
          <p:nvSpPr>
            <p:cNvPr id="12" name="Google Shape;71;p14">
              <a:extLst>
                <a:ext uri="{FF2B5EF4-FFF2-40B4-BE49-F238E27FC236}">
                  <a16:creationId xmlns:a16="http://schemas.microsoft.com/office/drawing/2014/main" id="{DCB32818-DE2E-667D-E919-DD4EA850C8D0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72;p14">
              <a:extLst>
                <a:ext uri="{FF2B5EF4-FFF2-40B4-BE49-F238E27FC236}">
                  <a16:creationId xmlns:a16="http://schemas.microsoft.com/office/drawing/2014/main" id="{7029B4DD-872D-7DF7-BA8A-C0FB306F62E6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0x04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9" name="Google Shape;129;p15">
            <a:extLst>
              <a:ext uri="{FF2B5EF4-FFF2-40B4-BE49-F238E27FC236}">
                <a16:creationId xmlns:a16="http://schemas.microsoft.com/office/drawing/2014/main" id="{9134754B-E40C-6F6B-CF89-4DEA949EF3C8}"/>
              </a:ext>
            </a:extLst>
          </p:cNvPr>
          <p:cNvCxnSpPr>
            <a:cxnSpLocks/>
            <a:stCxn id="14" idx="1"/>
            <a:endCxn id="55" idx="3"/>
          </p:cNvCxnSpPr>
          <p:nvPr/>
        </p:nvCxnSpPr>
        <p:spPr>
          <a:xfrm flipH="1">
            <a:off x="1891946" y="4843064"/>
            <a:ext cx="4572758" cy="656668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84F018F-B7BB-4D6D-46C3-B4D23C6331E4}"/>
              </a:ext>
            </a:extLst>
          </p:cNvPr>
          <p:cNvSpPr txBox="1"/>
          <p:nvPr/>
        </p:nvSpPr>
        <p:spPr>
          <a:xfrm>
            <a:off x="5981702" y="3914128"/>
            <a:ext cx="406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45 Traverse(</a:t>
            </a:r>
            <a:r>
              <a:rPr lang="en-US" altLang="ko-KR" dirty="0" err="1"/>
              <a:t>pNode</a:t>
            </a:r>
            <a:r>
              <a:rPr lang="en-US" altLang="ko-KR" dirty="0"/>
              <a:t>-&gt;</a:t>
            </a:r>
            <a:r>
              <a:rPr lang="en-US" altLang="ko-KR" dirty="0" err="1"/>
              <a:t>pLeft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B6AD69-A406-50A8-CC57-1FE8D9D87ACB}"/>
              </a:ext>
            </a:extLst>
          </p:cNvPr>
          <p:cNvSpPr txBox="1"/>
          <p:nvPr/>
        </p:nvSpPr>
        <p:spPr>
          <a:xfrm>
            <a:off x="9736100" y="1159847"/>
            <a:ext cx="10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48 40</a:t>
            </a:r>
          </a:p>
        </p:txBody>
      </p:sp>
    </p:spTree>
    <p:extLst>
      <p:ext uri="{BB962C8B-B14F-4D97-AF65-F5344CB8AC3E}">
        <p14:creationId xmlns:p14="http://schemas.microsoft.com/office/powerpoint/2010/main" val="25113862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1E155-E060-E6E3-32F3-33E7E146D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Google Shape;324;p23">
            <a:extLst>
              <a:ext uri="{FF2B5EF4-FFF2-40B4-BE49-F238E27FC236}">
                <a16:creationId xmlns:a16="http://schemas.microsoft.com/office/drawing/2014/main" id="{EE4337A3-0BC9-2986-3B54-34391DE49432}"/>
              </a:ext>
            </a:extLst>
          </p:cNvPr>
          <p:cNvCxnSpPr>
            <a:cxnSpLocks/>
          </p:cNvCxnSpPr>
          <p:nvPr/>
        </p:nvCxnSpPr>
        <p:spPr>
          <a:xfrm>
            <a:off x="6849760" y="544531"/>
            <a:ext cx="176084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13" name="Google Shape;129;p15">
            <a:extLst>
              <a:ext uri="{FF2B5EF4-FFF2-40B4-BE49-F238E27FC236}">
                <a16:creationId xmlns:a16="http://schemas.microsoft.com/office/drawing/2014/main" id="{7107637E-61FE-352B-A18E-2CF29396FBD2}"/>
              </a:ext>
            </a:extLst>
          </p:cNvPr>
          <p:cNvCxnSpPr>
            <a:cxnSpLocks/>
          </p:cNvCxnSpPr>
          <p:nvPr/>
        </p:nvCxnSpPr>
        <p:spPr>
          <a:xfrm>
            <a:off x="9046860" y="544531"/>
            <a:ext cx="176084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9F2FB522-1ACA-B2DB-65A1-A9A94A8AD8FF}"/>
              </a:ext>
            </a:extLst>
          </p:cNvPr>
          <p:cNvGrpSpPr/>
          <p:nvPr/>
        </p:nvGrpSpPr>
        <p:grpSpPr>
          <a:xfrm>
            <a:off x="2454148" y="2310600"/>
            <a:ext cx="1071603" cy="1118400"/>
            <a:chOff x="2576366" y="4663498"/>
            <a:chExt cx="1071603" cy="1118400"/>
          </a:xfrm>
        </p:grpSpPr>
        <p:grpSp>
          <p:nvGrpSpPr>
            <p:cNvPr id="38" name="Google Shape;65;p14">
              <a:extLst>
                <a:ext uri="{FF2B5EF4-FFF2-40B4-BE49-F238E27FC236}">
                  <a16:creationId xmlns:a16="http://schemas.microsoft.com/office/drawing/2014/main" id="{7B1833D6-5FE1-9F65-0B1F-DDB4D290F1C4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39" name="Google Shape;66;p14">
                <a:extLst>
                  <a:ext uri="{FF2B5EF4-FFF2-40B4-BE49-F238E27FC236}">
                    <a16:creationId xmlns:a16="http://schemas.microsoft.com/office/drawing/2014/main" id="{24A9FAAA-CD73-E52F-FD96-C1C6D6D439A8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41" name="Google Shape;67;p14">
                  <a:extLst>
                    <a:ext uri="{FF2B5EF4-FFF2-40B4-BE49-F238E27FC236}">
                      <a16:creationId xmlns:a16="http://schemas.microsoft.com/office/drawing/2014/main" id="{225A41C2-4AB0-0941-029A-EE61D0EEFB83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0x01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" name="Google Shape;68;p14">
                  <a:extLst>
                    <a:ext uri="{FF2B5EF4-FFF2-40B4-BE49-F238E27FC236}">
                      <a16:creationId xmlns:a16="http://schemas.microsoft.com/office/drawing/2014/main" id="{38EF6AD2-822F-C9A2-B87D-E70729994CD4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" name="Google Shape;69;p14">
                <a:extLst>
                  <a:ext uri="{FF2B5EF4-FFF2-40B4-BE49-F238E27FC236}">
                    <a16:creationId xmlns:a16="http://schemas.microsoft.com/office/drawing/2014/main" id="{A82D6095-E66D-CDF3-E1AD-3CE50172F1C7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latin typeface="Arial"/>
                    <a:ea typeface="Arial"/>
                    <a:cs typeface="Arial"/>
                    <a:sym typeface="Arial"/>
                  </a:rPr>
                  <a:t>0x02</a:t>
                </a:r>
                <a:endParaRPr sz="10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4" name="Google Shape;81;p14">
              <a:extLst>
                <a:ext uri="{FF2B5EF4-FFF2-40B4-BE49-F238E27FC236}">
                  <a16:creationId xmlns:a16="http://schemas.microsoft.com/office/drawing/2014/main" id="{737F486B-2544-2DBE-1E17-A1D148F745DE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0x03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C2478FEC-BDD0-8AAE-3F05-372B03DABC0C}"/>
              </a:ext>
            </a:extLst>
          </p:cNvPr>
          <p:cNvGrpSpPr/>
          <p:nvPr/>
        </p:nvGrpSpPr>
        <p:grpSpPr>
          <a:xfrm>
            <a:off x="1586921" y="3729866"/>
            <a:ext cx="1071603" cy="1118400"/>
            <a:chOff x="2576366" y="4663498"/>
            <a:chExt cx="1071603" cy="1118400"/>
          </a:xfrm>
        </p:grpSpPr>
        <p:grpSp>
          <p:nvGrpSpPr>
            <p:cNvPr id="18" name="Google Shape;65;p14">
              <a:extLst>
                <a:ext uri="{FF2B5EF4-FFF2-40B4-BE49-F238E27FC236}">
                  <a16:creationId xmlns:a16="http://schemas.microsoft.com/office/drawing/2014/main" id="{ADC15977-69DE-A656-DBD6-5471FA7E3C25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24" name="Google Shape;66;p14">
                <a:extLst>
                  <a:ext uri="{FF2B5EF4-FFF2-40B4-BE49-F238E27FC236}">
                    <a16:creationId xmlns:a16="http://schemas.microsoft.com/office/drawing/2014/main" id="{51ED3326-B7BD-F2A6-3AC0-85119AF91561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27" name="Google Shape;67;p14">
                  <a:extLst>
                    <a:ext uri="{FF2B5EF4-FFF2-40B4-BE49-F238E27FC236}">
                      <a16:creationId xmlns:a16="http://schemas.microsoft.com/office/drawing/2014/main" id="{9C50B85A-FF41-028F-1E34-18BC1BDB3FD1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0x02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" name="Google Shape;68;p14">
                  <a:extLst>
                    <a:ext uri="{FF2B5EF4-FFF2-40B4-BE49-F238E27FC236}">
                      <a16:creationId xmlns:a16="http://schemas.microsoft.com/office/drawing/2014/main" id="{E8860336-42AA-84A1-D32B-39EE967F9E02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20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6" name="Google Shape;69;p14">
                <a:extLst>
                  <a:ext uri="{FF2B5EF4-FFF2-40B4-BE49-F238E27FC236}">
                    <a16:creationId xmlns:a16="http://schemas.microsoft.com/office/drawing/2014/main" id="{EBD06CAB-FC57-FDA6-0D8E-56C96C6221F7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latin typeface="Arial"/>
                    <a:ea typeface="Arial"/>
                    <a:cs typeface="Arial"/>
                    <a:sym typeface="Arial"/>
                  </a:rPr>
                  <a:t>0x04</a:t>
                </a:r>
                <a:endParaRPr sz="10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" name="Google Shape;81;p14">
              <a:extLst>
                <a:ext uri="{FF2B5EF4-FFF2-40B4-BE49-F238E27FC236}">
                  <a16:creationId xmlns:a16="http://schemas.microsoft.com/office/drawing/2014/main" id="{4459E35F-F6D6-2834-3FF9-3E4C226940C1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latin typeface="Arial"/>
                  <a:ea typeface="Arial"/>
                  <a:cs typeface="Arial"/>
                  <a:sym typeface="Arial"/>
                </a:rPr>
                <a:t>0x05</a:t>
              </a:r>
              <a:endParaRPr sz="10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5F8F3AB1-6B61-8CAD-CCFB-A4CD375E7383}"/>
              </a:ext>
            </a:extLst>
          </p:cNvPr>
          <p:cNvSpPr txBox="1"/>
          <p:nvPr/>
        </p:nvSpPr>
        <p:spPr>
          <a:xfrm>
            <a:off x="266700" y="451668"/>
            <a:ext cx="406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트리 순회하기</a:t>
            </a:r>
          </a:p>
        </p:txBody>
      </p:sp>
      <p:cxnSp>
        <p:nvCxnSpPr>
          <p:cNvPr id="5" name="Google Shape;129;p15">
            <a:extLst>
              <a:ext uri="{FF2B5EF4-FFF2-40B4-BE49-F238E27FC236}">
                <a16:creationId xmlns:a16="http://schemas.microsoft.com/office/drawing/2014/main" id="{01E610CF-2534-D071-0464-BE703D9472F3}"/>
              </a:ext>
            </a:extLst>
          </p:cNvPr>
          <p:cNvCxnSpPr>
            <a:cxnSpLocks/>
            <a:stCxn id="40" idx="2"/>
            <a:endCxn id="27" idx="0"/>
          </p:cNvCxnSpPr>
          <p:nvPr/>
        </p:nvCxnSpPr>
        <p:spPr>
          <a:xfrm flipH="1">
            <a:off x="2122721" y="3429000"/>
            <a:ext cx="589703" cy="30086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8DA14126-BA14-A433-0049-E6FDA1A314F5}"/>
              </a:ext>
            </a:extLst>
          </p:cNvPr>
          <p:cNvGrpSpPr/>
          <p:nvPr/>
        </p:nvGrpSpPr>
        <p:grpSpPr>
          <a:xfrm>
            <a:off x="3259097" y="3724664"/>
            <a:ext cx="1071603" cy="1118400"/>
            <a:chOff x="2576366" y="4663498"/>
            <a:chExt cx="1071603" cy="1118400"/>
          </a:xfrm>
        </p:grpSpPr>
        <p:grpSp>
          <p:nvGrpSpPr>
            <p:cNvPr id="34" name="Google Shape;65;p14">
              <a:extLst>
                <a:ext uri="{FF2B5EF4-FFF2-40B4-BE49-F238E27FC236}">
                  <a16:creationId xmlns:a16="http://schemas.microsoft.com/office/drawing/2014/main" id="{D4B9E460-6160-B671-4751-948035FFBD9F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37" name="Google Shape;66;p14">
                <a:extLst>
                  <a:ext uri="{FF2B5EF4-FFF2-40B4-BE49-F238E27FC236}">
                    <a16:creationId xmlns:a16="http://schemas.microsoft.com/office/drawing/2014/main" id="{43F3BA25-FDAA-77A3-6553-321C7C700EDF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45" name="Google Shape;67;p14">
                  <a:extLst>
                    <a:ext uri="{FF2B5EF4-FFF2-40B4-BE49-F238E27FC236}">
                      <a16:creationId xmlns:a16="http://schemas.microsoft.com/office/drawing/2014/main" id="{5E9302F5-F16D-0CC9-CCA7-C6A40C0E19A5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0x03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" name="Google Shape;68;p14">
                  <a:extLst>
                    <a:ext uri="{FF2B5EF4-FFF2-40B4-BE49-F238E27FC236}">
                      <a16:creationId xmlns:a16="http://schemas.microsoft.com/office/drawing/2014/main" id="{0E65337A-AA90-37DA-A326-93502A4B2AD1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30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3" name="Google Shape;69;p14">
                <a:extLst>
                  <a:ext uri="{FF2B5EF4-FFF2-40B4-BE49-F238E27FC236}">
                    <a16:creationId xmlns:a16="http://schemas.microsoft.com/office/drawing/2014/main" id="{BC291D36-B34B-5CCE-3EEC-0FC99993457A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5" name="Google Shape;81;p14">
              <a:extLst>
                <a:ext uri="{FF2B5EF4-FFF2-40B4-BE49-F238E27FC236}">
                  <a16:creationId xmlns:a16="http://schemas.microsoft.com/office/drawing/2014/main" id="{7AF5043A-D589-1E5E-E0BF-F1339D4F3B2A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" name="Google Shape;129;p15">
            <a:extLst>
              <a:ext uri="{FF2B5EF4-FFF2-40B4-BE49-F238E27FC236}">
                <a16:creationId xmlns:a16="http://schemas.microsoft.com/office/drawing/2014/main" id="{9537BF64-9663-9DBC-EC0A-4921ACA99C47}"/>
              </a:ext>
            </a:extLst>
          </p:cNvPr>
          <p:cNvCxnSpPr>
            <a:cxnSpLocks/>
            <a:stCxn id="44" idx="2"/>
            <a:endCxn id="45" idx="0"/>
          </p:cNvCxnSpPr>
          <p:nvPr/>
        </p:nvCxnSpPr>
        <p:spPr>
          <a:xfrm>
            <a:off x="3248221" y="3423798"/>
            <a:ext cx="546676" cy="30086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33837A61-84E2-FBD5-3461-951964CD9315}"/>
              </a:ext>
            </a:extLst>
          </p:cNvPr>
          <p:cNvGrpSpPr/>
          <p:nvPr/>
        </p:nvGrpSpPr>
        <p:grpSpPr>
          <a:xfrm>
            <a:off x="820346" y="5313332"/>
            <a:ext cx="1071603" cy="1118400"/>
            <a:chOff x="2576366" y="4663498"/>
            <a:chExt cx="1071603" cy="1118400"/>
          </a:xfrm>
        </p:grpSpPr>
        <p:grpSp>
          <p:nvGrpSpPr>
            <p:cNvPr id="25" name="Google Shape;65;p14">
              <a:extLst>
                <a:ext uri="{FF2B5EF4-FFF2-40B4-BE49-F238E27FC236}">
                  <a16:creationId xmlns:a16="http://schemas.microsoft.com/office/drawing/2014/main" id="{73112F41-018E-44E3-3DB4-C2D68A37393F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53" name="Google Shape;66;p14">
                <a:extLst>
                  <a:ext uri="{FF2B5EF4-FFF2-40B4-BE49-F238E27FC236}">
                    <a16:creationId xmlns:a16="http://schemas.microsoft.com/office/drawing/2014/main" id="{3CC83A9E-AAF7-CBBF-DD12-06881F98668E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55" name="Google Shape;67;p14">
                  <a:extLst>
                    <a:ext uri="{FF2B5EF4-FFF2-40B4-BE49-F238E27FC236}">
                      <a16:creationId xmlns:a16="http://schemas.microsoft.com/office/drawing/2014/main" id="{E0A9111D-16A9-2F71-B235-F35BDA8B3214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0x04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" name="Google Shape;68;p14">
                  <a:extLst>
                    <a:ext uri="{FF2B5EF4-FFF2-40B4-BE49-F238E27FC236}">
                      <a16:creationId xmlns:a16="http://schemas.microsoft.com/office/drawing/2014/main" id="{ED9C5B80-B81B-DEF8-241C-7E0A779A85F1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latin typeface="Arial"/>
                      <a:ea typeface="Arial"/>
                      <a:cs typeface="Arial"/>
                      <a:sym typeface="Arial"/>
                    </a:rPr>
                    <a:t>40</a:t>
                  </a:r>
                  <a:endParaRPr sz="1867" dirty="0"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54" name="Google Shape;69;p14">
                <a:extLst>
                  <a:ext uri="{FF2B5EF4-FFF2-40B4-BE49-F238E27FC236}">
                    <a16:creationId xmlns:a16="http://schemas.microsoft.com/office/drawing/2014/main" id="{9A04B17F-A982-B633-895E-7EF41D6A1B6C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2" name="Google Shape;81;p14">
              <a:extLst>
                <a:ext uri="{FF2B5EF4-FFF2-40B4-BE49-F238E27FC236}">
                  <a16:creationId xmlns:a16="http://schemas.microsoft.com/office/drawing/2014/main" id="{372C709E-5080-11BC-AF2D-699F859D1A99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1" name="Google Shape;129;p15">
            <a:extLst>
              <a:ext uri="{FF2B5EF4-FFF2-40B4-BE49-F238E27FC236}">
                <a16:creationId xmlns:a16="http://schemas.microsoft.com/office/drawing/2014/main" id="{0B69E348-425C-E5C8-0C6A-A9D531CD659F}"/>
              </a:ext>
            </a:extLst>
          </p:cNvPr>
          <p:cNvCxnSpPr>
            <a:cxnSpLocks/>
            <a:stCxn id="26" idx="2"/>
            <a:endCxn id="55" idx="0"/>
          </p:cNvCxnSpPr>
          <p:nvPr/>
        </p:nvCxnSpPr>
        <p:spPr>
          <a:xfrm flipH="1">
            <a:off x="1356146" y="4848266"/>
            <a:ext cx="489051" cy="46506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" name="그룹 2">
            <a:extLst>
              <a:ext uri="{FF2B5EF4-FFF2-40B4-BE49-F238E27FC236}">
                <a16:creationId xmlns:a16="http://schemas.microsoft.com/office/drawing/2014/main" id="{FFA6426A-47A3-0671-DD7E-A3E13C0E8672}"/>
              </a:ext>
            </a:extLst>
          </p:cNvPr>
          <p:cNvGrpSpPr/>
          <p:nvPr/>
        </p:nvGrpSpPr>
        <p:grpSpPr>
          <a:xfrm>
            <a:off x="2380993" y="5313332"/>
            <a:ext cx="1071603" cy="1118400"/>
            <a:chOff x="2576366" y="4663498"/>
            <a:chExt cx="1071603" cy="1118400"/>
          </a:xfrm>
        </p:grpSpPr>
        <p:grpSp>
          <p:nvGrpSpPr>
            <p:cNvPr id="4" name="Google Shape;65;p14">
              <a:extLst>
                <a:ext uri="{FF2B5EF4-FFF2-40B4-BE49-F238E27FC236}">
                  <a16:creationId xmlns:a16="http://schemas.microsoft.com/office/drawing/2014/main" id="{8006CAB0-DDC1-42B2-1CFD-AF62E7DDD202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63" name="Google Shape;66;p14">
                <a:extLst>
                  <a:ext uri="{FF2B5EF4-FFF2-40B4-BE49-F238E27FC236}">
                    <a16:creationId xmlns:a16="http://schemas.microsoft.com/office/drawing/2014/main" id="{6AD1C4F4-E3A6-B80B-ACFC-01A5DC95100C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66" name="Google Shape;67;p14">
                  <a:extLst>
                    <a:ext uri="{FF2B5EF4-FFF2-40B4-BE49-F238E27FC236}">
                      <a16:creationId xmlns:a16="http://schemas.microsoft.com/office/drawing/2014/main" id="{7F612AAA-C8F6-D0AE-E167-B8BC6A266D95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0x05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7" name="Google Shape;68;p14">
                  <a:extLst>
                    <a:ext uri="{FF2B5EF4-FFF2-40B4-BE49-F238E27FC236}">
                      <a16:creationId xmlns:a16="http://schemas.microsoft.com/office/drawing/2014/main" id="{8FF94A6B-9115-F749-84D5-AF88B51F79D5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50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4" name="Google Shape;69;p14">
                <a:extLst>
                  <a:ext uri="{FF2B5EF4-FFF2-40B4-BE49-F238E27FC236}">
                    <a16:creationId xmlns:a16="http://schemas.microsoft.com/office/drawing/2014/main" id="{E74A9D9B-4E13-2018-2683-E7F39F7679C7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2" name="Google Shape;81;p14">
              <a:extLst>
                <a:ext uri="{FF2B5EF4-FFF2-40B4-BE49-F238E27FC236}">
                  <a16:creationId xmlns:a16="http://schemas.microsoft.com/office/drawing/2014/main" id="{B1C9D2D5-25DC-A3B1-2575-40A1E93B3AFE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75" name="Google Shape;129;p15">
            <a:extLst>
              <a:ext uri="{FF2B5EF4-FFF2-40B4-BE49-F238E27FC236}">
                <a16:creationId xmlns:a16="http://schemas.microsoft.com/office/drawing/2014/main" id="{498796D2-F86A-9DFA-03DC-4819F5119ECD}"/>
              </a:ext>
            </a:extLst>
          </p:cNvPr>
          <p:cNvCxnSpPr>
            <a:cxnSpLocks/>
            <a:stCxn id="19" idx="2"/>
            <a:endCxn id="66" idx="0"/>
          </p:cNvCxnSpPr>
          <p:nvPr/>
        </p:nvCxnSpPr>
        <p:spPr>
          <a:xfrm>
            <a:off x="2380994" y="4843064"/>
            <a:ext cx="535799" cy="470268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77" name="Google Shape;62;p14">
            <a:extLst>
              <a:ext uri="{FF2B5EF4-FFF2-40B4-BE49-F238E27FC236}">
                <a16:creationId xmlns:a16="http://schemas.microsoft.com/office/drawing/2014/main" id="{14A830C2-91C2-FF3B-9590-3FE5D1DAADFF}"/>
              </a:ext>
            </a:extLst>
          </p:cNvPr>
          <p:cNvGrpSpPr/>
          <p:nvPr/>
        </p:nvGrpSpPr>
        <p:grpSpPr>
          <a:xfrm>
            <a:off x="753033" y="1219200"/>
            <a:ext cx="1071600" cy="745600"/>
            <a:chOff x="725125" y="742575"/>
            <a:chExt cx="803700" cy="559200"/>
          </a:xfrm>
        </p:grpSpPr>
        <p:sp>
          <p:nvSpPr>
            <p:cNvPr id="78" name="Google Shape;63;p14">
              <a:extLst>
                <a:ext uri="{FF2B5EF4-FFF2-40B4-BE49-F238E27FC236}">
                  <a16:creationId xmlns:a16="http://schemas.microsoft.com/office/drawing/2014/main" id="{336EC6A3-C71E-2061-EDAC-E919AF5EFAE9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pSeed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64;p14">
              <a:extLst>
                <a:ext uri="{FF2B5EF4-FFF2-40B4-BE49-F238E27FC236}">
                  <a16:creationId xmlns:a16="http://schemas.microsoft.com/office/drawing/2014/main" id="{D5052C85-1DA2-AF33-BE45-1B1F75D3B189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0" name="Google Shape;129;p15">
            <a:extLst>
              <a:ext uri="{FF2B5EF4-FFF2-40B4-BE49-F238E27FC236}">
                <a16:creationId xmlns:a16="http://schemas.microsoft.com/office/drawing/2014/main" id="{95A6C49A-61A0-09A4-F6FA-46B4437BF91E}"/>
              </a:ext>
            </a:extLst>
          </p:cNvPr>
          <p:cNvCxnSpPr>
            <a:cxnSpLocks/>
            <a:stCxn id="79" idx="3"/>
            <a:endCxn id="41" idx="1"/>
          </p:cNvCxnSpPr>
          <p:nvPr/>
        </p:nvCxnSpPr>
        <p:spPr>
          <a:xfrm>
            <a:off x="1824633" y="1778400"/>
            <a:ext cx="629515" cy="7186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2" name="Google Shape;70;p14">
            <a:extLst>
              <a:ext uri="{FF2B5EF4-FFF2-40B4-BE49-F238E27FC236}">
                <a16:creationId xmlns:a16="http://schemas.microsoft.com/office/drawing/2014/main" id="{AA5F9C3E-BE50-5E86-3601-26F791676AC5}"/>
              </a:ext>
            </a:extLst>
          </p:cNvPr>
          <p:cNvGrpSpPr/>
          <p:nvPr/>
        </p:nvGrpSpPr>
        <p:grpSpPr>
          <a:xfrm>
            <a:off x="5888712" y="1565000"/>
            <a:ext cx="1071600" cy="745600"/>
            <a:chOff x="725125" y="742575"/>
            <a:chExt cx="803700" cy="559200"/>
          </a:xfrm>
        </p:grpSpPr>
        <p:sp>
          <p:nvSpPr>
            <p:cNvPr id="36" name="Google Shape;71;p14">
              <a:extLst>
                <a:ext uri="{FF2B5EF4-FFF2-40B4-BE49-F238E27FC236}">
                  <a16:creationId xmlns:a16="http://schemas.microsoft.com/office/drawing/2014/main" id="{45F52B0E-33BA-D088-A7E2-3FF6E14EA1CF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72;p14">
              <a:extLst>
                <a:ext uri="{FF2B5EF4-FFF2-40B4-BE49-F238E27FC236}">
                  <a16:creationId xmlns:a16="http://schemas.microsoft.com/office/drawing/2014/main" id="{AFDEDA6E-5DBD-D243-CE29-471B69197A65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7" name="Google Shape;129;p15">
            <a:extLst>
              <a:ext uri="{FF2B5EF4-FFF2-40B4-BE49-F238E27FC236}">
                <a16:creationId xmlns:a16="http://schemas.microsoft.com/office/drawing/2014/main" id="{6F58005F-F8EA-DDD9-9EF6-25A0D4053E48}"/>
              </a:ext>
            </a:extLst>
          </p:cNvPr>
          <p:cNvCxnSpPr>
            <a:cxnSpLocks/>
            <a:stCxn id="47" idx="1"/>
            <a:endCxn id="41" idx="3"/>
          </p:cNvCxnSpPr>
          <p:nvPr/>
        </p:nvCxnSpPr>
        <p:spPr>
          <a:xfrm flipH="1">
            <a:off x="3525748" y="2124200"/>
            <a:ext cx="2362964" cy="3728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AA5BE2B-786B-630B-D7B9-162927436738}"/>
              </a:ext>
            </a:extLst>
          </p:cNvPr>
          <p:cNvSpPr txBox="1"/>
          <p:nvPr/>
        </p:nvSpPr>
        <p:spPr>
          <a:xfrm>
            <a:off x="5254052" y="1120245"/>
            <a:ext cx="406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53 Traverse(</a:t>
            </a:r>
            <a:r>
              <a:rPr lang="en-US" altLang="ko-KR" dirty="0" err="1"/>
              <a:t>pSeed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21" name="Google Shape;70;p14">
            <a:extLst>
              <a:ext uri="{FF2B5EF4-FFF2-40B4-BE49-F238E27FC236}">
                <a16:creationId xmlns:a16="http://schemas.microsoft.com/office/drawing/2014/main" id="{3EAF2A6F-394E-9C88-C1CE-3104848D4D19}"/>
              </a:ext>
            </a:extLst>
          </p:cNvPr>
          <p:cNvGrpSpPr/>
          <p:nvPr/>
        </p:nvGrpSpPr>
        <p:grpSpPr>
          <a:xfrm>
            <a:off x="6214452" y="2926013"/>
            <a:ext cx="1071600" cy="745600"/>
            <a:chOff x="725125" y="742575"/>
            <a:chExt cx="803700" cy="559200"/>
          </a:xfrm>
        </p:grpSpPr>
        <p:sp>
          <p:nvSpPr>
            <p:cNvPr id="23" name="Google Shape;71;p14">
              <a:extLst>
                <a:ext uri="{FF2B5EF4-FFF2-40B4-BE49-F238E27FC236}">
                  <a16:creationId xmlns:a16="http://schemas.microsoft.com/office/drawing/2014/main" id="{F81397C8-B509-5672-B67A-10822E0AF9D2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72;p14">
              <a:extLst>
                <a:ext uri="{FF2B5EF4-FFF2-40B4-BE49-F238E27FC236}">
                  <a16:creationId xmlns:a16="http://schemas.microsoft.com/office/drawing/2014/main" id="{53D44BFD-20AF-E7DD-A7A8-055EF07836C6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0x02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8" name="Google Shape;129;p15">
            <a:extLst>
              <a:ext uri="{FF2B5EF4-FFF2-40B4-BE49-F238E27FC236}">
                <a16:creationId xmlns:a16="http://schemas.microsoft.com/office/drawing/2014/main" id="{5C6E7AEE-ADC8-D8D4-B761-9A29E6ECAA0C}"/>
              </a:ext>
            </a:extLst>
          </p:cNvPr>
          <p:cNvCxnSpPr>
            <a:cxnSpLocks/>
            <a:stCxn id="29" idx="1"/>
            <a:endCxn id="27" idx="3"/>
          </p:cNvCxnSpPr>
          <p:nvPr/>
        </p:nvCxnSpPr>
        <p:spPr>
          <a:xfrm flipH="1">
            <a:off x="2658521" y="3485213"/>
            <a:ext cx="3555931" cy="43105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5BAF5F8-AB42-7236-EA70-39D7022C9A5D}"/>
              </a:ext>
            </a:extLst>
          </p:cNvPr>
          <p:cNvSpPr txBox="1"/>
          <p:nvPr/>
        </p:nvSpPr>
        <p:spPr>
          <a:xfrm>
            <a:off x="5533452" y="2506168"/>
            <a:ext cx="406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45 Traverse(</a:t>
            </a:r>
            <a:r>
              <a:rPr lang="en-US" altLang="ko-KR" dirty="0" err="1"/>
              <a:t>pNode</a:t>
            </a:r>
            <a:r>
              <a:rPr lang="en-US" altLang="ko-KR" dirty="0"/>
              <a:t>-&gt;</a:t>
            </a:r>
            <a:r>
              <a:rPr lang="en-US" altLang="ko-KR" dirty="0" err="1"/>
              <a:t>pLeft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8" name="Google Shape;70;p14">
            <a:extLst>
              <a:ext uri="{FF2B5EF4-FFF2-40B4-BE49-F238E27FC236}">
                <a16:creationId xmlns:a16="http://schemas.microsoft.com/office/drawing/2014/main" id="{E43FD703-7D77-649E-1218-D602B4AF205A}"/>
              </a:ext>
            </a:extLst>
          </p:cNvPr>
          <p:cNvGrpSpPr/>
          <p:nvPr/>
        </p:nvGrpSpPr>
        <p:grpSpPr>
          <a:xfrm>
            <a:off x="6464704" y="4283864"/>
            <a:ext cx="1071600" cy="745600"/>
            <a:chOff x="725125" y="742575"/>
            <a:chExt cx="803700" cy="559200"/>
          </a:xfrm>
        </p:grpSpPr>
        <p:sp>
          <p:nvSpPr>
            <p:cNvPr id="12" name="Google Shape;71;p14">
              <a:extLst>
                <a:ext uri="{FF2B5EF4-FFF2-40B4-BE49-F238E27FC236}">
                  <a16:creationId xmlns:a16="http://schemas.microsoft.com/office/drawing/2014/main" id="{5C6FDE98-D3D7-59D4-F415-D30F7DB1D044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72;p14">
              <a:extLst>
                <a:ext uri="{FF2B5EF4-FFF2-40B4-BE49-F238E27FC236}">
                  <a16:creationId xmlns:a16="http://schemas.microsoft.com/office/drawing/2014/main" id="{514C064A-1827-BC99-3693-8579EF2D040C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9" name="Google Shape;129;p15">
            <a:extLst>
              <a:ext uri="{FF2B5EF4-FFF2-40B4-BE49-F238E27FC236}">
                <a16:creationId xmlns:a16="http://schemas.microsoft.com/office/drawing/2014/main" id="{1A670DBC-4798-B7F2-55F5-0390D6BB51DD}"/>
              </a:ext>
            </a:extLst>
          </p:cNvPr>
          <p:cNvCxnSpPr>
            <a:cxnSpLocks/>
            <a:stCxn id="14" idx="1"/>
            <a:endCxn id="66" idx="3"/>
          </p:cNvCxnSpPr>
          <p:nvPr/>
        </p:nvCxnSpPr>
        <p:spPr>
          <a:xfrm flipH="1">
            <a:off x="3452593" y="4843064"/>
            <a:ext cx="3012111" cy="656668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5630A66-DCFD-EF5B-7AC4-0202CDA031DB}"/>
              </a:ext>
            </a:extLst>
          </p:cNvPr>
          <p:cNvSpPr txBox="1"/>
          <p:nvPr/>
        </p:nvSpPr>
        <p:spPr>
          <a:xfrm>
            <a:off x="5981702" y="3914128"/>
            <a:ext cx="406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47 Traverse(</a:t>
            </a:r>
            <a:r>
              <a:rPr lang="en-US" altLang="ko-KR" dirty="0" err="1"/>
              <a:t>pNode</a:t>
            </a:r>
            <a:r>
              <a:rPr lang="en-US" altLang="ko-KR" dirty="0"/>
              <a:t>-&gt;</a:t>
            </a:r>
            <a:r>
              <a:rPr lang="en-US" altLang="ko-KR" dirty="0" err="1"/>
              <a:t>pRight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622ED98-998A-02E8-449C-834AC745D17D}"/>
              </a:ext>
            </a:extLst>
          </p:cNvPr>
          <p:cNvSpPr txBox="1"/>
          <p:nvPr/>
        </p:nvSpPr>
        <p:spPr>
          <a:xfrm>
            <a:off x="9736100" y="1159847"/>
            <a:ext cx="10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48 40</a:t>
            </a:r>
          </a:p>
        </p:txBody>
      </p:sp>
      <p:cxnSp>
        <p:nvCxnSpPr>
          <p:cNvPr id="30" name="Google Shape;324;p23">
            <a:extLst>
              <a:ext uri="{FF2B5EF4-FFF2-40B4-BE49-F238E27FC236}">
                <a16:creationId xmlns:a16="http://schemas.microsoft.com/office/drawing/2014/main" id="{3AAB56C6-3E26-A89D-AFFD-C078A4BC8249}"/>
              </a:ext>
            </a:extLst>
          </p:cNvPr>
          <p:cNvCxnSpPr>
            <a:cxnSpLocks/>
            <a:stCxn id="19" idx="3"/>
            <a:endCxn id="12" idx="2"/>
          </p:cNvCxnSpPr>
          <p:nvPr/>
        </p:nvCxnSpPr>
        <p:spPr>
          <a:xfrm flipV="1">
            <a:off x="2658521" y="4656664"/>
            <a:ext cx="4341983" cy="38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7875698E-0298-E4B2-FD27-9C9A06EB3D83}"/>
              </a:ext>
            </a:extLst>
          </p:cNvPr>
          <p:cNvSpPr txBox="1"/>
          <p:nvPr/>
        </p:nvSpPr>
        <p:spPr>
          <a:xfrm>
            <a:off x="6206660" y="5130400"/>
            <a:ext cx="406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45 Traverse(</a:t>
            </a:r>
            <a:r>
              <a:rPr lang="en-US" altLang="ko-KR" dirty="0" err="1"/>
              <a:t>pNode</a:t>
            </a:r>
            <a:r>
              <a:rPr lang="en-US" altLang="ko-KR" dirty="0"/>
              <a:t>-&gt;</a:t>
            </a:r>
            <a:r>
              <a:rPr lang="en-US" altLang="ko-KR" dirty="0" err="1"/>
              <a:t>pLeft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59" name="Google Shape;70;p14">
            <a:extLst>
              <a:ext uri="{FF2B5EF4-FFF2-40B4-BE49-F238E27FC236}">
                <a16:creationId xmlns:a16="http://schemas.microsoft.com/office/drawing/2014/main" id="{BD886DFD-FEAD-0D91-C091-981E874F481A}"/>
              </a:ext>
            </a:extLst>
          </p:cNvPr>
          <p:cNvGrpSpPr/>
          <p:nvPr/>
        </p:nvGrpSpPr>
        <p:grpSpPr>
          <a:xfrm>
            <a:off x="6714584" y="5599033"/>
            <a:ext cx="1071600" cy="745600"/>
            <a:chOff x="725125" y="742575"/>
            <a:chExt cx="803700" cy="559200"/>
          </a:xfrm>
        </p:grpSpPr>
        <p:sp>
          <p:nvSpPr>
            <p:cNvPr id="60" name="Google Shape;71;p14">
              <a:extLst>
                <a:ext uri="{FF2B5EF4-FFF2-40B4-BE49-F238E27FC236}">
                  <a16:creationId xmlns:a16="http://schemas.microsoft.com/office/drawing/2014/main" id="{F3026DE9-9EB3-4086-2321-5CD2F741E97F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72;p14">
              <a:extLst>
                <a:ext uri="{FF2B5EF4-FFF2-40B4-BE49-F238E27FC236}">
                  <a16:creationId xmlns:a16="http://schemas.microsoft.com/office/drawing/2014/main" id="{E72B9B4A-7FB3-F103-5324-66AD6CA3FB28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8" name="Google Shape;324;p23">
            <a:extLst>
              <a:ext uri="{FF2B5EF4-FFF2-40B4-BE49-F238E27FC236}">
                <a16:creationId xmlns:a16="http://schemas.microsoft.com/office/drawing/2014/main" id="{8AC8394F-F3BE-24AA-290C-E1B5E3F69A29}"/>
              </a:ext>
            </a:extLst>
          </p:cNvPr>
          <p:cNvCxnSpPr>
            <a:cxnSpLocks/>
            <a:stCxn id="62" idx="1"/>
            <a:endCxn id="65" idx="0"/>
          </p:cNvCxnSpPr>
          <p:nvPr/>
        </p:nvCxnSpPr>
        <p:spPr>
          <a:xfrm flipV="1">
            <a:off x="2897538" y="5971833"/>
            <a:ext cx="4352846" cy="26868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3964F5FD-1032-C5FA-7E8E-546150C31526}"/>
              </a:ext>
            </a:extLst>
          </p:cNvPr>
          <p:cNvSpPr txBox="1"/>
          <p:nvPr/>
        </p:nvSpPr>
        <p:spPr>
          <a:xfrm>
            <a:off x="7841320" y="5944137"/>
            <a:ext cx="2374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43 if (!</a:t>
            </a:r>
            <a:r>
              <a:rPr lang="en-US" altLang="ko-KR" dirty="0" err="1"/>
              <a:t>pNode</a:t>
            </a:r>
            <a:r>
              <a:rPr lang="en-US" altLang="ko-KR" dirty="0"/>
              <a:t>) return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705708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52C6B-0C91-2676-B7FA-5112F68B0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Google Shape;324;p23">
            <a:extLst>
              <a:ext uri="{FF2B5EF4-FFF2-40B4-BE49-F238E27FC236}">
                <a16:creationId xmlns:a16="http://schemas.microsoft.com/office/drawing/2014/main" id="{6CC749BF-0267-0EA1-4594-12ACF61F8C77}"/>
              </a:ext>
            </a:extLst>
          </p:cNvPr>
          <p:cNvCxnSpPr>
            <a:cxnSpLocks/>
          </p:cNvCxnSpPr>
          <p:nvPr/>
        </p:nvCxnSpPr>
        <p:spPr>
          <a:xfrm>
            <a:off x="6849760" y="544531"/>
            <a:ext cx="176084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13" name="Google Shape;129;p15">
            <a:extLst>
              <a:ext uri="{FF2B5EF4-FFF2-40B4-BE49-F238E27FC236}">
                <a16:creationId xmlns:a16="http://schemas.microsoft.com/office/drawing/2014/main" id="{0675D1AB-E0A3-C574-E037-5758730D1D44}"/>
              </a:ext>
            </a:extLst>
          </p:cNvPr>
          <p:cNvCxnSpPr>
            <a:cxnSpLocks/>
          </p:cNvCxnSpPr>
          <p:nvPr/>
        </p:nvCxnSpPr>
        <p:spPr>
          <a:xfrm>
            <a:off x="9046860" y="544531"/>
            <a:ext cx="176084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5DF636A3-7EE7-C068-703A-77CD59DCCF84}"/>
              </a:ext>
            </a:extLst>
          </p:cNvPr>
          <p:cNvGrpSpPr/>
          <p:nvPr/>
        </p:nvGrpSpPr>
        <p:grpSpPr>
          <a:xfrm>
            <a:off x="2454148" y="2310600"/>
            <a:ext cx="1071603" cy="1118400"/>
            <a:chOff x="2576366" y="4663498"/>
            <a:chExt cx="1071603" cy="1118400"/>
          </a:xfrm>
        </p:grpSpPr>
        <p:grpSp>
          <p:nvGrpSpPr>
            <p:cNvPr id="38" name="Google Shape;65;p14">
              <a:extLst>
                <a:ext uri="{FF2B5EF4-FFF2-40B4-BE49-F238E27FC236}">
                  <a16:creationId xmlns:a16="http://schemas.microsoft.com/office/drawing/2014/main" id="{743C0D4F-A7BF-0BE3-A294-D5A351D5DDE6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39" name="Google Shape;66;p14">
                <a:extLst>
                  <a:ext uri="{FF2B5EF4-FFF2-40B4-BE49-F238E27FC236}">
                    <a16:creationId xmlns:a16="http://schemas.microsoft.com/office/drawing/2014/main" id="{B092D3B1-C083-395D-5B0B-3482BFE05087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41" name="Google Shape;67;p14">
                  <a:extLst>
                    <a:ext uri="{FF2B5EF4-FFF2-40B4-BE49-F238E27FC236}">
                      <a16:creationId xmlns:a16="http://schemas.microsoft.com/office/drawing/2014/main" id="{4D1656BA-4803-3D40-47C4-BAC5D70101F5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0x01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" name="Google Shape;68;p14">
                  <a:extLst>
                    <a:ext uri="{FF2B5EF4-FFF2-40B4-BE49-F238E27FC236}">
                      <a16:creationId xmlns:a16="http://schemas.microsoft.com/office/drawing/2014/main" id="{D0868391-0DC3-800F-4A8F-DB500D5BE3BF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" name="Google Shape;69;p14">
                <a:extLst>
                  <a:ext uri="{FF2B5EF4-FFF2-40B4-BE49-F238E27FC236}">
                    <a16:creationId xmlns:a16="http://schemas.microsoft.com/office/drawing/2014/main" id="{5BD4BE34-822F-7678-5282-736A932F9F76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latin typeface="Arial"/>
                    <a:ea typeface="Arial"/>
                    <a:cs typeface="Arial"/>
                    <a:sym typeface="Arial"/>
                  </a:rPr>
                  <a:t>0x02</a:t>
                </a:r>
                <a:endParaRPr sz="10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4" name="Google Shape;81;p14">
              <a:extLst>
                <a:ext uri="{FF2B5EF4-FFF2-40B4-BE49-F238E27FC236}">
                  <a16:creationId xmlns:a16="http://schemas.microsoft.com/office/drawing/2014/main" id="{3D6CC5D4-4D85-19FD-26E2-6A06AD99ED2D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0x03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92CC15DA-5A46-22A4-DC88-9E270B902AC8}"/>
              </a:ext>
            </a:extLst>
          </p:cNvPr>
          <p:cNvGrpSpPr/>
          <p:nvPr/>
        </p:nvGrpSpPr>
        <p:grpSpPr>
          <a:xfrm>
            <a:off x="1586921" y="3729866"/>
            <a:ext cx="1071603" cy="1118400"/>
            <a:chOff x="2576366" y="4663498"/>
            <a:chExt cx="1071603" cy="1118400"/>
          </a:xfrm>
        </p:grpSpPr>
        <p:grpSp>
          <p:nvGrpSpPr>
            <p:cNvPr id="18" name="Google Shape;65;p14">
              <a:extLst>
                <a:ext uri="{FF2B5EF4-FFF2-40B4-BE49-F238E27FC236}">
                  <a16:creationId xmlns:a16="http://schemas.microsoft.com/office/drawing/2014/main" id="{219A7611-665F-E968-9F5E-E769BF7D6A76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24" name="Google Shape;66;p14">
                <a:extLst>
                  <a:ext uri="{FF2B5EF4-FFF2-40B4-BE49-F238E27FC236}">
                    <a16:creationId xmlns:a16="http://schemas.microsoft.com/office/drawing/2014/main" id="{94D915E0-5B54-C4C1-3B2A-68CB900C5695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27" name="Google Shape;67;p14">
                  <a:extLst>
                    <a:ext uri="{FF2B5EF4-FFF2-40B4-BE49-F238E27FC236}">
                      <a16:creationId xmlns:a16="http://schemas.microsoft.com/office/drawing/2014/main" id="{81475039-1948-8AB4-EC15-22D7167C40F1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0x02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" name="Google Shape;68;p14">
                  <a:extLst>
                    <a:ext uri="{FF2B5EF4-FFF2-40B4-BE49-F238E27FC236}">
                      <a16:creationId xmlns:a16="http://schemas.microsoft.com/office/drawing/2014/main" id="{5BCA562E-B76A-2F5D-976E-BF6E5F32B464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20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6" name="Google Shape;69;p14">
                <a:extLst>
                  <a:ext uri="{FF2B5EF4-FFF2-40B4-BE49-F238E27FC236}">
                    <a16:creationId xmlns:a16="http://schemas.microsoft.com/office/drawing/2014/main" id="{B2E20782-BB72-63AC-9625-7A62CC2770E0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latin typeface="Arial"/>
                    <a:ea typeface="Arial"/>
                    <a:cs typeface="Arial"/>
                    <a:sym typeface="Arial"/>
                  </a:rPr>
                  <a:t>0x04</a:t>
                </a:r>
                <a:endParaRPr sz="10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" name="Google Shape;81;p14">
              <a:extLst>
                <a:ext uri="{FF2B5EF4-FFF2-40B4-BE49-F238E27FC236}">
                  <a16:creationId xmlns:a16="http://schemas.microsoft.com/office/drawing/2014/main" id="{FF3EAFF4-7B8B-AA0E-A899-42E26B63C14C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latin typeface="Arial"/>
                  <a:ea typeface="Arial"/>
                  <a:cs typeface="Arial"/>
                  <a:sym typeface="Arial"/>
                </a:rPr>
                <a:t>0x05</a:t>
              </a:r>
              <a:endParaRPr sz="10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43877801-7599-1DBA-BD7E-D7F611F6066B}"/>
              </a:ext>
            </a:extLst>
          </p:cNvPr>
          <p:cNvSpPr txBox="1"/>
          <p:nvPr/>
        </p:nvSpPr>
        <p:spPr>
          <a:xfrm>
            <a:off x="266700" y="451668"/>
            <a:ext cx="406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트리 순회하기</a:t>
            </a:r>
          </a:p>
        </p:txBody>
      </p:sp>
      <p:cxnSp>
        <p:nvCxnSpPr>
          <p:cNvPr id="5" name="Google Shape;129;p15">
            <a:extLst>
              <a:ext uri="{FF2B5EF4-FFF2-40B4-BE49-F238E27FC236}">
                <a16:creationId xmlns:a16="http://schemas.microsoft.com/office/drawing/2014/main" id="{23D7D6B8-894A-4450-16DC-60258B53AA37}"/>
              </a:ext>
            </a:extLst>
          </p:cNvPr>
          <p:cNvCxnSpPr>
            <a:cxnSpLocks/>
            <a:stCxn id="40" idx="2"/>
            <a:endCxn id="27" idx="0"/>
          </p:cNvCxnSpPr>
          <p:nvPr/>
        </p:nvCxnSpPr>
        <p:spPr>
          <a:xfrm flipH="1">
            <a:off x="2122721" y="3429000"/>
            <a:ext cx="589703" cy="30086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F02EBEE2-6BAB-0533-2373-473A918C4382}"/>
              </a:ext>
            </a:extLst>
          </p:cNvPr>
          <p:cNvGrpSpPr/>
          <p:nvPr/>
        </p:nvGrpSpPr>
        <p:grpSpPr>
          <a:xfrm>
            <a:off x="3259097" y="3724664"/>
            <a:ext cx="1071603" cy="1118400"/>
            <a:chOff x="2576366" y="4663498"/>
            <a:chExt cx="1071603" cy="1118400"/>
          </a:xfrm>
        </p:grpSpPr>
        <p:grpSp>
          <p:nvGrpSpPr>
            <p:cNvPr id="34" name="Google Shape;65;p14">
              <a:extLst>
                <a:ext uri="{FF2B5EF4-FFF2-40B4-BE49-F238E27FC236}">
                  <a16:creationId xmlns:a16="http://schemas.microsoft.com/office/drawing/2014/main" id="{19FA03BE-9395-3AF1-4B9E-1A4EEF64ECDE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37" name="Google Shape;66;p14">
                <a:extLst>
                  <a:ext uri="{FF2B5EF4-FFF2-40B4-BE49-F238E27FC236}">
                    <a16:creationId xmlns:a16="http://schemas.microsoft.com/office/drawing/2014/main" id="{7E1A0A02-05C2-A98E-96AB-71D686A5FFBE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45" name="Google Shape;67;p14">
                  <a:extLst>
                    <a:ext uri="{FF2B5EF4-FFF2-40B4-BE49-F238E27FC236}">
                      <a16:creationId xmlns:a16="http://schemas.microsoft.com/office/drawing/2014/main" id="{2EF221D8-F5AE-9310-E653-36AC7067C0E5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0x03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" name="Google Shape;68;p14">
                  <a:extLst>
                    <a:ext uri="{FF2B5EF4-FFF2-40B4-BE49-F238E27FC236}">
                      <a16:creationId xmlns:a16="http://schemas.microsoft.com/office/drawing/2014/main" id="{B73EEA41-0D22-6264-4CE5-8511CECE5442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30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3" name="Google Shape;69;p14">
                <a:extLst>
                  <a:ext uri="{FF2B5EF4-FFF2-40B4-BE49-F238E27FC236}">
                    <a16:creationId xmlns:a16="http://schemas.microsoft.com/office/drawing/2014/main" id="{E74A954B-01F8-FC29-2A83-09B24DACA466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5" name="Google Shape;81;p14">
              <a:extLst>
                <a:ext uri="{FF2B5EF4-FFF2-40B4-BE49-F238E27FC236}">
                  <a16:creationId xmlns:a16="http://schemas.microsoft.com/office/drawing/2014/main" id="{C456C3CC-B57C-57C3-88B9-8431E046A942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" name="Google Shape;129;p15">
            <a:extLst>
              <a:ext uri="{FF2B5EF4-FFF2-40B4-BE49-F238E27FC236}">
                <a16:creationId xmlns:a16="http://schemas.microsoft.com/office/drawing/2014/main" id="{B1C7F330-A9C9-3C34-4319-59099C5B517E}"/>
              </a:ext>
            </a:extLst>
          </p:cNvPr>
          <p:cNvCxnSpPr>
            <a:cxnSpLocks/>
            <a:stCxn id="44" idx="2"/>
            <a:endCxn id="45" idx="0"/>
          </p:cNvCxnSpPr>
          <p:nvPr/>
        </p:nvCxnSpPr>
        <p:spPr>
          <a:xfrm>
            <a:off x="3248221" y="3423798"/>
            <a:ext cx="546676" cy="30086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8C757A29-07D4-5A31-2D7A-3664C300081E}"/>
              </a:ext>
            </a:extLst>
          </p:cNvPr>
          <p:cNvGrpSpPr/>
          <p:nvPr/>
        </p:nvGrpSpPr>
        <p:grpSpPr>
          <a:xfrm>
            <a:off x="820346" y="5313332"/>
            <a:ext cx="1071603" cy="1118400"/>
            <a:chOff x="2576366" y="4663498"/>
            <a:chExt cx="1071603" cy="1118400"/>
          </a:xfrm>
        </p:grpSpPr>
        <p:grpSp>
          <p:nvGrpSpPr>
            <p:cNvPr id="25" name="Google Shape;65;p14">
              <a:extLst>
                <a:ext uri="{FF2B5EF4-FFF2-40B4-BE49-F238E27FC236}">
                  <a16:creationId xmlns:a16="http://schemas.microsoft.com/office/drawing/2014/main" id="{C4CFA7FF-A61E-C94F-40E5-4B7574EBEFF3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53" name="Google Shape;66;p14">
                <a:extLst>
                  <a:ext uri="{FF2B5EF4-FFF2-40B4-BE49-F238E27FC236}">
                    <a16:creationId xmlns:a16="http://schemas.microsoft.com/office/drawing/2014/main" id="{244BB29F-96B9-2C20-B4ED-FE0D0F36FF1B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55" name="Google Shape;67;p14">
                  <a:extLst>
                    <a:ext uri="{FF2B5EF4-FFF2-40B4-BE49-F238E27FC236}">
                      <a16:creationId xmlns:a16="http://schemas.microsoft.com/office/drawing/2014/main" id="{64FD4B2B-9871-ECEA-EC42-724F24DAE49F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0x04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" name="Google Shape;68;p14">
                  <a:extLst>
                    <a:ext uri="{FF2B5EF4-FFF2-40B4-BE49-F238E27FC236}">
                      <a16:creationId xmlns:a16="http://schemas.microsoft.com/office/drawing/2014/main" id="{700B275C-0296-2EA0-130D-B0FD7E078326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latin typeface="Arial"/>
                      <a:ea typeface="Arial"/>
                      <a:cs typeface="Arial"/>
                      <a:sym typeface="Arial"/>
                    </a:rPr>
                    <a:t>40</a:t>
                  </a:r>
                  <a:endParaRPr sz="1867" dirty="0"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54" name="Google Shape;69;p14">
                <a:extLst>
                  <a:ext uri="{FF2B5EF4-FFF2-40B4-BE49-F238E27FC236}">
                    <a16:creationId xmlns:a16="http://schemas.microsoft.com/office/drawing/2014/main" id="{6E6FCFF0-BA45-F4DE-0011-57F756B6DE89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2" name="Google Shape;81;p14">
              <a:extLst>
                <a:ext uri="{FF2B5EF4-FFF2-40B4-BE49-F238E27FC236}">
                  <a16:creationId xmlns:a16="http://schemas.microsoft.com/office/drawing/2014/main" id="{CA72DA6E-918F-BDDA-BDF7-8FD7F8775747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1" name="Google Shape;129;p15">
            <a:extLst>
              <a:ext uri="{FF2B5EF4-FFF2-40B4-BE49-F238E27FC236}">
                <a16:creationId xmlns:a16="http://schemas.microsoft.com/office/drawing/2014/main" id="{FB0E3564-147F-0AF4-C3C1-109F7C58A831}"/>
              </a:ext>
            </a:extLst>
          </p:cNvPr>
          <p:cNvCxnSpPr>
            <a:cxnSpLocks/>
            <a:stCxn id="26" idx="2"/>
            <a:endCxn id="55" idx="0"/>
          </p:cNvCxnSpPr>
          <p:nvPr/>
        </p:nvCxnSpPr>
        <p:spPr>
          <a:xfrm flipH="1">
            <a:off x="1356146" y="4848266"/>
            <a:ext cx="489051" cy="46506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" name="그룹 2">
            <a:extLst>
              <a:ext uri="{FF2B5EF4-FFF2-40B4-BE49-F238E27FC236}">
                <a16:creationId xmlns:a16="http://schemas.microsoft.com/office/drawing/2014/main" id="{312DCBE0-F55F-131B-DDDB-258971DADAA0}"/>
              </a:ext>
            </a:extLst>
          </p:cNvPr>
          <p:cNvGrpSpPr/>
          <p:nvPr/>
        </p:nvGrpSpPr>
        <p:grpSpPr>
          <a:xfrm>
            <a:off x="2380993" y="5313332"/>
            <a:ext cx="1071603" cy="1118400"/>
            <a:chOff x="2576366" y="4663498"/>
            <a:chExt cx="1071603" cy="1118400"/>
          </a:xfrm>
        </p:grpSpPr>
        <p:grpSp>
          <p:nvGrpSpPr>
            <p:cNvPr id="4" name="Google Shape;65;p14">
              <a:extLst>
                <a:ext uri="{FF2B5EF4-FFF2-40B4-BE49-F238E27FC236}">
                  <a16:creationId xmlns:a16="http://schemas.microsoft.com/office/drawing/2014/main" id="{9B22AC10-EE0F-2DAA-264C-27CA5E18CAF9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63" name="Google Shape;66;p14">
                <a:extLst>
                  <a:ext uri="{FF2B5EF4-FFF2-40B4-BE49-F238E27FC236}">
                    <a16:creationId xmlns:a16="http://schemas.microsoft.com/office/drawing/2014/main" id="{9D31EDA9-6ACD-78A5-334C-4F712196FC00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66" name="Google Shape;67;p14">
                  <a:extLst>
                    <a:ext uri="{FF2B5EF4-FFF2-40B4-BE49-F238E27FC236}">
                      <a16:creationId xmlns:a16="http://schemas.microsoft.com/office/drawing/2014/main" id="{67DDBB96-636D-8C13-A3FF-79E6160D05CF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0x05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7" name="Google Shape;68;p14">
                  <a:extLst>
                    <a:ext uri="{FF2B5EF4-FFF2-40B4-BE49-F238E27FC236}">
                      <a16:creationId xmlns:a16="http://schemas.microsoft.com/office/drawing/2014/main" id="{A715ED61-9D2F-5D33-93F2-6F06B701DFF4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50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4" name="Google Shape;69;p14">
                <a:extLst>
                  <a:ext uri="{FF2B5EF4-FFF2-40B4-BE49-F238E27FC236}">
                    <a16:creationId xmlns:a16="http://schemas.microsoft.com/office/drawing/2014/main" id="{12D5F709-C64D-346E-BC26-973425707C10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2" name="Google Shape;81;p14">
              <a:extLst>
                <a:ext uri="{FF2B5EF4-FFF2-40B4-BE49-F238E27FC236}">
                  <a16:creationId xmlns:a16="http://schemas.microsoft.com/office/drawing/2014/main" id="{5EC4B1AE-4C84-123A-A656-2B80C970DDC7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75" name="Google Shape;129;p15">
            <a:extLst>
              <a:ext uri="{FF2B5EF4-FFF2-40B4-BE49-F238E27FC236}">
                <a16:creationId xmlns:a16="http://schemas.microsoft.com/office/drawing/2014/main" id="{CBC6D6F1-C112-AA99-0727-795F52448F7E}"/>
              </a:ext>
            </a:extLst>
          </p:cNvPr>
          <p:cNvCxnSpPr>
            <a:cxnSpLocks/>
            <a:stCxn id="19" idx="2"/>
            <a:endCxn id="66" idx="0"/>
          </p:cNvCxnSpPr>
          <p:nvPr/>
        </p:nvCxnSpPr>
        <p:spPr>
          <a:xfrm>
            <a:off x="2380994" y="4843064"/>
            <a:ext cx="535799" cy="470268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77" name="Google Shape;62;p14">
            <a:extLst>
              <a:ext uri="{FF2B5EF4-FFF2-40B4-BE49-F238E27FC236}">
                <a16:creationId xmlns:a16="http://schemas.microsoft.com/office/drawing/2014/main" id="{57845149-16E5-1D60-5BFF-874CF9E1B455}"/>
              </a:ext>
            </a:extLst>
          </p:cNvPr>
          <p:cNvGrpSpPr/>
          <p:nvPr/>
        </p:nvGrpSpPr>
        <p:grpSpPr>
          <a:xfrm>
            <a:off x="753033" y="1219200"/>
            <a:ext cx="1071600" cy="745600"/>
            <a:chOff x="725125" y="742575"/>
            <a:chExt cx="803700" cy="559200"/>
          </a:xfrm>
        </p:grpSpPr>
        <p:sp>
          <p:nvSpPr>
            <p:cNvPr id="78" name="Google Shape;63;p14">
              <a:extLst>
                <a:ext uri="{FF2B5EF4-FFF2-40B4-BE49-F238E27FC236}">
                  <a16:creationId xmlns:a16="http://schemas.microsoft.com/office/drawing/2014/main" id="{0C06E68F-3228-648D-9292-FF3314AF48DE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pSeed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64;p14">
              <a:extLst>
                <a:ext uri="{FF2B5EF4-FFF2-40B4-BE49-F238E27FC236}">
                  <a16:creationId xmlns:a16="http://schemas.microsoft.com/office/drawing/2014/main" id="{6FC3DC59-1DF9-0589-9B7B-93D5FFDE3DAD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0" name="Google Shape;129;p15">
            <a:extLst>
              <a:ext uri="{FF2B5EF4-FFF2-40B4-BE49-F238E27FC236}">
                <a16:creationId xmlns:a16="http://schemas.microsoft.com/office/drawing/2014/main" id="{361B4240-4DE0-6AAD-A086-1158D053F0C6}"/>
              </a:ext>
            </a:extLst>
          </p:cNvPr>
          <p:cNvCxnSpPr>
            <a:cxnSpLocks/>
            <a:stCxn id="79" idx="3"/>
            <a:endCxn id="41" idx="1"/>
          </p:cNvCxnSpPr>
          <p:nvPr/>
        </p:nvCxnSpPr>
        <p:spPr>
          <a:xfrm>
            <a:off x="1824633" y="1778400"/>
            <a:ext cx="629515" cy="7186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2" name="Google Shape;70;p14">
            <a:extLst>
              <a:ext uri="{FF2B5EF4-FFF2-40B4-BE49-F238E27FC236}">
                <a16:creationId xmlns:a16="http://schemas.microsoft.com/office/drawing/2014/main" id="{0A016EC3-7F1A-61B4-9C31-06D7607C5BBC}"/>
              </a:ext>
            </a:extLst>
          </p:cNvPr>
          <p:cNvGrpSpPr/>
          <p:nvPr/>
        </p:nvGrpSpPr>
        <p:grpSpPr>
          <a:xfrm>
            <a:off x="5888712" y="1565000"/>
            <a:ext cx="1071600" cy="745600"/>
            <a:chOff x="725125" y="742575"/>
            <a:chExt cx="803700" cy="559200"/>
          </a:xfrm>
        </p:grpSpPr>
        <p:sp>
          <p:nvSpPr>
            <p:cNvPr id="36" name="Google Shape;71;p14">
              <a:extLst>
                <a:ext uri="{FF2B5EF4-FFF2-40B4-BE49-F238E27FC236}">
                  <a16:creationId xmlns:a16="http://schemas.microsoft.com/office/drawing/2014/main" id="{EE19F983-9222-345A-CE54-CBD0C9A6EEC8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72;p14">
              <a:extLst>
                <a:ext uri="{FF2B5EF4-FFF2-40B4-BE49-F238E27FC236}">
                  <a16:creationId xmlns:a16="http://schemas.microsoft.com/office/drawing/2014/main" id="{4C3CE16E-CDC9-C693-AB77-62B787F90002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7" name="Google Shape;129;p15">
            <a:extLst>
              <a:ext uri="{FF2B5EF4-FFF2-40B4-BE49-F238E27FC236}">
                <a16:creationId xmlns:a16="http://schemas.microsoft.com/office/drawing/2014/main" id="{4937F0FF-DC69-1F4F-089C-CB5A58C6BC0A}"/>
              </a:ext>
            </a:extLst>
          </p:cNvPr>
          <p:cNvCxnSpPr>
            <a:cxnSpLocks/>
            <a:stCxn id="47" idx="1"/>
            <a:endCxn id="41" idx="3"/>
          </p:cNvCxnSpPr>
          <p:nvPr/>
        </p:nvCxnSpPr>
        <p:spPr>
          <a:xfrm flipH="1">
            <a:off x="3525748" y="2124200"/>
            <a:ext cx="2362964" cy="3728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7ACF5B6-3C5F-86A4-CB2F-F1D47A0FB975}"/>
              </a:ext>
            </a:extLst>
          </p:cNvPr>
          <p:cNvSpPr txBox="1"/>
          <p:nvPr/>
        </p:nvSpPr>
        <p:spPr>
          <a:xfrm>
            <a:off x="5254052" y="1120245"/>
            <a:ext cx="406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53 Traverse(</a:t>
            </a:r>
            <a:r>
              <a:rPr lang="en-US" altLang="ko-KR" dirty="0" err="1"/>
              <a:t>pSeed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21" name="Google Shape;70;p14">
            <a:extLst>
              <a:ext uri="{FF2B5EF4-FFF2-40B4-BE49-F238E27FC236}">
                <a16:creationId xmlns:a16="http://schemas.microsoft.com/office/drawing/2014/main" id="{0824C87A-66B0-4D9A-058C-F88ADDBDB0F0}"/>
              </a:ext>
            </a:extLst>
          </p:cNvPr>
          <p:cNvGrpSpPr/>
          <p:nvPr/>
        </p:nvGrpSpPr>
        <p:grpSpPr>
          <a:xfrm>
            <a:off x="6214452" y="2926013"/>
            <a:ext cx="1071600" cy="745600"/>
            <a:chOff x="725125" y="742575"/>
            <a:chExt cx="803700" cy="559200"/>
          </a:xfrm>
        </p:grpSpPr>
        <p:sp>
          <p:nvSpPr>
            <p:cNvPr id="23" name="Google Shape;71;p14">
              <a:extLst>
                <a:ext uri="{FF2B5EF4-FFF2-40B4-BE49-F238E27FC236}">
                  <a16:creationId xmlns:a16="http://schemas.microsoft.com/office/drawing/2014/main" id="{4390D802-59D0-DE12-BF9C-FC0B9CFF823A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72;p14">
              <a:extLst>
                <a:ext uri="{FF2B5EF4-FFF2-40B4-BE49-F238E27FC236}">
                  <a16:creationId xmlns:a16="http://schemas.microsoft.com/office/drawing/2014/main" id="{8C7AD766-3CE5-1AB2-2BB8-F2B10B0B84EA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0x02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8" name="Google Shape;129;p15">
            <a:extLst>
              <a:ext uri="{FF2B5EF4-FFF2-40B4-BE49-F238E27FC236}">
                <a16:creationId xmlns:a16="http://schemas.microsoft.com/office/drawing/2014/main" id="{0A2CBF7A-C03B-E6D7-6BF9-9DC93368134A}"/>
              </a:ext>
            </a:extLst>
          </p:cNvPr>
          <p:cNvCxnSpPr>
            <a:cxnSpLocks/>
            <a:stCxn id="29" idx="1"/>
            <a:endCxn id="27" idx="3"/>
          </p:cNvCxnSpPr>
          <p:nvPr/>
        </p:nvCxnSpPr>
        <p:spPr>
          <a:xfrm flipH="1">
            <a:off x="2658521" y="3485213"/>
            <a:ext cx="3555931" cy="43105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2B31627-0707-0AB6-50B2-F8FED3F2606E}"/>
              </a:ext>
            </a:extLst>
          </p:cNvPr>
          <p:cNvSpPr txBox="1"/>
          <p:nvPr/>
        </p:nvSpPr>
        <p:spPr>
          <a:xfrm>
            <a:off x="5533452" y="2506168"/>
            <a:ext cx="406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45 Traverse(</a:t>
            </a:r>
            <a:r>
              <a:rPr lang="en-US" altLang="ko-KR" dirty="0" err="1"/>
              <a:t>pNode</a:t>
            </a:r>
            <a:r>
              <a:rPr lang="en-US" altLang="ko-KR" dirty="0"/>
              <a:t>-&gt;</a:t>
            </a:r>
            <a:r>
              <a:rPr lang="en-US" altLang="ko-KR" dirty="0" err="1"/>
              <a:t>pLeft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8" name="Google Shape;70;p14">
            <a:extLst>
              <a:ext uri="{FF2B5EF4-FFF2-40B4-BE49-F238E27FC236}">
                <a16:creationId xmlns:a16="http://schemas.microsoft.com/office/drawing/2014/main" id="{714166C6-81FC-92B5-A957-02E6E69EE55B}"/>
              </a:ext>
            </a:extLst>
          </p:cNvPr>
          <p:cNvGrpSpPr/>
          <p:nvPr/>
        </p:nvGrpSpPr>
        <p:grpSpPr>
          <a:xfrm>
            <a:off x="6464704" y="4283864"/>
            <a:ext cx="1071600" cy="745600"/>
            <a:chOff x="725125" y="742575"/>
            <a:chExt cx="803700" cy="559200"/>
          </a:xfrm>
        </p:grpSpPr>
        <p:sp>
          <p:nvSpPr>
            <p:cNvPr id="12" name="Google Shape;71;p14">
              <a:extLst>
                <a:ext uri="{FF2B5EF4-FFF2-40B4-BE49-F238E27FC236}">
                  <a16:creationId xmlns:a16="http://schemas.microsoft.com/office/drawing/2014/main" id="{CCA370BE-5866-51C4-65DF-3E80546E5E0C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72;p14">
              <a:extLst>
                <a:ext uri="{FF2B5EF4-FFF2-40B4-BE49-F238E27FC236}">
                  <a16:creationId xmlns:a16="http://schemas.microsoft.com/office/drawing/2014/main" id="{41CDB2F1-D747-D08C-850E-23EEB03C6E60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9" name="Google Shape;129;p15">
            <a:extLst>
              <a:ext uri="{FF2B5EF4-FFF2-40B4-BE49-F238E27FC236}">
                <a16:creationId xmlns:a16="http://schemas.microsoft.com/office/drawing/2014/main" id="{1D6F02AA-3E3D-C868-9FBC-B4C38EC2A944}"/>
              </a:ext>
            </a:extLst>
          </p:cNvPr>
          <p:cNvCxnSpPr>
            <a:cxnSpLocks/>
            <a:stCxn id="14" idx="1"/>
            <a:endCxn id="66" idx="3"/>
          </p:cNvCxnSpPr>
          <p:nvPr/>
        </p:nvCxnSpPr>
        <p:spPr>
          <a:xfrm flipH="1">
            <a:off x="3452593" y="4843064"/>
            <a:ext cx="3012111" cy="656668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79687B2-3B0F-F7B3-F999-D17EBB9BA905}"/>
              </a:ext>
            </a:extLst>
          </p:cNvPr>
          <p:cNvSpPr txBox="1"/>
          <p:nvPr/>
        </p:nvSpPr>
        <p:spPr>
          <a:xfrm>
            <a:off x="5981702" y="3914128"/>
            <a:ext cx="406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47 Traverse(</a:t>
            </a:r>
            <a:r>
              <a:rPr lang="en-US" altLang="ko-KR" dirty="0" err="1"/>
              <a:t>pNode</a:t>
            </a:r>
            <a:r>
              <a:rPr lang="en-US" altLang="ko-KR" dirty="0"/>
              <a:t>-&gt;</a:t>
            </a:r>
            <a:r>
              <a:rPr lang="en-US" altLang="ko-KR" dirty="0" err="1"/>
              <a:t>pRight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61C22CD-7617-B2EF-D8D7-FE3CCDA3911B}"/>
              </a:ext>
            </a:extLst>
          </p:cNvPr>
          <p:cNvSpPr txBox="1"/>
          <p:nvPr/>
        </p:nvSpPr>
        <p:spPr>
          <a:xfrm>
            <a:off x="9736100" y="1159847"/>
            <a:ext cx="10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48 40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5935B9E-D822-0447-74D7-8846FE60CEE0}"/>
              </a:ext>
            </a:extLst>
          </p:cNvPr>
          <p:cNvSpPr txBox="1"/>
          <p:nvPr/>
        </p:nvSpPr>
        <p:spPr>
          <a:xfrm>
            <a:off x="6206660" y="5130400"/>
            <a:ext cx="406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47 Traverse(</a:t>
            </a:r>
            <a:r>
              <a:rPr lang="en-US" altLang="ko-KR" dirty="0" err="1"/>
              <a:t>pNode</a:t>
            </a:r>
            <a:r>
              <a:rPr lang="en-US" altLang="ko-KR" dirty="0"/>
              <a:t>-&gt;</a:t>
            </a:r>
            <a:r>
              <a:rPr lang="en-US" altLang="ko-KR" dirty="0" err="1"/>
              <a:t>pRight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59" name="Google Shape;70;p14">
            <a:extLst>
              <a:ext uri="{FF2B5EF4-FFF2-40B4-BE49-F238E27FC236}">
                <a16:creationId xmlns:a16="http://schemas.microsoft.com/office/drawing/2014/main" id="{764747A8-8FAE-42E0-CA6F-F94D0B963662}"/>
              </a:ext>
            </a:extLst>
          </p:cNvPr>
          <p:cNvGrpSpPr/>
          <p:nvPr/>
        </p:nvGrpSpPr>
        <p:grpSpPr>
          <a:xfrm>
            <a:off x="6714584" y="5599033"/>
            <a:ext cx="1071600" cy="745600"/>
            <a:chOff x="725125" y="742575"/>
            <a:chExt cx="803700" cy="559200"/>
          </a:xfrm>
        </p:grpSpPr>
        <p:sp>
          <p:nvSpPr>
            <p:cNvPr id="60" name="Google Shape;71;p14">
              <a:extLst>
                <a:ext uri="{FF2B5EF4-FFF2-40B4-BE49-F238E27FC236}">
                  <a16:creationId xmlns:a16="http://schemas.microsoft.com/office/drawing/2014/main" id="{94FC107A-44C4-3F01-4DEC-49A72EA1C68E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72;p14">
              <a:extLst>
                <a:ext uri="{FF2B5EF4-FFF2-40B4-BE49-F238E27FC236}">
                  <a16:creationId xmlns:a16="http://schemas.microsoft.com/office/drawing/2014/main" id="{92FDFBAC-5059-E994-4458-8FE6D4EE73AB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8" name="Google Shape;324;p23">
            <a:extLst>
              <a:ext uri="{FF2B5EF4-FFF2-40B4-BE49-F238E27FC236}">
                <a16:creationId xmlns:a16="http://schemas.microsoft.com/office/drawing/2014/main" id="{C46DF137-FEB9-94E8-6D6B-EBE08D7455F3}"/>
              </a:ext>
            </a:extLst>
          </p:cNvPr>
          <p:cNvCxnSpPr>
            <a:cxnSpLocks/>
            <a:stCxn id="62" idx="3"/>
            <a:endCxn id="65" idx="0"/>
          </p:cNvCxnSpPr>
          <p:nvPr/>
        </p:nvCxnSpPr>
        <p:spPr>
          <a:xfrm flipV="1">
            <a:off x="3452593" y="5971833"/>
            <a:ext cx="3797791" cy="26868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D8452775-28B9-F8C7-2AE3-11858981E23A}"/>
              </a:ext>
            </a:extLst>
          </p:cNvPr>
          <p:cNvSpPr txBox="1"/>
          <p:nvPr/>
        </p:nvSpPr>
        <p:spPr>
          <a:xfrm>
            <a:off x="7841320" y="5944137"/>
            <a:ext cx="2374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43 if (!</a:t>
            </a:r>
            <a:r>
              <a:rPr lang="en-US" altLang="ko-KR" dirty="0" err="1"/>
              <a:t>pNode</a:t>
            </a:r>
            <a:r>
              <a:rPr lang="en-US" altLang="ko-KR" dirty="0"/>
              <a:t>) return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505443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F4696-FF44-A9C4-B1F7-9903CB5FE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Google Shape;324;p23">
            <a:extLst>
              <a:ext uri="{FF2B5EF4-FFF2-40B4-BE49-F238E27FC236}">
                <a16:creationId xmlns:a16="http://schemas.microsoft.com/office/drawing/2014/main" id="{7B78B1F0-8A8F-E175-31B0-05CA3E68EECA}"/>
              </a:ext>
            </a:extLst>
          </p:cNvPr>
          <p:cNvCxnSpPr>
            <a:cxnSpLocks/>
          </p:cNvCxnSpPr>
          <p:nvPr/>
        </p:nvCxnSpPr>
        <p:spPr>
          <a:xfrm>
            <a:off x="6849760" y="544531"/>
            <a:ext cx="176084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13" name="Google Shape;129;p15">
            <a:extLst>
              <a:ext uri="{FF2B5EF4-FFF2-40B4-BE49-F238E27FC236}">
                <a16:creationId xmlns:a16="http://schemas.microsoft.com/office/drawing/2014/main" id="{D9523667-4EB4-754B-C83F-2D10C8ED7D2B}"/>
              </a:ext>
            </a:extLst>
          </p:cNvPr>
          <p:cNvCxnSpPr>
            <a:cxnSpLocks/>
          </p:cNvCxnSpPr>
          <p:nvPr/>
        </p:nvCxnSpPr>
        <p:spPr>
          <a:xfrm>
            <a:off x="9046860" y="544531"/>
            <a:ext cx="176084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8CE76D62-3569-BE5C-7EE8-C25167214A94}"/>
              </a:ext>
            </a:extLst>
          </p:cNvPr>
          <p:cNvGrpSpPr/>
          <p:nvPr/>
        </p:nvGrpSpPr>
        <p:grpSpPr>
          <a:xfrm>
            <a:off x="2454148" y="2310600"/>
            <a:ext cx="1071603" cy="1118400"/>
            <a:chOff x="2576366" y="4663498"/>
            <a:chExt cx="1071603" cy="1118400"/>
          </a:xfrm>
        </p:grpSpPr>
        <p:grpSp>
          <p:nvGrpSpPr>
            <p:cNvPr id="38" name="Google Shape;65;p14">
              <a:extLst>
                <a:ext uri="{FF2B5EF4-FFF2-40B4-BE49-F238E27FC236}">
                  <a16:creationId xmlns:a16="http://schemas.microsoft.com/office/drawing/2014/main" id="{95D672F3-B71A-572F-702A-A5AF77E9EEE9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39" name="Google Shape;66;p14">
                <a:extLst>
                  <a:ext uri="{FF2B5EF4-FFF2-40B4-BE49-F238E27FC236}">
                    <a16:creationId xmlns:a16="http://schemas.microsoft.com/office/drawing/2014/main" id="{D2BD86BE-35C1-2B90-4986-E203521B3B07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41" name="Google Shape;67;p14">
                  <a:extLst>
                    <a:ext uri="{FF2B5EF4-FFF2-40B4-BE49-F238E27FC236}">
                      <a16:creationId xmlns:a16="http://schemas.microsoft.com/office/drawing/2014/main" id="{B289100D-6DAE-C7EA-53ED-E216B6F6EA6A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0x01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" name="Google Shape;68;p14">
                  <a:extLst>
                    <a:ext uri="{FF2B5EF4-FFF2-40B4-BE49-F238E27FC236}">
                      <a16:creationId xmlns:a16="http://schemas.microsoft.com/office/drawing/2014/main" id="{58DB8539-72FD-47F5-B080-B5304670391D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" name="Google Shape;69;p14">
                <a:extLst>
                  <a:ext uri="{FF2B5EF4-FFF2-40B4-BE49-F238E27FC236}">
                    <a16:creationId xmlns:a16="http://schemas.microsoft.com/office/drawing/2014/main" id="{A88FE133-5CEB-F29F-334F-1FF4ACF562A9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latin typeface="Arial"/>
                    <a:ea typeface="Arial"/>
                    <a:cs typeface="Arial"/>
                    <a:sym typeface="Arial"/>
                  </a:rPr>
                  <a:t>0x02</a:t>
                </a:r>
                <a:endParaRPr sz="10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4" name="Google Shape;81;p14">
              <a:extLst>
                <a:ext uri="{FF2B5EF4-FFF2-40B4-BE49-F238E27FC236}">
                  <a16:creationId xmlns:a16="http://schemas.microsoft.com/office/drawing/2014/main" id="{DCDB87D8-6483-9DF1-A9D2-46C7052D4899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0x03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3E26CEDD-9BAA-E223-77BF-E8AF5F73AAE6}"/>
              </a:ext>
            </a:extLst>
          </p:cNvPr>
          <p:cNvGrpSpPr/>
          <p:nvPr/>
        </p:nvGrpSpPr>
        <p:grpSpPr>
          <a:xfrm>
            <a:off x="1586921" y="3729866"/>
            <a:ext cx="1071603" cy="1118400"/>
            <a:chOff x="2576366" y="4663498"/>
            <a:chExt cx="1071603" cy="1118400"/>
          </a:xfrm>
        </p:grpSpPr>
        <p:grpSp>
          <p:nvGrpSpPr>
            <p:cNvPr id="18" name="Google Shape;65;p14">
              <a:extLst>
                <a:ext uri="{FF2B5EF4-FFF2-40B4-BE49-F238E27FC236}">
                  <a16:creationId xmlns:a16="http://schemas.microsoft.com/office/drawing/2014/main" id="{1384B8EE-D5AF-5571-F2D1-7B06863E5BDE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24" name="Google Shape;66;p14">
                <a:extLst>
                  <a:ext uri="{FF2B5EF4-FFF2-40B4-BE49-F238E27FC236}">
                    <a16:creationId xmlns:a16="http://schemas.microsoft.com/office/drawing/2014/main" id="{D8020F4E-BB75-52C7-5C96-A0FE72AF7BBF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27" name="Google Shape;67;p14">
                  <a:extLst>
                    <a:ext uri="{FF2B5EF4-FFF2-40B4-BE49-F238E27FC236}">
                      <a16:creationId xmlns:a16="http://schemas.microsoft.com/office/drawing/2014/main" id="{B89EDB1A-01A5-56DF-50F8-067B03D8B412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0x02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" name="Google Shape;68;p14">
                  <a:extLst>
                    <a:ext uri="{FF2B5EF4-FFF2-40B4-BE49-F238E27FC236}">
                      <a16:creationId xmlns:a16="http://schemas.microsoft.com/office/drawing/2014/main" id="{59121E39-C595-C9A5-8913-BC2EC441FB77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latin typeface="Arial"/>
                      <a:ea typeface="Arial"/>
                      <a:cs typeface="Arial"/>
                      <a:sym typeface="Arial"/>
                    </a:rPr>
                    <a:t>20</a:t>
                  </a:r>
                  <a:endParaRPr sz="1867" dirty="0"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6" name="Google Shape;69;p14">
                <a:extLst>
                  <a:ext uri="{FF2B5EF4-FFF2-40B4-BE49-F238E27FC236}">
                    <a16:creationId xmlns:a16="http://schemas.microsoft.com/office/drawing/2014/main" id="{A634F832-8457-10BD-DA2C-6624CFB698E4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latin typeface="Arial"/>
                    <a:ea typeface="Arial"/>
                    <a:cs typeface="Arial"/>
                    <a:sym typeface="Arial"/>
                  </a:rPr>
                  <a:t>0x04</a:t>
                </a:r>
                <a:endParaRPr sz="10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" name="Google Shape;81;p14">
              <a:extLst>
                <a:ext uri="{FF2B5EF4-FFF2-40B4-BE49-F238E27FC236}">
                  <a16:creationId xmlns:a16="http://schemas.microsoft.com/office/drawing/2014/main" id="{B5022586-D07B-26B3-C726-2E053A37DD14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latin typeface="Arial"/>
                  <a:ea typeface="Arial"/>
                  <a:cs typeface="Arial"/>
                  <a:sym typeface="Arial"/>
                </a:rPr>
                <a:t>0x05</a:t>
              </a:r>
              <a:endParaRPr sz="10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119E9E23-8035-79D0-99B5-9F8F1BA47538}"/>
              </a:ext>
            </a:extLst>
          </p:cNvPr>
          <p:cNvSpPr txBox="1"/>
          <p:nvPr/>
        </p:nvSpPr>
        <p:spPr>
          <a:xfrm>
            <a:off x="266700" y="451668"/>
            <a:ext cx="406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트리 순회하기</a:t>
            </a:r>
          </a:p>
        </p:txBody>
      </p:sp>
      <p:cxnSp>
        <p:nvCxnSpPr>
          <p:cNvPr id="5" name="Google Shape;129;p15">
            <a:extLst>
              <a:ext uri="{FF2B5EF4-FFF2-40B4-BE49-F238E27FC236}">
                <a16:creationId xmlns:a16="http://schemas.microsoft.com/office/drawing/2014/main" id="{B4F8CE45-BB29-3207-A9F6-7B883A4D0B65}"/>
              </a:ext>
            </a:extLst>
          </p:cNvPr>
          <p:cNvCxnSpPr>
            <a:cxnSpLocks/>
            <a:stCxn id="40" idx="2"/>
            <a:endCxn id="27" idx="0"/>
          </p:cNvCxnSpPr>
          <p:nvPr/>
        </p:nvCxnSpPr>
        <p:spPr>
          <a:xfrm flipH="1">
            <a:off x="2122721" y="3429000"/>
            <a:ext cx="589703" cy="30086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900B0EC0-996B-1271-5D99-E699982DEE19}"/>
              </a:ext>
            </a:extLst>
          </p:cNvPr>
          <p:cNvGrpSpPr/>
          <p:nvPr/>
        </p:nvGrpSpPr>
        <p:grpSpPr>
          <a:xfrm>
            <a:off x="3259097" y="3724664"/>
            <a:ext cx="1071603" cy="1118400"/>
            <a:chOff x="2576366" y="4663498"/>
            <a:chExt cx="1071603" cy="1118400"/>
          </a:xfrm>
        </p:grpSpPr>
        <p:grpSp>
          <p:nvGrpSpPr>
            <p:cNvPr id="34" name="Google Shape;65;p14">
              <a:extLst>
                <a:ext uri="{FF2B5EF4-FFF2-40B4-BE49-F238E27FC236}">
                  <a16:creationId xmlns:a16="http://schemas.microsoft.com/office/drawing/2014/main" id="{CB07579F-A1C3-FA77-BCFA-4ADC5FC2436C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37" name="Google Shape;66;p14">
                <a:extLst>
                  <a:ext uri="{FF2B5EF4-FFF2-40B4-BE49-F238E27FC236}">
                    <a16:creationId xmlns:a16="http://schemas.microsoft.com/office/drawing/2014/main" id="{6ADD63D2-FB50-D6C0-405C-68E7C7C48D96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45" name="Google Shape;67;p14">
                  <a:extLst>
                    <a:ext uri="{FF2B5EF4-FFF2-40B4-BE49-F238E27FC236}">
                      <a16:creationId xmlns:a16="http://schemas.microsoft.com/office/drawing/2014/main" id="{8C5281F2-4C80-AF90-407A-DB56132CA934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0x03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" name="Google Shape;68;p14">
                  <a:extLst>
                    <a:ext uri="{FF2B5EF4-FFF2-40B4-BE49-F238E27FC236}">
                      <a16:creationId xmlns:a16="http://schemas.microsoft.com/office/drawing/2014/main" id="{9D8D8A27-3646-A014-D8D9-773F2BD660F8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30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3" name="Google Shape;69;p14">
                <a:extLst>
                  <a:ext uri="{FF2B5EF4-FFF2-40B4-BE49-F238E27FC236}">
                    <a16:creationId xmlns:a16="http://schemas.microsoft.com/office/drawing/2014/main" id="{6DD7040E-E1C4-C35B-FF22-C3C85E3AD5DB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5" name="Google Shape;81;p14">
              <a:extLst>
                <a:ext uri="{FF2B5EF4-FFF2-40B4-BE49-F238E27FC236}">
                  <a16:creationId xmlns:a16="http://schemas.microsoft.com/office/drawing/2014/main" id="{0F1DCE64-0428-5ABD-44BE-988E8F1194BE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" name="Google Shape;129;p15">
            <a:extLst>
              <a:ext uri="{FF2B5EF4-FFF2-40B4-BE49-F238E27FC236}">
                <a16:creationId xmlns:a16="http://schemas.microsoft.com/office/drawing/2014/main" id="{EEB2FCEC-D166-F281-4758-E14B858EB10F}"/>
              </a:ext>
            </a:extLst>
          </p:cNvPr>
          <p:cNvCxnSpPr>
            <a:cxnSpLocks/>
            <a:stCxn id="44" idx="2"/>
            <a:endCxn id="45" idx="0"/>
          </p:cNvCxnSpPr>
          <p:nvPr/>
        </p:nvCxnSpPr>
        <p:spPr>
          <a:xfrm>
            <a:off x="3248221" y="3423798"/>
            <a:ext cx="546676" cy="30086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ECAAB2CE-BB0C-BB6A-0B0A-5F07CC7EEA48}"/>
              </a:ext>
            </a:extLst>
          </p:cNvPr>
          <p:cNvGrpSpPr/>
          <p:nvPr/>
        </p:nvGrpSpPr>
        <p:grpSpPr>
          <a:xfrm>
            <a:off x="820346" y="5313332"/>
            <a:ext cx="1071603" cy="1118400"/>
            <a:chOff x="2576366" y="4663498"/>
            <a:chExt cx="1071603" cy="1118400"/>
          </a:xfrm>
        </p:grpSpPr>
        <p:grpSp>
          <p:nvGrpSpPr>
            <p:cNvPr id="25" name="Google Shape;65;p14">
              <a:extLst>
                <a:ext uri="{FF2B5EF4-FFF2-40B4-BE49-F238E27FC236}">
                  <a16:creationId xmlns:a16="http://schemas.microsoft.com/office/drawing/2014/main" id="{9F8ABFD3-64A3-8E7D-13D9-2B9C71E154F2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53" name="Google Shape;66;p14">
                <a:extLst>
                  <a:ext uri="{FF2B5EF4-FFF2-40B4-BE49-F238E27FC236}">
                    <a16:creationId xmlns:a16="http://schemas.microsoft.com/office/drawing/2014/main" id="{F73A67E9-79D6-0CC5-6D6D-F97EE0563BEA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55" name="Google Shape;67;p14">
                  <a:extLst>
                    <a:ext uri="{FF2B5EF4-FFF2-40B4-BE49-F238E27FC236}">
                      <a16:creationId xmlns:a16="http://schemas.microsoft.com/office/drawing/2014/main" id="{F3D82F5B-37DC-216B-968E-38825ACA28BB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0x04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" name="Google Shape;68;p14">
                  <a:extLst>
                    <a:ext uri="{FF2B5EF4-FFF2-40B4-BE49-F238E27FC236}">
                      <a16:creationId xmlns:a16="http://schemas.microsoft.com/office/drawing/2014/main" id="{C0029A62-7110-44E1-E7B3-FD6DAC487FC4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latin typeface="Arial"/>
                      <a:ea typeface="Arial"/>
                      <a:cs typeface="Arial"/>
                      <a:sym typeface="Arial"/>
                    </a:rPr>
                    <a:t>40</a:t>
                  </a:r>
                  <a:endParaRPr sz="1867" dirty="0"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54" name="Google Shape;69;p14">
                <a:extLst>
                  <a:ext uri="{FF2B5EF4-FFF2-40B4-BE49-F238E27FC236}">
                    <a16:creationId xmlns:a16="http://schemas.microsoft.com/office/drawing/2014/main" id="{E30E2736-0662-5CB8-220E-7952D15277F4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2" name="Google Shape;81;p14">
              <a:extLst>
                <a:ext uri="{FF2B5EF4-FFF2-40B4-BE49-F238E27FC236}">
                  <a16:creationId xmlns:a16="http://schemas.microsoft.com/office/drawing/2014/main" id="{50E6D927-DCFC-AAF5-0413-86725A5DA6A3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1" name="Google Shape;129;p15">
            <a:extLst>
              <a:ext uri="{FF2B5EF4-FFF2-40B4-BE49-F238E27FC236}">
                <a16:creationId xmlns:a16="http://schemas.microsoft.com/office/drawing/2014/main" id="{CC49089B-21FE-3282-56F3-800DAD59B0E9}"/>
              </a:ext>
            </a:extLst>
          </p:cNvPr>
          <p:cNvCxnSpPr>
            <a:cxnSpLocks/>
            <a:stCxn id="26" idx="2"/>
            <a:endCxn id="55" idx="0"/>
          </p:cNvCxnSpPr>
          <p:nvPr/>
        </p:nvCxnSpPr>
        <p:spPr>
          <a:xfrm flipH="1">
            <a:off x="1356146" y="4848266"/>
            <a:ext cx="489051" cy="46506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" name="그룹 2">
            <a:extLst>
              <a:ext uri="{FF2B5EF4-FFF2-40B4-BE49-F238E27FC236}">
                <a16:creationId xmlns:a16="http://schemas.microsoft.com/office/drawing/2014/main" id="{EA5990E0-8DCE-4E35-21A1-CD1CBA20B07F}"/>
              </a:ext>
            </a:extLst>
          </p:cNvPr>
          <p:cNvGrpSpPr/>
          <p:nvPr/>
        </p:nvGrpSpPr>
        <p:grpSpPr>
          <a:xfrm>
            <a:off x="2380993" y="5313332"/>
            <a:ext cx="1071603" cy="1118400"/>
            <a:chOff x="2576366" y="4663498"/>
            <a:chExt cx="1071603" cy="1118400"/>
          </a:xfrm>
        </p:grpSpPr>
        <p:grpSp>
          <p:nvGrpSpPr>
            <p:cNvPr id="4" name="Google Shape;65;p14">
              <a:extLst>
                <a:ext uri="{FF2B5EF4-FFF2-40B4-BE49-F238E27FC236}">
                  <a16:creationId xmlns:a16="http://schemas.microsoft.com/office/drawing/2014/main" id="{9274D846-A2F9-5BE2-72A3-70C35B213364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63" name="Google Shape;66;p14">
                <a:extLst>
                  <a:ext uri="{FF2B5EF4-FFF2-40B4-BE49-F238E27FC236}">
                    <a16:creationId xmlns:a16="http://schemas.microsoft.com/office/drawing/2014/main" id="{CFEB612F-979A-7901-FB60-CA4620862B3F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66" name="Google Shape;67;p14">
                  <a:extLst>
                    <a:ext uri="{FF2B5EF4-FFF2-40B4-BE49-F238E27FC236}">
                      <a16:creationId xmlns:a16="http://schemas.microsoft.com/office/drawing/2014/main" id="{9F5F1A19-DC51-4FB1-A508-B82F56A16654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0x05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7" name="Google Shape;68;p14">
                  <a:extLst>
                    <a:ext uri="{FF2B5EF4-FFF2-40B4-BE49-F238E27FC236}">
                      <a16:creationId xmlns:a16="http://schemas.microsoft.com/office/drawing/2014/main" id="{A83F9418-6AEA-5352-449C-1E9F2B994807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FF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50</a:t>
                  </a:r>
                  <a:endParaRPr sz="1867" dirty="0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4" name="Google Shape;69;p14">
                <a:extLst>
                  <a:ext uri="{FF2B5EF4-FFF2-40B4-BE49-F238E27FC236}">
                    <a16:creationId xmlns:a16="http://schemas.microsoft.com/office/drawing/2014/main" id="{3CE6CFCC-4225-367F-5437-1AD81D4179DC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2" name="Google Shape;81;p14">
              <a:extLst>
                <a:ext uri="{FF2B5EF4-FFF2-40B4-BE49-F238E27FC236}">
                  <a16:creationId xmlns:a16="http://schemas.microsoft.com/office/drawing/2014/main" id="{0950A678-1BF3-F251-E7F1-72B6E37B771B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75" name="Google Shape;129;p15">
            <a:extLst>
              <a:ext uri="{FF2B5EF4-FFF2-40B4-BE49-F238E27FC236}">
                <a16:creationId xmlns:a16="http://schemas.microsoft.com/office/drawing/2014/main" id="{0018A255-6BEF-3DA2-CF21-D6031EEA8E9D}"/>
              </a:ext>
            </a:extLst>
          </p:cNvPr>
          <p:cNvCxnSpPr>
            <a:cxnSpLocks/>
            <a:stCxn id="19" idx="2"/>
            <a:endCxn id="66" idx="0"/>
          </p:cNvCxnSpPr>
          <p:nvPr/>
        </p:nvCxnSpPr>
        <p:spPr>
          <a:xfrm>
            <a:off x="2380994" y="4843064"/>
            <a:ext cx="535799" cy="470268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77" name="Google Shape;62;p14">
            <a:extLst>
              <a:ext uri="{FF2B5EF4-FFF2-40B4-BE49-F238E27FC236}">
                <a16:creationId xmlns:a16="http://schemas.microsoft.com/office/drawing/2014/main" id="{0A3D83D1-9CCC-F7EC-7F4A-0A0BC7AF0C50}"/>
              </a:ext>
            </a:extLst>
          </p:cNvPr>
          <p:cNvGrpSpPr/>
          <p:nvPr/>
        </p:nvGrpSpPr>
        <p:grpSpPr>
          <a:xfrm>
            <a:off x="753033" y="1219200"/>
            <a:ext cx="1071600" cy="745600"/>
            <a:chOff x="725125" y="742575"/>
            <a:chExt cx="803700" cy="559200"/>
          </a:xfrm>
        </p:grpSpPr>
        <p:sp>
          <p:nvSpPr>
            <p:cNvPr id="78" name="Google Shape;63;p14">
              <a:extLst>
                <a:ext uri="{FF2B5EF4-FFF2-40B4-BE49-F238E27FC236}">
                  <a16:creationId xmlns:a16="http://schemas.microsoft.com/office/drawing/2014/main" id="{30157E19-1001-15E6-4D2A-3C0FAAD1FB55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pSeed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64;p14">
              <a:extLst>
                <a:ext uri="{FF2B5EF4-FFF2-40B4-BE49-F238E27FC236}">
                  <a16:creationId xmlns:a16="http://schemas.microsoft.com/office/drawing/2014/main" id="{E4F01F7E-834F-0334-732D-F8E77BAD8F48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0" name="Google Shape;129;p15">
            <a:extLst>
              <a:ext uri="{FF2B5EF4-FFF2-40B4-BE49-F238E27FC236}">
                <a16:creationId xmlns:a16="http://schemas.microsoft.com/office/drawing/2014/main" id="{77014F4D-CB6F-4102-3A87-D2A9A2ECF2AA}"/>
              </a:ext>
            </a:extLst>
          </p:cNvPr>
          <p:cNvCxnSpPr>
            <a:cxnSpLocks/>
            <a:stCxn id="79" idx="3"/>
            <a:endCxn id="41" idx="1"/>
          </p:cNvCxnSpPr>
          <p:nvPr/>
        </p:nvCxnSpPr>
        <p:spPr>
          <a:xfrm>
            <a:off x="1824633" y="1778400"/>
            <a:ext cx="629515" cy="7186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2" name="Google Shape;70;p14">
            <a:extLst>
              <a:ext uri="{FF2B5EF4-FFF2-40B4-BE49-F238E27FC236}">
                <a16:creationId xmlns:a16="http://schemas.microsoft.com/office/drawing/2014/main" id="{6A62ED7F-87D3-CB51-3909-5A2ACAE5637A}"/>
              </a:ext>
            </a:extLst>
          </p:cNvPr>
          <p:cNvGrpSpPr/>
          <p:nvPr/>
        </p:nvGrpSpPr>
        <p:grpSpPr>
          <a:xfrm>
            <a:off x="5888712" y="1565000"/>
            <a:ext cx="1071600" cy="745600"/>
            <a:chOff x="725125" y="742575"/>
            <a:chExt cx="803700" cy="559200"/>
          </a:xfrm>
        </p:grpSpPr>
        <p:sp>
          <p:nvSpPr>
            <p:cNvPr id="36" name="Google Shape;71;p14">
              <a:extLst>
                <a:ext uri="{FF2B5EF4-FFF2-40B4-BE49-F238E27FC236}">
                  <a16:creationId xmlns:a16="http://schemas.microsoft.com/office/drawing/2014/main" id="{DEAA07C6-102F-F0D1-07BD-3D67F1543850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72;p14">
              <a:extLst>
                <a:ext uri="{FF2B5EF4-FFF2-40B4-BE49-F238E27FC236}">
                  <a16:creationId xmlns:a16="http://schemas.microsoft.com/office/drawing/2014/main" id="{7357255F-05E2-09DD-69B8-C9D95052770B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7" name="Google Shape;129;p15">
            <a:extLst>
              <a:ext uri="{FF2B5EF4-FFF2-40B4-BE49-F238E27FC236}">
                <a16:creationId xmlns:a16="http://schemas.microsoft.com/office/drawing/2014/main" id="{1E892104-BA27-F83C-3B01-8485EA8F2E52}"/>
              </a:ext>
            </a:extLst>
          </p:cNvPr>
          <p:cNvCxnSpPr>
            <a:cxnSpLocks/>
            <a:stCxn id="47" idx="1"/>
            <a:endCxn id="41" idx="3"/>
          </p:cNvCxnSpPr>
          <p:nvPr/>
        </p:nvCxnSpPr>
        <p:spPr>
          <a:xfrm flipH="1">
            <a:off x="3525748" y="2124200"/>
            <a:ext cx="2362964" cy="3728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B46D7D3-4532-1E7C-E9A6-A4B543B3B6DA}"/>
              </a:ext>
            </a:extLst>
          </p:cNvPr>
          <p:cNvSpPr txBox="1"/>
          <p:nvPr/>
        </p:nvSpPr>
        <p:spPr>
          <a:xfrm>
            <a:off x="5254052" y="1120245"/>
            <a:ext cx="406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53 Traverse(</a:t>
            </a:r>
            <a:r>
              <a:rPr lang="en-US" altLang="ko-KR" dirty="0" err="1"/>
              <a:t>pSeed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21" name="Google Shape;70;p14">
            <a:extLst>
              <a:ext uri="{FF2B5EF4-FFF2-40B4-BE49-F238E27FC236}">
                <a16:creationId xmlns:a16="http://schemas.microsoft.com/office/drawing/2014/main" id="{C8B99DB6-958F-9C6D-FE62-CF9308D2DFCD}"/>
              </a:ext>
            </a:extLst>
          </p:cNvPr>
          <p:cNvGrpSpPr/>
          <p:nvPr/>
        </p:nvGrpSpPr>
        <p:grpSpPr>
          <a:xfrm>
            <a:off x="6214452" y="2926013"/>
            <a:ext cx="1071600" cy="745600"/>
            <a:chOff x="725125" y="742575"/>
            <a:chExt cx="803700" cy="559200"/>
          </a:xfrm>
        </p:grpSpPr>
        <p:sp>
          <p:nvSpPr>
            <p:cNvPr id="23" name="Google Shape;71;p14">
              <a:extLst>
                <a:ext uri="{FF2B5EF4-FFF2-40B4-BE49-F238E27FC236}">
                  <a16:creationId xmlns:a16="http://schemas.microsoft.com/office/drawing/2014/main" id="{9E0F72FA-F69A-AD1A-EBB6-FA03A9DD06AB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72;p14">
              <a:extLst>
                <a:ext uri="{FF2B5EF4-FFF2-40B4-BE49-F238E27FC236}">
                  <a16:creationId xmlns:a16="http://schemas.microsoft.com/office/drawing/2014/main" id="{0AF1D055-874D-DBA7-A6CE-4D834E8A735B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0x02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8" name="Google Shape;129;p15">
            <a:extLst>
              <a:ext uri="{FF2B5EF4-FFF2-40B4-BE49-F238E27FC236}">
                <a16:creationId xmlns:a16="http://schemas.microsoft.com/office/drawing/2014/main" id="{F471BAFB-491B-C6BE-7838-C32C4D505E9F}"/>
              </a:ext>
            </a:extLst>
          </p:cNvPr>
          <p:cNvCxnSpPr>
            <a:cxnSpLocks/>
            <a:stCxn id="29" idx="1"/>
            <a:endCxn id="27" idx="3"/>
          </p:cNvCxnSpPr>
          <p:nvPr/>
        </p:nvCxnSpPr>
        <p:spPr>
          <a:xfrm flipH="1">
            <a:off x="2658521" y="3485213"/>
            <a:ext cx="3555931" cy="43105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FF8413F-3E0D-A144-6559-AE65F1EFDC11}"/>
              </a:ext>
            </a:extLst>
          </p:cNvPr>
          <p:cNvSpPr txBox="1"/>
          <p:nvPr/>
        </p:nvSpPr>
        <p:spPr>
          <a:xfrm>
            <a:off x="5533452" y="2506168"/>
            <a:ext cx="406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45 Traverse(</a:t>
            </a:r>
            <a:r>
              <a:rPr lang="en-US" altLang="ko-KR" dirty="0" err="1"/>
              <a:t>pNode</a:t>
            </a:r>
            <a:r>
              <a:rPr lang="en-US" altLang="ko-KR" dirty="0"/>
              <a:t>-&gt;</a:t>
            </a:r>
            <a:r>
              <a:rPr lang="en-US" altLang="ko-KR" dirty="0" err="1"/>
              <a:t>pLeft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EC67130-83C9-D1CB-594A-05F881B8E22D}"/>
              </a:ext>
            </a:extLst>
          </p:cNvPr>
          <p:cNvSpPr txBox="1"/>
          <p:nvPr/>
        </p:nvSpPr>
        <p:spPr>
          <a:xfrm>
            <a:off x="9736100" y="1159847"/>
            <a:ext cx="10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48 40</a:t>
            </a:r>
          </a:p>
          <a:p>
            <a:r>
              <a:rPr lang="en-US" altLang="ko-KR" dirty="0"/>
              <a:t>    50</a:t>
            </a:r>
          </a:p>
        </p:txBody>
      </p:sp>
      <p:grpSp>
        <p:nvGrpSpPr>
          <p:cNvPr id="2" name="Google Shape;70;p14">
            <a:extLst>
              <a:ext uri="{FF2B5EF4-FFF2-40B4-BE49-F238E27FC236}">
                <a16:creationId xmlns:a16="http://schemas.microsoft.com/office/drawing/2014/main" id="{99A14E17-A9FF-9EA1-1D45-72762845972B}"/>
              </a:ext>
            </a:extLst>
          </p:cNvPr>
          <p:cNvGrpSpPr/>
          <p:nvPr/>
        </p:nvGrpSpPr>
        <p:grpSpPr>
          <a:xfrm>
            <a:off x="6464704" y="4283864"/>
            <a:ext cx="1071600" cy="745600"/>
            <a:chOff x="725125" y="742575"/>
            <a:chExt cx="803700" cy="559200"/>
          </a:xfrm>
        </p:grpSpPr>
        <p:sp>
          <p:nvSpPr>
            <p:cNvPr id="31" name="Google Shape;71;p14">
              <a:extLst>
                <a:ext uri="{FF2B5EF4-FFF2-40B4-BE49-F238E27FC236}">
                  <a16:creationId xmlns:a16="http://schemas.microsoft.com/office/drawing/2014/main" id="{27C905BC-A8C5-AB1B-5ABA-AF6764706495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72;p14">
              <a:extLst>
                <a:ext uri="{FF2B5EF4-FFF2-40B4-BE49-F238E27FC236}">
                  <a16:creationId xmlns:a16="http://schemas.microsoft.com/office/drawing/2014/main" id="{D0926051-894B-0075-F829-1AE2EC874129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0x05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70" name="Google Shape;129;p15">
            <a:extLst>
              <a:ext uri="{FF2B5EF4-FFF2-40B4-BE49-F238E27FC236}">
                <a16:creationId xmlns:a16="http://schemas.microsoft.com/office/drawing/2014/main" id="{15DA33CA-3262-327B-C74A-0511C11E738B}"/>
              </a:ext>
            </a:extLst>
          </p:cNvPr>
          <p:cNvCxnSpPr>
            <a:cxnSpLocks/>
            <a:stCxn id="48" idx="1"/>
          </p:cNvCxnSpPr>
          <p:nvPr/>
        </p:nvCxnSpPr>
        <p:spPr>
          <a:xfrm flipH="1">
            <a:off x="3452593" y="4843064"/>
            <a:ext cx="3012111" cy="656668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3EA602C1-7A07-A1A9-8649-E78E9B69237F}"/>
              </a:ext>
            </a:extLst>
          </p:cNvPr>
          <p:cNvSpPr txBox="1"/>
          <p:nvPr/>
        </p:nvSpPr>
        <p:spPr>
          <a:xfrm>
            <a:off x="5981702" y="3914128"/>
            <a:ext cx="406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47 Traverse(</a:t>
            </a:r>
            <a:r>
              <a:rPr lang="en-US" altLang="ko-KR" dirty="0" err="1"/>
              <a:t>pNode</a:t>
            </a:r>
            <a:r>
              <a:rPr lang="en-US" altLang="ko-KR" dirty="0"/>
              <a:t>-&gt;</a:t>
            </a:r>
            <a:r>
              <a:rPr lang="en-US" altLang="ko-KR" dirty="0" err="1"/>
              <a:t>pRight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423442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9C8CF-849D-F26B-C163-092020208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Google Shape;324;p23">
            <a:extLst>
              <a:ext uri="{FF2B5EF4-FFF2-40B4-BE49-F238E27FC236}">
                <a16:creationId xmlns:a16="http://schemas.microsoft.com/office/drawing/2014/main" id="{51E51F9A-5FC0-F623-2F11-FD7A1CC058CB}"/>
              </a:ext>
            </a:extLst>
          </p:cNvPr>
          <p:cNvCxnSpPr>
            <a:cxnSpLocks/>
          </p:cNvCxnSpPr>
          <p:nvPr/>
        </p:nvCxnSpPr>
        <p:spPr>
          <a:xfrm>
            <a:off x="6849760" y="544531"/>
            <a:ext cx="176084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13" name="Google Shape;129;p15">
            <a:extLst>
              <a:ext uri="{FF2B5EF4-FFF2-40B4-BE49-F238E27FC236}">
                <a16:creationId xmlns:a16="http://schemas.microsoft.com/office/drawing/2014/main" id="{60C68D06-9BAE-051B-6392-3C03E6CE8B02}"/>
              </a:ext>
            </a:extLst>
          </p:cNvPr>
          <p:cNvCxnSpPr>
            <a:cxnSpLocks/>
          </p:cNvCxnSpPr>
          <p:nvPr/>
        </p:nvCxnSpPr>
        <p:spPr>
          <a:xfrm>
            <a:off x="9046860" y="544531"/>
            <a:ext cx="176084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30F3FAE0-671E-6075-004E-E60C72989791}"/>
              </a:ext>
            </a:extLst>
          </p:cNvPr>
          <p:cNvGrpSpPr/>
          <p:nvPr/>
        </p:nvGrpSpPr>
        <p:grpSpPr>
          <a:xfrm>
            <a:off x="2454148" y="2310600"/>
            <a:ext cx="1071603" cy="1118400"/>
            <a:chOff x="2576366" y="4663498"/>
            <a:chExt cx="1071603" cy="1118400"/>
          </a:xfrm>
        </p:grpSpPr>
        <p:grpSp>
          <p:nvGrpSpPr>
            <p:cNvPr id="38" name="Google Shape;65;p14">
              <a:extLst>
                <a:ext uri="{FF2B5EF4-FFF2-40B4-BE49-F238E27FC236}">
                  <a16:creationId xmlns:a16="http://schemas.microsoft.com/office/drawing/2014/main" id="{D8893D8E-C166-7A70-A6E8-C8B9842FF3DE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39" name="Google Shape;66;p14">
                <a:extLst>
                  <a:ext uri="{FF2B5EF4-FFF2-40B4-BE49-F238E27FC236}">
                    <a16:creationId xmlns:a16="http://schemas.microsoft.com/office/drawing/2014/main" id="{355AA151-A627-533F-1FF2-E3E248230654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41" name="Google Shape;67;p14">
                  <a:extLst>
                    <a:ext uri="{FF2B5EF4-FFF2-40B4-BE49-F238E27FC236}">
                      <a16:creationId xmlns:a16="http://schemas.microsoft.com/office/drawing/2014/main" id="{F0A805BE-185A-C19D-E710-BF35247C1001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0x01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" name="Google Shape;68;p14">
                  <a:extLst>
                    <a:ext uri="{FF2B5EF4-FFF2-40B4-BE49-F238E27FC236}">
                      <a16:creationId xmlns:a16="http://schemas.microsoft.com/office/drawing/2014/main" id="{4F0E77CF-7732-4B19-66EF-FDFF94EB1A8A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" name="Google Shape;69;p14">
                <a:extLst>
                  <a:ext uri="{FF2B5EF4-FFF2-40B4-BE49-F238E27FC236}">
                    <a16:creationId xmlns:a16="http://schemas.microsoft.com/office/drawing/2014/main" id="{CABF06A0-2579-253F-D71E-12055495ACCD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latin typeface="Arial"/>
                    <a:ea typeface="Arial"/>
                    <a:cs typeface="Arial"/>
                    <a:sym typeface="Arial"/>
                  </a:rPr>
                  <a:t>0x02</a:t>
                </a:r>
                <a:endParaRPr sz="10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4" name="Google Shape;81;p14">
              <a:extLst>
                <a:ext uri="{FF2B5EF4-FFF2-40B4-BE49-F238E27FC236}">
                  <a16:creationId xmlns:a16="http://schemas.microsoft.com/office/drawing/2014/main" id="{B2B25FC7-61C0-F451-B876-F53279B36784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0x03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73943E10-FC14-8797-696B-D9D1A0EAC430}"/>
              </a:ext>
            </a:extLst>
          </p:cNvPr>
          <p:cNvGrpSpPr/>
          <p:nvPr/>
        </p:nvGrpSpPr>
        <p:grpSpPr>
          <a:xfrm>
            <a:off x="1586921" y="3729866"/>
            <a:ext cx="1071603" cy="1118400"/>
            <a:chOff x="2576366" y="4663498"/>
            <a:chExt cx="1071603" cy="1118400"/>
          </a:xfrm>
        </p:grpSpPr>
        <p:grpSp>
          <p:nvGrpSpPr>
            <p:cNvPr id="18" name="Google Shape;65;p14">
              <a:extLst>
                <a:ext uri="{FF2B5EF4-FFF2-40B4-BE49-F238E27FC236}">
                  <a16:creationId xmlns:a16="http://schemas.microsoft.com/office/drawing/2014/main" id="{C04D8478-5ED2-6B1A-B09E-1D2153E2181B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24" name="Google Shape;66;p14">
                <a:extLst>
                  <a:ext uri="{FF2B5EF4-FFF2-40B4-BE49-F238E27FC236}">
                    <a16:creationId xmlns:a16="http://schemas.microsoft.com/office/drawing/2014/main" id="{6E36ED26-2570-4F50-DDDF-F2D1B6E70B94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27" name="Google Shape;67;p14">
                  <a:extLst>
                    <a:ext uri="{FF2B5EF4-FFF2-40B4-BE49-F238E27FC236}">
                      <a16:creationId xmlns:a16="http://schemas.microsoft.com/office/drawing/2014/main" id="{A045EDFB-7A32-F5DF-7E03-DFBD732518C9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0x02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" name="Google Shape;68;p14">
                  <a:extLst>
                    <a:ext uri="{FF2B5EF4-FFF2-40B4-BE49-F238E27FC236}">
                      <a16:creationId xmlns:a16="http://schemas.microsoft.com/office/drawing/2014/main" id="{45037970-23A7-C5F9-7868-4592C5EF867A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FF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20</a:t>
                  </a:r>
                  <a:endParaRPr sz="1867" dirty="0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6" name="Google Shape;69;p14">
                <a:extLst>
                  <a:ext uri="{FF2B5EF4-FFF2-40B4-BE49-F238E27FC236}">
                    <a16:creationId xmlns:a16="http://schemas.microsoft.com/office/drawing/2014/main" id="{FFAE68F5-5362-104D-4472-361BA450D2BA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latin typeface="Arial"/>
                    <a:ea typeface="Arial"/>
                    <a:cs typeface="Arial"/>
                    <a:sym typeface="Arial"/>
                  </a:rPr>
                  <a:t>0x04</a:t>
                </a:r>
                <a:endParaRPr sz="10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" name="Google Shape;81;p14">
              <a:extLst>
                <a:ext uri="{FF2B5EF4-FFF2-40B4-BE49-F238E27FC236}">
                  <a16:creationId xmlns:a16="http://schemas.microsoft.com/office/drawing/2014/main" id="{71252329-8BFA-B726-140D-93AE4880B76E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latin typeface="Arial"/>
                  <a:ea typeface="Arial"/>
                  <a:cs typeface="Arial"/>
                  <a:sym typeface="Arial"/>
                </a:rPr>
                <a:t>0x05</a:t>
              </a:r>
              <a:endParaRPr sz="10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17B26AC3-CE6D-D3A9-2AFE-E4D1DE00429E}"/>
              </a:ext>
            </a:extLst>
          </p:cNvPr>
          <p:cNvSpPr txBox="1"/>
          <p:nvPr/>
        </p:nvSpPr>
        <p:spPr>
          <a:xfrm>
            <a:off x="266700" y="451668"/>
            <a:ext cx="406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트리 순회하기</a:t>
            </a:r>
          </a:p>
        </p:txBody>
      </p:sp>
      <p:cxnSp>
        <p:nvCxnSpPr>
          <p:cNvPr id="5" name="Google Shape;129;p15">
            <a:extLst>
              <a:ext uri="{FF2B5EF4-FFF2-40B4-BE49-F238E27FC236}">
                <a16:creationId xmlns:a16="http://schemas.microsoft.com/office/drawing/2014/main" id="{FBCCF9DA-47F7-037B-0382-32B42209625C}"/>
              </a:ext>
            </a:extLst>
          </p:cNvPr>
          <p:cNvCxnSpPr>
            <a:cxnSpLocks/>
            <a:stCxn id="40" idx="2"/>
            <a:endCxn id="27" idx="0"/>
          </p:cNvCxnSpPr>
          <p:nvPr/>
        </p:nvCxnSpPr>
        <p:spPr>
          <a:xfrm flipH="1">
            <a:off x="2122721" y="3429000"/>
            <a:ext cx="589703" cy="30086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95F0F1A3-B2ED-8CCF-F253-A6754439C931}"/>
              </a:ext>
            </a:extLst>
          </p:cNvPr>
          <p:cNvGrpSpPr/>
          <p:nvPr/>
        </p:nvGrpSpPr>
        <p:grpSpPr>
          <a:xfrm>
            <a:off x="3259097" y="3724664"/>
            <a:ext cx="1071603" cy="1118400"/>
            <a:chOff x="2576366" y="4663498"/>
            <a:chExt cx="1071603" cy="1118400"/>
          </a:xfrm>
        </p:grpSpPr>
        <p:grpSp>
          <p:nvGrpSpPr>
            <p:cNvPr id="34" name="Google Shape;65;p14">
              <a:extLst>
                <a:ext uri="{FF2B5EF4-FFF2-40B4-BE49-F238E27FC236}">
                  <a16:creationId xmlns:a16="http://schemas.microsoft.com/office/drawing/2014/main" id="{2D176EC7-B65C-12D1-CDCE-3925A8FEDBC5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37" name="Google Shape;66;p14">
                <a:extLst>
                  <a:ext uri="{FF2B5EF4-FFF2-40B4-BE49-F238E27FC236}">
                    <a16:creationId xmlns:a16="http://schemas.microsoft.com/office/drawing/2014/main" id="{0304EBCB-4FAB-64F8-44F0-30BE6E55AEA3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45" name="Google Shape;67;p14">
                  <a:extLst>
                    <a:ext uri="{FF2B5EF4-FFF2-40B4-BE49-F238E27FC236}">
                      <a16:creationId xmlns:a16="http://schemas.microsoft.com/office/drawing/2014/main" id="{4B721F4C-F755-F7C4-60C0-BE0E01CBCFE1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0x03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" name="Google Shape;68;p14">
                  <a:extLst>
                    <a:ext uri="{FF2B5EF4-FFF2-40B4-BE49-F238E27FC236}">
                      <a16:creationId xmlns:a16="http://schemas.microsoft.com/office/drawing/2014/main" id="{17A1E785-B000-CEBB-1DA2-5813B7FB0B3A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30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3" name="Google Shape;69;p14">
                <a:extLst>
                  <a:ext uri="{FF2B5EF4-FFF2-40B4-BE49-F238E27FC236}">
                    <a16:creationId xmlns:a16="http://schemas.microsoft.com/office/drawing/2014/main" id="{57D68577-CCBF-5F6D-D178-FF0358E6EF37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5" name="Google Shape;81;p14">
              <a:extLst>
                <a:ext uri="{FF2B5EF4-FFF2-40B4-BE49-F238E27FC236}">
                  <a16:creationId xmlns:a16="http://schemas.microsoft.com/office/drawing/2014/main" id="{C7E51547-A27A-391B-99B2-C3227B33066E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" name="Google Shape;129;p15">
            <a:extLst>
              <a:ext uri="{FF2B5EF4-FFF2-40B4-BE49-F238E27FC236}">
                <a16:creationId xmlns:a16="http://schemas.microsoft.com/office/drawing/2014/main" id="{72F55A2D-2059-E644-6FD8-93EC9D5A5FB7}"/>
              </a:ext>
            </a:extLst>
          </p:cNvPr>
          <p:cNvCxnSpPr>
            <a:cxnSpLocks/>
            <a:stCxn id="44" idx="2"/>
            <a:endCxn id="45" idx="0"/>
          </p:cNvCxnSpPr>
          <p:nvPr/>
        </p:nvCxnSpPr>
        <p:spPr>
          <a:xfrm>
            <a:off x="3248221" y="3423798"/>
            <a:ext cx="546676" cy="30086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D62D07FF-5A66-9038-7986-166E7FF1CB40}"/>
              </a:ext>
            </a:extLst>
          </p:cNvPr>
          <p:cNvGrpSpPr/>
          <p:nvPr/>
        </p:nvGrpSpPr>
        <p:grpSpPr>
          <a:xfrm>
            <a:off x="820346" y="5313332"/>
            <a:ext cx="1071603" cy="1118400"/>
            <a:chOff x="2576366" y="4663498"/>
            <a:chExt cx="1071603" cy="1118400"/>
          </a:xfrm>
        </p:grpSpPr>
        <p:grpSp>
          <p:nvGrpSpPr>
            <p:cNvPr id="25" name="Google Shape;65;p14">
              <a:extLst>
                <a:ext uri="{FF2B5EF4-FFF2-40B4-BE49-F238E27FC236}">
                  <a16:creationId xmlns:a16="http://schemas.microsoft.com/office/drawing/2014/main" id="{B3DB4D65-683D-91B3-0197-0CC66D907113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53" name="Google Shape;66;p14">
                <a:extLst>
                  <a:ext uri="{FF2B5EF4-FFF2-40B4-BE49-F238E27FC236}">
                    <a16:creationId xmlns:a16="http://schemas.microsoft.com/office/drawing/2014/main" id="{013BC523-6144-C474-6F7C-3FE9CC2E81AC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55" name="Google Shape;67;p14">
                  <a:extLst>
                    <a:ext uri="{FF2B5EF4-FFF2-40B4-BE49-F238E27FC236}">
                      <a16:creationId xmlns:a16="http://schemas.microsoft.com/office/drawing/2014/main" id="{9BFE8A9F-95B5-658F-0366-874821CCD9FE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0x04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" name="Google Shape;68;p14">
                  <a:extLst>
                    <a:ext uri="{FF2B5EF4-FFF2-40B4-BE49-F238E27FC236}">
                      <a16:creationId xmlns:a16="http://schemas.microsoft.com/office/drawing/2014/main" id="{D0E431A7-825E-FA50-D55A-D028565C609C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latin typeface="Arial"/>
                      <a:ea typeface="Arial"/>
                      <a:cs typeface="Arial"/>
                      <a:sym typeface="Arial"/>
                    </a:rPr>
                    <a:t>40</a:t>
                  </a:r>
                  <a:endParaRPr sz="1867" dirty="0"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54" name="Google Shape;69;p14">
                <a:extLst>
                  <a:ext uri="{FF2B5EF4-FFF2-40B4-BE49-F238E27FC236}">
                    <a16:creationId xmlns:a16="http://schemas.microsoft.com/office/drawing/2014/main" id="{1A32B0ED-A5C0-E504-51AC-8650ACBF822B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2" name="Google Shape;81;p14">
              <a:extLst>
                <a:ext uri="{FF2B5EF4-FFF2-40B4-BE49-F238E27FC236}">
                  <a16:creationId xmlns:a16="http://schemas.microsoft.com/office/drawing/2014/main" id="{E39C90AF-776E-71EE-F246-B0827D007CC0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1" name="Google Shape;129;p15">
            <a:extLst>
              <a:ext uri="{FF2B5EF4-FFF2-40B4-BE49-F238E27FC236}">
                <a16:creationId xmlns:a16="http://schemas.microsoft.com/office/drawing/2014/main" id="{C86D2AF3-7AE9-4F3D-5905-536374C90539}"/>
              </a:ext>
            </a:extLst>
          </p:cNvPr>
          <p:cNvCxnSpPr>
            <a:cxnSpLocks/>
            <a:stCxn id="26" idx="2"/>
            <a:endCxn id="55" idx="0"/>
          </p:cNvCxnSpPr>
          <p:nvPr/>
        </p:nvCxnSpPr>
        <p:spPr>
          <a:xfrm flipH="1">
            <a:off x="1356146" y="4848266"/>
            <a:ext cx="489051" cy="46506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" name="그룹 2">
            <a:extLst>
              <a:ext uri="{FF2B5EF4-FFF2-40B4-BE49-F238E27FC236}">
                <a16:creationId xmlns:a16="http://schemas.microsoft.com/office/drawing/2014/main" id="{76256571-6C6B-2B13-E39F-51180D0E905B}"/>
              </a:ext>
            </a:extLst>
          </p:cNvPr>
          <p:cNvGrpSpPr/>
          <p:nvPr/>
        </p:nvGrpSpPr>
        <p:grpSpPr>
          <a:xfrm>
            <a:off x="2380993" y="5313332"/>
            <a:ext cx="1071603" cy="1118400"/>
            <a:chOff x="2576366" y="4663498"/>
            <a:chExt cx="1071603" cy="1118400"/>
          </a:xfrm>
        </p:grpSpPr>
        <p:grpSp>
          <p:nvGrpSpPr>
            <p:cNvPr id="4" name="Google Shape;65;p14">
              <a:extLst>
                <a:ext uri="{FF2B5EF4-FFF2-40B4-BE49-F238E27FC236}">
                  <a16:creationId xmlns:a16="http://schemas.microsoft.com/office/drawing/2014/main" id="{BB36AF71-4D2A-EEF3-94F0-C750F6B13CFB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63" name="Google Shape;66;p14">
                <a:extLst>
                  <a:ext uri="{FF2B5EF4-FFF2-40B4-BE49-F238E27FC236}">
                    <a16:creationId xmlns:a16="http://schemas.microsoft.com/office/drawing/2014/main" id="{6A4500F4-033F-38BF-0A56-6AC3CB1193EE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66" name="Google Shape;67;p14">
                  <a:extLst>
                    <a:ext uri="{FF2B5EF4-FFF2-40B4-BE49-F238E27FC236}">
                      <a16:creationId xmlns:a16="http://schemas.microsoft.com/office/drawing/2014/main" id="{75AA9993-3236-65C5-C7E6-1D39AA39160D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0x05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7" name="Google Shape;68;p14">
                  <a:extLst>
                    <a:ext uri="{FF2B5EF4-FFF2-40B4-BE49-F238E27FC236}">
                      <a16:creationId xmlns:a16="http://schemas.microsoft.com/office/drawing/2014/main" id="{EE550212-9DC7-97CE-8D2F-3C223A838EF4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latin typeface="Arial"/>
                      <a:ea typeface="Arial"/>
                      <a:cs typeface="Arial"/>
                      <a:sym typeface="Arial"/>
                    </a:rPr>
                    <a:t>50</a:t>
                  </a:r>
                  <a:endParaRPr sz="1867" dirty="0"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4" name="Google Shape;69;p14">
                <a:extLst>
                  <a:ext uri="{FF2B5EF4-FFF2-40B4-BE49-F238E27FC236}">
                    <a16:creationId xmlns:a16="http://schemas.microsoft.com/office/drawing/2014/main" id="{341A01F1-2BA6-6D5D-0D13-CF8109A336CA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2" name="Google Shape;81;p14">
              <a:extLst>
                <a:ext uri="{FF2B5EF4-FFF2-40B4-BE49-F238E27FC236}">
                  <a16:creationId xmlns:a16="http://schemas.microsoft.com/office/drawing/2014/main" id="{CB1AB100-4C5B-0931-C909-BA66390203E8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75" name="Google Shape;129;p15">
            <a:extLst>
              <a:ext uri="{FF2B5EF4-FFF2-40B4-BE49-F238E27FC236}">
                <a16:creationId xmlns:a16="http://schemas.microsoft.com/office/drawing/2014/main" id="{48563606-41E2-8E8E-43B6-FE7A8023F0F9}"/>
              </a:ext>
            </a:extLst>
          </p:cNvPr>
          <p:cNvCxnSpPr>
            <a:cxnSpLocks/>
            <a:stCxn id="19" idx="2"/>
            <a:endCxn id="66" idx="0"/>
          </p:cNvCxnSpPr>
          <p:nvPr/>
        </p:nvCxnSpPr>
        <p:spPr>
          <a:xfrm>
            <a:off x="2380994" y="4843064"/>
            <a:ext cx="535799" cy="470268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77" name="Google Shape;62;p14">
            <a:extLst>
              <a:ext uri="{FF2B5EF4-FFF2-40B4-BE49-F238E27FC236}">
                <a16:creationId xmlns:a16="http://schemas.microsoft.com/office/drawing/2014/main" id="{76C69197-8405-48C7-EB34-DC91E42C1E75}"/>
              </a:ext>
            </a:extLst>
          </p:cNvPr>
          <p:cNvGrpSpPr/>
          <p:nvPr/>
        </p:nvGrpSpPr>
        <p:grpSpPr>
          <a:xfrm>
            <a:off x="753033" y="1219200"/>
            <a:ext cx="1071600" cy="745600"/>
            <a:chOff x="725125" y="742575"/>
            <a:chExt cx="803700" cy="559200"/>
          </a:xfrm>
        </p:grpSpPr>
        <p:sp>
          <p:nvSpPr>
            <p:cNvPr id="78" name="Google Shape;63;p14">
              <a:extLst>
                <a:ext uri="{FF2B5EF4-FFF2-40B4-BE49-F238E27FC236}">
                  <a16:creationId xmlns:a16="http://schemas.microsoft.com/office/drawing/2014/main" id="{8CD273BC-2CC0-32B3-EBBA-94AA526F1DDA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pSeed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64;p14">
              <a:extLst>
                <a:ext uri="{FF2B5EF4-FFF2-40B4-BE49-F238E27FC236}">
                  <a16:creationId xmlns:a16="http://schemas.microsoft.com/office/drawing/2014/main" id="{432BD82B-D5A2-FDDA-DEC8-6E67CC713671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0" name="Google Shape;129;p15">
            <a:extLst>
              <a:ext uri="{FF2B5EF4-FFF2-40B4-BE49-F238E27FC236}">
                <a16:creationId xmlns:a16="http://schemas.microsoft.com/office/drawing/2014/main" id="{149E3B79-6E60-8D98-0685-A723C58D8E62}"/>
              </a:ext>
            </a:extLst>
          </p:cNvPr>
          <p:cNvCxnSpPr>
            <a:cxnSpLocks/>
            <a:stCxn id="79" idx="3"/>
            <a:endCxn id="41" idx="1"/>
          </p:cNvCxnSpPr>
          <p:nvPr/>
        </p:nvCxnSpPr>
        <p:spPr>
          <a:xfrm>
            <a:off x="1824633" y="1778400"/>
            <a:ext cx="629515" cy="7186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2" name="Google Shape;70;p14">
            <a:extLst>
              <a:ext uri="{FF2B5EF4-FFF2-40B4-BE49-F238E27FC236}">
                <a16:creationId xmlns:a16="http://schemas.microsoft.com/office/drawing/2014/main" id="{638E09AE-FFC4-7D25-A3A5-D5A8A34CAACC}"/>
              </a:ext>
            </a:extLst>
          </p:cNvPr>
          <p:cNvGrpSpPr/>
          <p:nvPr/>
        </p:nvGrpSpPr>
        <p:grpSpPr>
          <a:xfrm>
            <a:off x="5888712" y="1565000"/>
            <a:ext cx="1071600" cy="745600"/>
            <a:chOff x="725125" y="742575"/>
            <a:chExt cx="803700" cy="559200"/>
          </a:xfrm>
        </p:grpSpPr>
        <p:sp>
          <p:nvSpPr>
            <p:cNvPr id="36" name="Google Shape;71;p14">
              <a:extLst>
                <a:ext uri="{FF2B5EF4-FFF2-40B4-BE49-F238E27FC236}">
                  <a16:creationId xmlns:a16="http://schemas.microsoft.com/office/drawing/2014/main" id="{ECA1BC21-BCF5-8006-715E-7B3BD72DFFFF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72;p14">
              <a:extLst>
                <a:ext uri="{FF2B5EF4-FFF2-40B4-BE49-F238E27FC236}">
                  <a16:creationId xmlns:a16="http://schemas.microsoft.com/office/drawing/2014/main" id="{A0975BA9-EF32-9AAC-3B2C-D6BAA70F5573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7" name="Google Shape;129;p15">
            <a:extLst>
              <a:ext uri="{FF2B5EF4-FFF2-40B4-BE49-F238E27FC236}">
                <a16:creationId xmlns:a16="http://schemas.microsoft.com/office/drawing/2014/main" id="{0234B029-8ECA-92B7-FAC9-B045EF2531E7}"/>
              </a:ext>
            </a:extLst>
          </p:cNvPr>
          <p:cNvCxnSpPr>
            <a:cxnSpLocks/>
            <a:stCxn id="47" idx="1"/>
            <a:endCxn id="41" idx="3"/>
          </p:cNvCxnSpPr>
          <p:nvPr/>
        </p:nvCxnSpPr>
        <p:spPr>
          <a:xfrm flipH="1">
            <a:off x="3525748" y="2124200"/>
            <a:ext cx="2362964" cy="3728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B6CC616-34FD-29CD-6967-BA09A188ABF1}"/>
              </a:ext>
            </a:extLst>
          </p:cNvPr>
          <p:cNvSpPr txBox="1"/>
          <p:nvPr/>
        </p:nvSpPr>
        <p:spPr>
          <a:xfrm>
            <a:off x="5254052" y="1120245"/>
            <a:ext cx="406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53 Traverse(</a:t>
            </a:r>
            <a:r>
              <a:rPr lang="en-US" altLang="ko-KR" dirty="0" err="1"/>
              <a:t>pSeed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21" name="Google Shape;70;p14">
            <a:extLst>
              <a:ext uri="{FF2B5EF4-FFF2-40B4-BE49-F238E27FC236}">
                <a16:creationId xmlns:a16="http://schemas.microsoft.com/office/drawing/2014/main" id="{A0351FD2-138F-202B-10BE-EEA313FB61C8}"/>
              </a:ext>
            </a:extLst>
          </p:cNvPr>
          <p:cNvGrpSpPr/>
          <p:nvPr/>
        </p:nvGrpSpPr>
        <p:grpSpPr>
          <a:xfrm>
            <a:off x="6214452" y="2926013"/>
            <a:ext cx="1071600" cy="745600"/>
            <a:chOff x="725125" y="742575"/>
            <a:chExt cx="803700" cy="559200"/>
          </a:xfrm>
        </p:grpSpPr>
        <p:sp>
          <p:nvSpPr>
            <p:cNvPr id="23" name="Google Shape;71;p14">
              <a:extLst>
                <a:ext uri="{FF2B5EF4-FFF2-40B4-BE49-F238E27FC236}">
                  <a16:creationId xmlns:a16="http://schemas.microsoft.com/office/drawing/2014/main" id="{A48923D3-5CF3-A99B-BB22-8F2091E07E15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72;p14">
              <a:extLst>
                <a:ext uri="{FF2B5EF4-FFF2-40B4-BE49-F238E27FC236}">
                  <a16:creationId xmlns:a16="http://schemas.microsoft.com/office/drawing/2014/main" id="{5E97F944-F49D-C844-2328-5D49F615DE61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0x02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8" name="Google Shape;129;p15">
            <a:extLst>
              <a:ext uri="{FF2B5EF4-FFF2-40B4-BE49-F238E27FC236}">
                <a16:creationId xmlns:a16="http://schemas.microsoft.com/office/drawing/2014/main" id="{7401BBE2-62FD-1B0A-6084-5E6F7EADABEE}"/>
              </a:ext>
            </a:extLst>
          </p:cNvPr>
          <p:cNvCxnSpPr>
            <a:cxnSpLocks/>
            <a:stCxn id="29" idx="1"/>
            <a:endCxn id="27" idx="3"/>
          </p:cNvCxnSpPr>
          <p:nvPr/>
        </p:nvCxnSpPr>
        <p:spPr>
          <a:xfrm flipH="1">
            <a:off x="2658521" y="3485213"/>
            <a:ext cx="3555931" cy="431053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9FD1262-6CA8-B06D-6AFC-D770C022D6ED}"/>
              </a:ext>
            </a:extLst>
          </p:cNvPr>
          <p:cNvSpPr txBox="1"/>
          <p:nvPr/>
        </p:nvSpPr>
        <p:spPr>
          <a:xfrm>
            <a:off x="5533452" y="2506168"/>
            <a:ext cx="406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45 Traverse(</a:t>
            </a:r>
            <a:r>
              <a:rPr lang="en-US" altLang="ko-KR" dirty="0" err="1"/>
              <a:t>pNode</a:t>
            </a:r>
            <a:r>
              <a:rPr lang="en-US" altLang="ko-KR" dirty="0"/>
              <a:t>-&gt;</a:t>
            </a:r>
            <a:r>
              <a:rPr lang="en-US" altLang="ko-KR" dirty="0" err="1"/>
              <a:t>pLeft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966C838-FACF-A24F-92F9-074CE3F73211}"/>
              </a:ext>
            </a:extLst>
          </p:cNvPr>
          <p:cNvSpPr txBox="1"/>
          <p:nvPr/>
        </p:nvSpPr>
        <p:spPr>
          <a:xfrm>
            <a:off x="9736100" y="1159847"/>
            <a:ext cx="1071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48 40</a:t>
            </a:r>
          </a:p>
          <a:p>
            <a:r>
              <a:rPr lang="en-US" altLang="ko-KR" dirty="0"/>
              <a:t>    50</a:t>
            </a:r>
          </a:p>
          <a:p>
            <a:r>
              <a:rPr lang="en-US" altLang="ko-KR" dirty="0"/>
              <a:t>    20</a:t>
            </a:r>
          </a:p>
        </p:txBody>
      </p:sp>
    </p:spTree>
    <p:extLst>
      <p:ext uri="{BB962C8B-B14F-4D97-AF65-F5344CB8AC3E}">
        <p14:creationId xmlns:p14="http://schemas.microsoft.com/office/powerpoint/2010/main" val="40163418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83715-D987-16FF-FAF7-2EF11DB60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Google Shape;324;p23">
            <a:extLst>
              <a:ext uri="{FF2B5EF4-FFF2-40B4-BE49-F238E27FC236}">
                <a16:creationId xmlns:a16="http://schemas.microsoft.com/office/drawing/2014/main" id="{C6E52FD6-6AF7-39DC-83DA-F2A8B9EA3F27}"/>
              </a:ext>
            </a:extLst>
          </p:cNvPr>
          <p:cNvCxnSpPr>
            <a:cxnSpLocks/>
          </p:cNvCxnSpPr>
          <p:nvPr/>
        </p:nvCxnSpPr>
        <p:spPr>
          <a:xfrm>
            <a:off x="6849760" y="544531"/>
            <a:ext cx="176084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13" name="Google Shape;129;p15">
            <a:extLst>
              <a:ext uri="{FF2B5EF4-FFF2-40B4-BE49-F238E27FC236}">
                <a16:creationId xmlns:a16="http://schemas.microsoft.com/office/drawing/2014/main" id="{0721380A-C8D8-2B31-6ED1-47161E87C88A}"/>
              </a:ext>
            </a:extLst>
          </p:cNvPr>
          <p:cNvCxnSpPr>
            <a:cxnSpLocks/>
          </p:cNvCxnSpPr>
          <p:nvPr/>
        </p:nvCxnSpPr>
        <p:spPr>
          <a:xfrm>
            <a:off x="9046860" y="544531"/>
            <a:ext cx="176084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0E90DC36-5298-D608-8C39-1427AF97C28F}"/>
              </a:ext>
            </a:extLst>
          </p:cNvPr>
          <p:cNvGrpSpPr/>
          <p:nvPr/>
        </p:nvGrpSpPr>
        <p:grpSpPr>
          <a:xfrm>
            <a:off x="2454148" y="2310600"/>
            <a:ext cx="1071603" cy="1118400"/>
            <a:chOff x="2576366" y="4663498"/>
            <a:chExt cx="1071603" cy="1118400"/>
          </a:xfrm>
        </p:grpSpPr>
        <p:grpSp>
          <p:nvGrpSpPr>
            <p:cNvPr id="38" name="Google Shape;65;p14">
              <a:extLst>
                <a:ext uri="{FF2B5EF4-FFF2-40B4-BE49-F238E27FC236}">
                  <a16:creationId xmlns:a16="http://schemas.microsoft.com/office/drawing/2014/main" id="{5A51B3EB-BCC0-122B-5E5D-6EC1B6D8CEAF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39" name="Google Shape;66;p14">
                <a:extLst>
                  <a:ext uri="{FF2B5EF4-FFF2-40B4-BE49-F238E27FC236}">
                    <a16:creationId xmlns:a16="http://schemas.microsoft.com/office/drawing/2014/main" id="{602B3934-94B3-6C51-BB50-999179B5946D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41" name="Google Shape;67;p14">
                  <a:extLst>
                    <a:ext uri="{FF2B5EF4-FFF2-40B4-BE49-F238E27FC236}">
                      <a16:creationId xmlns:a16="http://schemas.microsoft.com/office/drawing/2014/main" id="{F6630FD9-8DCB-9A7B-876D-42677738EFA9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0x01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" name="Google Shape;68;p14">
                  <a:extLst>
                    <a:ext uri="{FF2B5EF4-FFF2-40B4-BE49-F238E27FC236}">
                      <a16:creationId xmlns:a16="http://schemas.microsoft.com/office/drawing/2014/main" id="{817006D2-95CA-2580-13BD-EF6B7E4A762D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" name="Google Shape;69;p14">
                <a:extLst>
                  <a:ext uri="{FF2B5EF4-FFF2-40B4-BE49-F238E27FC236}">
                    <a16:creationId xmlns:a16="http://schemas.microsoft.com/office/drawing/2014/main" id="{51B02DFF-A078-A7EF-C692-B1D15A206E50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latin typeface="Arial"/>
                    <a:ea typeface="Arial"/>
                    <a:cs typeface="Arial"/>
                    <a:sym typeface="Arial"/>
                  </a:rPr>
                  <a:t>0x02</a:t>
                </a:r>
                <a:endParaRPr sz="10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4" name="Google Shape;81;p14">
              <a:extLst>
                <a:ext uri="{FF2B5EF4-FFF2-40B4-BE49-F238E27FC236}">
                  <a16:creationId xmlns:a16="http://schemas.microsoft.com/office/drawing/2014/main" id="{8B8F8994-C885-480C-0314-DF2F38E54423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0x03</a:t>
              </a:r>
              <a:endParaRPr sz="1067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ECC07320-D5C4-F29B-9DDF-FF5F9BBC2589}"/>
              </a:ext>
            </a:extLst>
          </p:cNvPr>
          <p:cNvGrpSpPr/>
          <p:nvPr/>
        </p:nvGrpSpPr>
        <p:grpSpPr>
          <a:xfrm>
            <a:off x="1586921" y="3729866"/>
            <a:ext cx="1071603" cy="1118400"/>
            <a:chOff x="2576366" y="4663498"/>
            <a:chExt cx="1071603" cy="1118400"/>
          </a:xfrm>
        </p:grpSpPr>
        <p:grpSp>
          <p:nvGrpSpPr>
            <p:cNvPr id="18" name="Google Shape;65;p14">
              <a:extLst>
                <a:ext uri="{FF2B5EF4-FFF2-40B4-BE49-F238E27FC236}">
                  <a16:creationId xmlns:a16="http://schemas.microsoft.com/office/drawing/2014/main" id="{3E4B10B6-66B1-9644-0DA9-FA71EBB4849B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24" name="Google Shape;66;p14">
                <a:extLst>
                  <a:ext uri="{FF2B5EF4-FFF2-40B4-BE49-F238E27FC236}">
                    <a16:creationId xmlns:a16="http://schemas.microsoft.com/office/drawing/2014/main" id="{178D9A85-8B3E-FEF2-5FEA-616E341F7648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27" name="Google Shape;67;p14">
                  <a:extLst>
                    <a:ext uri="{FF2B5EF4-FFF2-40B4-BE49-F238E27FC236}">
                      <a16:creationId xmlns:a16="http://schemas.microsoft.com/office/drawing/2014/main" id="{9EEAB4FC-8520-8CDA-4E82-6B4965C347C2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0x02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" name="Google Shape;68;p14">
                  <a:extLst>
                    <a:ext uri="{FF2B5EF4-FFF2-40B4-BE49-F238E27FC236}">
                      <a16:creationId xmlns:a16="http://schemas.microsoft.com/office/drawing/2014/main" id="{BE3EB1D0-F025-9CCE-9F6A-0199595E504F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latin typeface="Arial"/>
                      <a:ea typeface="Arial"/>
                      <a:cs typeface="Arial"/>
                      <a:sym typeface="Arial"/>
                    </a:rPr>
                    <a:t>20</a:t>
                  </a:r>
                  <a:endParaRPr sz="1867" dirty="0"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6" name="Google Shape;69;p14">
                <a:extLst>
                  <a:ext uri="{FF2B5EF4-FFF2-40B4-BE49-F238E27FC236}">
                    <a16:creationId xmlns:a16="http://schemas.microsoft.com/office/drawing/2014/main" id="{A2D1B6FA-C693-124F-FB97-135ED8B12033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latin typeface="Arial"/>
                    <a:ea typeface="Arial"/>
                    <a:cs typeface="Arial"/>
                    <a:sym typeface="Arial"/>
                  </a:rPr>
                  <a:t>0x04</a:t>
                </a:r>
                <a:endParaRPr sz="10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" name="Google Shape;81;p14">
              <a:extLst>
                <a:ext uri="{FF2B5EF4-FFF2-40B4-BE49-F238E27FC236}">
                  <a16:creationId xmlns:a16="http://schemas.microsoft.com/office/drawing/2014/main" id="{95AA25F5-E123-F197-A20D-576ECDAA70AF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latin typeface="Arial"/>
                  <a:ea typeface="Arial"/>
                  <a:cs typeface="Arial"/>
                  <a:sym typeface="Arial"/>
                </a:rPr>
                <a:t>0x05</a:t>
              </a:r>
              <a:endParaRPr sz="10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69DD27F-A1DE-7541-4BE4-0F50D6090FC4}"/>
              </a:ext>
            </a:extLst>
          </p:cNvPr>
          <p:cNvSpPr txBox="1"/>
          <p:nvPr/>
        </p:nvSpPr>
        <p:spPr>
          <a:xfrm>
            <a:off x="266700" y="451668"/>
            <a:ext cx="406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트리 순회하기</a:t>
            </a:r>
          </a:p>
        </p:txBody>
      </p:sp>
      <p:cxnSp>
        <p:nvCxnSpPr>
          <p:cNvPr id="5" name="Google Shape;129;p15">
            <a:extLst>
              <a:ext uri="{FF2B5EF4-FFF2-40B4-BE49-F238E27FC236}">
                <a16:creationId xmlns:a16="http://schemas.microsoft.com/office/drawing/2014/main" id="{AF5E34E1-41BC-8C10-C79E-EBD5077E78E1}"/>
              </a:ext>
            </a:extLst>
          </p:cNvPr>
          <p:cNvCxnSpPr>
            <a:cxnSpLocks/>
            <a:stCxn id="40" idx="2"/>
            <a:endCxn id="27" idx="0"/>
          </p:cNvCxnSpPr>
          <p:nvPr/>
        </p:nvCxnSpPr>
        <p:spPr>
          <a:xfrm flipH="1">
            <a:off x="2122721" y="3429000"/>
            <a:ext cx="589703" cy="30086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C2580ADE-B2B4-57EB-89E4-200F6304379B}"/>
              </a:ext>
            </a:extLst>
          </p:cNvPr>
          <p:cNvGrpSpPr/>
          <p:nvPr/>
        </p:nvGrpSpPr>
        <p:grpSpPr>
          <a:xfrm>
            <a:off x="3259097" y="3724664"/>
            <a:ext cx="1071603" cy="1118400"/>
            <a:chOff x="2576366" y="4663498"/>
            <a:chExt cx="1071603" cy="1118400"/>
          </a:xfrm>
        </p:grpSpPr>
        <p:grpSp>
          <p:nvGrpSpPr>
            <p:cNvPr id="34" name="Google Shape;65;p14">
              <a:extLst>
                <a:ext uri="{FF2B5EF4-FFF2-40B4-BE49-F238E27FC236}">
                  <a16:creationId xmlns:a16="http://schemas.microsoft.com/office/drawing/2014/main" id="{3C575BD0-55F6-E340-1E5B-784FA4549D06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37" name="Google Shape;66;p14">
                <a:extLst>
                  <a:ext uri="{FF2B5EF4-FFF2-40B4-BE49-F238E27FC236}">
                    <a16:creationId xmlns:a16="http://schemas.microsoft.com/office/drawing/2014/main" id="{19ADE150-E168-1494-617F-1C064E387A67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45" name="Google Shape;67;p14">
                  <a:extLst>
                    <a:ext uri="{FF2B5EF4-FFF2-40B4-BE49-F238E27FC236}">
                      <a16:creationId xmlns:a16="http://schemas.microsoft.com/office/drawing/2014/main" id="{D9F5DCAA-9C1A-140E-F8E1-983C961C8A5C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0x03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" name="Google Shape;68;p14">
                  <a:extLst>
                    <a:ext uri="{FF2B5EF4-FFF2-40B4-BE49-F238E27FC236}">
                      <a16:creationId xmlns:a16="http://schemas.microsoft.com/office/drawing/2014/main" id="{EBDF1ED4-9A34-859C-E440-FEF6C27060F8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30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3" name="Google Shape;69;p14">
                <a:extLst>
                  <a:ext uri="{FF2B5EF4-FFF2-40B4-BE49-F238E27FC236}">
                    <a16:creationId xmlns:a16="http://schemas.microsoft.com/office/drawing/2014/main" id="{B7F9C0A6-0FFF-6E37-962B-11ED2C3B71FB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5" name="Google Shape;81;p14">
              <a:extLst>
                <a:ext uri="{FF2B5EF4-FFF2-40B4-BE49-F238E27FC236}">
                  <a16:creationId xmlns:a16="http://schemas.microsoft.com/office/drawing/2014/main" id="{39638A86-7A51-F062-2E73-7C523A310AB8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" name="Google Shape;129;p15">
            <a:extLst>
              <a:ext uri="{FF2B5EF4-FFF2-40B4-BE49-F238E27FC236}">
                <a16:creationId xmlns:a16="http://schemas.microsoft.com/office/drawing/2014/main" id="{179BFCA1-7B76-75D9-4EF0-B1A13D7731DF}"/>
              </a:ext>
            </a:extLst>
          </p:cNvPr>
          <p:cNvCxnSpPr>
            <a:cxnSpLocks/>
            <a:stCxn id="44" idx="2"/>
            <a:endCxn id="45" idx="0"/>
          </p:cNvCxnSpPr>
          <p:nvPr/>
        </p:nvCxnSpPr>
        <p:spPr>
          <a:xfrm>
            <a:off x="3248221" y="3423798"/>
            <a:ext cx="546676" cy="30086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5DDA7485-BC2A-E7E9-9D28-DCDD38C371DE}"/>
              </a:ext>
            </a:extLst>
          </p:cNvPr>
          <p:cNvGrpSpPr/>
          <p:nvPr/>
        </p:nvGrpSpPr>
        <p:grpSpPr>
          <a:xfrm>
            <a:off x="820346" y="5313332"/>
            <a:ext cx="1071603" cy="1118400"/>
            <a:chOff x="2576366" y="4663498"/>
            <a:chExt cx="1071603" cy="1118400"/>
          </a:xfrm>
        </p:grpSpPr>
        <p:grpSp>
          <p:nvGrpSpPr>
            <p:cNvPr id="25" name="Google Shape;65;p14">
              <a:extLst>
                <a:ext uri="{FF2B5EF4-FFF2-40B4-BE49-F238E27FC236}">
                  <a16:creationId xmlns:a16="http://schemas.microsoft.com/office/drawing/2014/main" id="{C373C512-F8D8-56CE-FF9F-ED2277654A97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53" name="Google Shape;66;p14">
                <a:extLst>
                  <a:ext uri="{FF2B5EF4-FFF2-40B4-BE49-F238E27FC236}">
                    <a16:creationId xmlns:a16="http://schemas.microsoft.com/office/drawing/2014/main" id="{A6D206EC-6094-7DE3-6076-E626BABA7609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55" name="Google Shape;67;p14">
                  <a:extLst>
                    <a:ext uri="{FF2B5EF4-FFF2-40B4-BE49-F238E27FC236}">
                      <a16:creationId xmlns:a16="http://schemas.microsoft.com/office/drawing/2014/main" id="{361D2AFE-6DAC-F11A-3995-17D853B9794C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0x04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" name="Google Shape;68;p14">
                  <a:extLst>
                    <a:ext uri="{FF2B5EF4-FFF2-40B4-BE49-F238E27FC236}">
                      <a16:creationId xmlns:a16="http://schemas.microsoft.com/office/drawing/2014/main" id="{4D51F0E2-09FC-4D18-34CC-BD98DFA413B7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latin typeface="Arial"/>
                      <a:ea typeface="Arial"/>
                      <a:cs typeface="Arial"/>
                      <a:sym typeface="Arial"/>
                    </a:rPr>
                    <a:t>40</a:t>
                  </a:r>
                  <a:endParaRPr sz="1867" dirty="0"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54" name="Google Shape;69;p14">
                <a:extLst>
                  <a:ext uri="{FF2B5EF4-FFF2-40B4-BE49-F238E27FC236}">
                    <a16:creationId xmlns:a16="http://schemas.microsoft.com/office/drawing/2014/main" id="{1C6A3673-3A34-59C8-D92A-56ABD8EDD43A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2" name="Google Shape;81;p14">
              <a:extLst>
                <a:ext uri="{FF2B5EF4-FFF2-40B4-BE49-F238E27FC236}">
                  <a16:creationId xmlns:a16="http://schemas.microsoft.com/office/drawing/2014/main" id="{5C7F5373-BCDB-1545-F274-A87D81456912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1" name="Google Shape;129;p15">
            <a:extLst>
              <a:ext uri="{FF2B5EF4-FFF2-40B4-BE49-F238E27FC236}">
                <a16:creationId xmlns:a16="http://schemas.microsoft.com/office/drawing/2014/main" id="{6CE7CB60-411B-CE86-3354-81D274A39215}"/>
              </a:ext>
            </a:extLst>
          </p:cNvPr>
          <p:cNvCxnSpPr>
            <a:cxnSpLocks/>
            <a:stCxn id="26" idx="2"/>
            <a:endCxn id="55" idx="0"/>
          </p:cNvCxnSpPr>
          <p:nvPr/>
        </p:nvCxnSpPr>
        <p:spPr>
          <a:xfrm flipH="1">
            <a:off x="1356146" y="4848266"/>
            <a:ext cx="489051" cy="46506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" name="그룹 2">
            <a:extLst>
              <a:ext uri="{FF2B5EF4-FFF2-40B4-BE49-F238E27FC236}">
                <a16:creationId xmlns:a16="http://schemas.microsoft.com/office/drawing/2014/main" id="{6A5777C3-9439-1500-0554-428211E04FF2}"/>
              </a:ext>
            </a:extLst>
          </p:cNvPr>
          <p:cNvGrpSpPr/>
          <p:nvPr/>
        </p:nvGrpSpPr>
        <p:grpSpPr>
          <a:xfrm>
            <a:off x="2380993" y="5313332"/>
            <a:ext cx="1071603" cy="1118400"/>
            <a:chOff x="2576366" y="4663498"/>
            <a:chExt cx="1071603" cy="1118400"/>
          </a:xfrm>
        </p:grpSpPr>
        <p:grpSp>
          <p:nvGrpSpPr>
            <p:cNvPr id="4" name="Google Shape;65;p14">
              <a:extLst>
                <a:ext uri="{FF2B5EF4-FFF2-40B4-BE49-F238E27FC236}">
                  <a16:creationId xmlns:a16="http://schemas.microsoft.com/office/drawing/2014/main" id="{14A30739-5878-CCE8-4076-D09BC7C5C4F7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63" name="Google Shape;66;p14">
                <a:extLst>
                  <a:ext uri="{FF2B5EF4-FFF2-40B4-BE49-F238E27FC236}">
                    <a16:creationId xmlns:a16="http://schemas.microsoft.com/office/drawing/2014/main" id="{3378C016-6135-D7DA-CFF8-6AC1E5AFBA7F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66" name="Google Shape;67;p14">
                  <a:extLst>
                    <a:ext uri="{FF2B5EF4-FFF2-40B4-BE49-F238E27FC236}">
                      <a16:creationId xmlns:a16="http://schemas.microsoft.com/office/drawing/2014/main" id="{C69E32C2-FA5E-598C-266D-5D31D659AC08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0x05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7" name="Google Shape;68;p14">
                  <a:extLst>
                    <a:ext uri="{FF2B5EF4-FFF2-40B4-BE49-F238E27FC236}">
                      <a16:creationId xmlns:a16="http://schemas.microsoft.com/office/drawing/2014/main" id="{7E9916E7-F785-9BC6-E5C0-5ABC3BDA604A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latin typeface="Arial"/>
                      <a:ea typeface="Arial"/>
                      <a:cs typeface="Arial"/>
                      <a:sym typeface="Arial"/>
                    </a:rPr>
                    <a:t>50</a:t>
                  </a:r>
                  <a:endParaRPr sz="1867" dirty="0"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4" name="Google Shape;69;p14">
                <a:extLst>
                  <a:ext uri="{FF2B5EF4-FFF2-40B4-BE49-F238E27FC236}">
                    <a16:creationId xmlns:a16="http://schemas.microsoft.com/office/drawing/2014/main" id="{A2826EAF-05A3-1593-9D05-A234BC36D4B7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2" name="Google Shape;81;p14">
              <a:extLst>
                <a:ext uri="{FF2B5EF4-FFF2-40B4-BE49-F238E27FC236}">
                  <a16:creationId xmlns:a16="http://schemas.microsoft.com/office/drawing/2014/main" id="{3C80D2A9-9C1A-BB1A-13FA-78EA09D2FED6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75" name="Google Shape;129;p15">
            <a:extLst>
              <a:ext uri="{FF2B5EF4-FFF2-40B4-BE49-F238E27FC236}">
                <a16:creationId xmlns:a16="http://schemas.microsoft.com/office/drawing/2014/main" id="{EC922A64-8F42-3B39-DE11-AE8036A24C69}"/>
              </a:ext>
            </a:extLst>
          </p:cNvPr>
          <p:cNvCxnSpPr>
            <a:cxnSpLocks/>
            <a:stCxn id="19" idx="2"/>
            <a:endCxn id="66" idx="0"/>
          </p:cNvCxnSpPr>
          <p:nvPr/>
        </p:nvCxnSpPr>
        <p:spPr>
          <a:xfrm>
            <a:off x="2380994" y="4843064"/>
            <a:ext cx="535799" cy="470268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77" name="Google Shape;62;p14">
            <a:extLst>
              <a:ext uri="{FF2B5EF4-FFF2-40B4-BE49-F238E27FC236}">
                <a16:creationId xmlns:a16="http://schemas.microsoft.com/office/drawing/2014/main" id="{B6AABB1D-E278-20C2-4122-4D0A6521CA0C}"/>
              </a:ext>
            </a:extLst>
          </p:cNvPr>
          <p:cNvGrpSpPr/>
          <p:nvPr/>
        </p:nvGrpSpPr>
        <p:grpSpPr>
          <a:xfrm>
            <a:off x="753033" y="1219200"/>
            <a:ext cx="1071600" cy="745600"/>
            <a:chOff x="725125" y="742575"/>
            <a:chExt cx="803700" cy="559200"/>
          </a:xfrm>
        </p:grpSpPr>
        <p:sp>
          <p:nvSpPr>
            <p:cNvPr id="78" name="Google Shape;63;p14">
              <a:extLst>
                <a:ext uri="{FF2B5EF4-FFF2-40B4-BE49-F238E27FC236}">
                  <a16:creationId xmlns:a16="http://schemas.microsoft.com/office/drawing/2014/main" id="{0EAF2AB9-5927-B10A-E3C2-0214185DAE12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pSeed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64;p14">
              <a:extLst>
                <a:ext uri="{FF2B5EF4-FFF2-40B4-BE49-F238E27FC236}">
                  <a16:creationId xmlns:a16="http://schemas.microsoft.com/office/drawing/2014/main" id="{95712814-F5BE-6A16-D42D-27CF8E7C1208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0" name="Google Shape;129;p15">
            <a:extLst>
              <a:ext uri="{FF2B5EF4-FFF2-40B4-BE49-F238E27FC236}">
                <a16:creationId xmlns:a16="http://schemas.microsoft.com/office/drawing/2014/main" id="{0B18DC21-81F7-FA6C-4E91-427514EB347B}"/>
              </a:ext>
            </a:extLst>
          </p:cNvPr>
          <p:cNvCxnSpPr>
            <a:cxnSpLocks/>
            <a:stCxn id="79" idx="3"/>
            <a:endCxn id="41" idx="1"/>
          </p:cNvCxnSpPr>
          <p:nvPr/>
        </p:nvCxnSpPr>
        <p:spPr>
          <a:xfrm>
            <a:off x="1824633" y="1778400"/>
            <a:ext cx="629515" cy="7186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2" name="Google Shape;70;p14">
            <a:extLst>
              <a:ext uri="{FF2B5EF4-FFF2-40B4-BE49-F238E27FC236}">
                <a16:creationId xmlns:a16="http://schemas.microsoft.com/office/drawing/2014/main" id="{6B7B5E2A-1B28-C734-6522-08B97CE35F7E}"/>
              </a:ext>
            </a:extLst>
          </p:cNvPr>
          <p:cNvGrpSpPr/>
          <p:nvPr/>
        </p:nvGrpSpPr>
        <p:grpSpPr>
          <a:xfrm>
            <a:off x="5888712" y="1565000"/>
            <a:ext cx="1071600" cy="745600"/>
            <a:chOff x="725125" y="742575"/>
            <a:chExt cx="803700" cy="559200"/>
          </a:xfrm>
        </p:grpSpPr>
        <p:sp>
          <p:nvSpPr>
            <p:cNvPr id="36" name="Google Shape;71;p14">
              <a:extLst>
                <a:ext uri="{FF2B5EF4-FFF2-40B4-BE49-F238E27FC236}">
                  <a16:creationId xmlns:a16="http://schemas.microsoft.com/office/drawing/2014/main" id="{05078F19-25FF-66EA-0AE1-A5322D9B3977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72;p14">
              <a:extLst>
                <a:ext uri="{FF2B5EF4-FFF2-40B4-BE49-F238E27FC236}">
                  <a16:creationId xmlns:a16="http://schemas.microsoft.com/office/drawing/2014/main" id="{1E4821CB-2420-C46F-D337-CF1B182EB3F7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7" name="Google Shape;129;p15">
            <a:extLst>
              <a:ext uri="{FF2B5EF4-FFF2-40B4-BE49-F238E27FC236}">
                <a16:creationId xmlns:a16="http://schemas.microsoft.com/office/drawing/2014/main" id="{D639D897-E077-ACBC-5A36-1DD86EFF8195}"/>
              </a:ext>
            </a:extLst>
          </p:cNvPr>
          <p:cNvCxnSpPr>
            <a:cxnSpLocks/>
            <a:stCxn id="47" idx="1"/>
            <a:endCxn id="41" idx="3"/>
          </p:cNvCxnSpPr>
          <p:nvPr/>
        </p:nvCxnSpPr>
        <p:spPr>
          <a:xfrm flipH="1">
            <a:off x="3525748" y="2124200"/>
            <a:ext cx="2362964" cy="3728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0B28FD6-12F3-90EE-9ECE-CC2B04F074B4}"/>
              </a:ext>
            </a:extLst>
          </p:cNvPr>
          <p:cNvSpPr txBox="1"/>
          <p:nvPr/>
        </p:nvSpPr>
        <p:spPr>
          <a:xfrm>
            <a:off x="5254052" y="1120245"/>
            <a:ext cx="406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53 Traverse(</a:t>
            </a:r>
            <a:r>
              <a:rPr lang="en-US" altLang="ko-KR" dirty="0" err="1"/>
              <a:t>pSeed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21" name="Google Shape;70;p14">
            <a:extLst>
              <a:ext uri="{FF2B5EF4-FFF2-40B4-BE49-F238E27FC236}">
                <a16:creationId xmlns:a16="http://schemas.microsoft.com/office/drawing/2014/main" id="{85699A77-5747-FD4F-9986-AC6E836241E0}"/>
              </a:ext>
            </a:extLst>
          </p:cNvPr>
          <p:cNvGrpSpPr/>
          <p:nvPr/>
        </p:nvGrpSpPr>
        <p:grpSpPr>
          <a:xfrm>
            <a:off x="6214452" y="2926013"/>
            <a:ext cx="1071600" cy="745600"/>
            <a:chOff x="725125" y="742575"/>
            <a:chExt cx="803700" cy="559200"/>
          </a:xfrm>
        </p:grpSpPr>
        <p:sp>
          <p:nvSpPr>
            <p:cNvPr id="23" name="Google Shape;71;p14">
              <a:extLst>
                <a:ext uri="{FF2B5EF4-FFF2-40B4-BE49-F238E27FC236}">
                  <a16:creationId xmlns:a16="http://schemas.microsoft.com/office/drawing/2014/main" id="{DCC92D57-C80D-2C32-D594-9BDE985465E1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72;p14">
              <a:extLst>
                <a:ext uri="{FF2B5EF4-FFF2-40B4-BE49-F238E27FC236}">
                  <a16:creationId xmlns:a16="http://schemas.microsoft.com/office/drawing/2014/main" id="{2C4CE252-4F80-A6FF-114C-58B007C39EF2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8" name="Google Shape;129;p15">
            <a:extLst>
              <a:ext uri="{FF2B5EF4-FFF2-40B4-BE49-F238E27FC236}">
                <a16:creationId xmlns:a16="http://schemas.microsoft.com/office/drawing/2014/main" id="{888413AC-936C-B5C2-40F5-49B1E18A46E4}"/>
              </a:ext>
            </a:extLst>
          </p:cNvPr>
          <p:cNvCxnSpPr>
            <a:cxnSpLocks/>
            <a:stCxn id="29" idx="1"/>
            <a:endCxn id="45" idx="3"/>
          </p:cNvCxnSpPr>
          <p:nvPr/>
        </p:nvCxnSpPr>
        <p:spPr>
          <a:xfrm flipH="1">
            <a:off x="4330697" y="3485213"/>
            <a:ext cx="1883755" cy="425851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22A2093-F73B-1E88-C54D-332FC4E5A323}"/>
              </a:ext>
            </a:extLst>
          </p:cNvPr>
          <p:cNvSpPr txBox="1"/>
          <p:nvPr/>
        </p:nvSpPr>
        <p:spPr>
          <a:xfrm>
            <a:off x="5533452" y="2506168"/>
            <a:ext cx="406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47 Traverse(</a:t>
            </a:r>
            <a:r>
              <a:rPr lang="en-US" altLang="ko-KR" dirty="0" err="1"/>
              <a:t>pNode</a:t>
            </a:r>
            <a:r>
              <a:rPr lang="en-US" altLang="ko-KR" dirty="0"/>
              <a:t>-&gt;</a:t>
            </a:r>
            <a:r>
              <a:rPr lang="en-US" altLang="ko-KR" dirty="0" err="1"/>
              <a:t>pRight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7FCFC8A-A8FF-6BCD-A2B7-1B560569BFB0}"/>
              </a:ext>
            </a:extLst>
          </p:cNvPr>
          <p:cNvSpPr txBox="1"/>
          <p:nvPr/>
        </p:nvSpPr>
        <p:spPr>
          <a:xfrm>
            <a:off x="9736100" y="1159847"/>
            <a:ext cx="1071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48 40</a:t>
            </a:r>
          </a:p>
          <a:p>
            <a:r>
              <a:rPr lang="en-US" altLang="ko-KR" dirty="0"/>
              <a:t>    50</a:t>
            </a:r>
          </a:p>
          <a:p>
            <a:r>
              <a:rPr lang="en-US" altLang="ko-KR" dirty="0"/>
              <a:t>    20</a:t>
            </a:r>
          </a:p>
        </p:txBody>
      </p:sp>
      <p:cxnSp>
        <p:nvCxnSpPr>
          <p:cNvPr id="8" name="Google Shape;324;p23">
            <a:extLst>
              <a:ext uri="{FF2B5EF4-FFF2-40B4-BE49-F238E27FC236}">
                <a16:creationId xmlns:a16="http://schemas.microsoft.com/office/drawing/2014/main" id="{14AD1D82-1A54-A896-4F2A-F1DF32BF1909}"/>
              </a:ext>
            </a:extLst>
          </p:cNvPr>
          <p:cNvCxnSpPr>
            <a:cxnSpLocks/>
            <a:stCxn id="44" idx="3"/>
            <a:endCxn id="23" idx="2"/>
          </p:cNvCxnSpPr>
          <p:nvPr/>
        </p:nvCxnSpPr>
        <p:spPr>
          <a:xfrm>
            <a:off x="3525748" y="3237781"/>
            <a:ext cx="3224504" cy="610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400628464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18D52-2F22-4147-2863-43B1C1CBB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Google Shape;324;p23">
            <a:extLst>
              <a:ext uri="{FF2B5EF4-FFF2-40B4-BE49-F238E27FC236}">
                <a16:creationId xmlns:a16="http://schemas.microsoft.com/office/drawing/2014/main" id="{FFEE23CE-067C-1B01-5C88-0D868DCBCA37}"/>
              </a:ext>
            </a:extLst>
          </p:cNvPr>
          <p:cNvCxnSpPr>
            <a:cxnSpLocks/>
          </p:cNvCxnSpPr>
          <p:nvPr/>
        </p:nvCxnSpPr>
        <p:spPr>
          <a:xfrm>
            <a:off x="6849760" y="544531"/>
            <a:ext cx="176084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13" name="Google Shape;129;p15">
            <a:extLst>
              <a:ext uri="{FF2B5EF4-FFF2-40B4-BE49-F238E27FC236}">
                <a16:creationId xmlns:a16="http://schemas.microsoft.com/office/drawing/2014/main" id="{AED49334-A320-7444-708F-255A6D7816BB}"/>
              </a:ext>
            </a:extLst>
          </p:cNvPr>
          <p:cNvCxnSpPr>
            <a:cxnSpLocks/>
          </p:cNvCxnSpPr>
          <p:nvPr/>
        </p:nvCxnSpPr>
        <p:spPr>
          <a:xfrm>
            <a:off x="9046860" y="544531"/>
            <a:ext cx="176084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96346826-DF22-9F13-0D40-ED6E4C25D845}"/>
              </a:ext>
            </a:extLst>
          </p:cNvPr>
          <p:cNvGrpSpPr/>
          <p:nvPr/>
        </p:nvGrpSpPr>
        <p:grpSpPr>
          <a:xfrm>
            <a:off x="2454148" y="2310600"/>
            <a:ext cx="1071603" cy="1118400"/>
            <a:chOff x="2576366" y="4663498"/>
            <a:chExt cx="1071603" cy="1118400"/>
          </a:xfrm>
        </p:grpSpPr>
        <p:grpSp>
          <p:nvGrpSpPr>
            <p:cNvPr id="38" name="Google Shape;65;p14">
              <a:extLst>
                <a:ext uri="{FF2B5EF4-FFF2-40B4-BE49-F238E27FC236}">
                  <a16:creationId xmlns:a16="http://schemas.microsoft.com/office/drawing/2014/main" id="{7B08AE39-5179-EE32-23C3-0EE9FF5B73A3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39" name="Google Shape;66;p14">
                <a:extLst>
                  <a:ext uri="{FF2B5EF4-FFF2-40B4-BE49-F238E27FC236}">
                    <a16:creationId xmlns:a16="http://schemas.microsoft.com/office/drawing/2014/main" id="{45019E6B-8ED1-BF35-85C0-6F88ABB3C409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41" name="Google Shape;67;p14">
                  <a:extLst>
                    <a:ext uri="{FF2B5EF4-FFF2-40B4-BE49-F238E27FC236}">
                      <a16:creationId xmlns:a16="http://schemas.microsoft.com/office/drawing/2014/main" id="{E021928C-E9FB-4E63-6A1B-9D5FE5949929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0x01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" name="Google Shape;68;p14">
                  <a:extLst>
                    <a:ext uri="{FF2B5EF4-FFF2-40B4-BE49-F238E27FC236}">
                      <a16:creationId xmlns:a16="http://schemas.microsoft.com/office/drawing/2014/main" id="{88D8B4D1-C498-C202-E670-811236292F5D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" name="Google Shape;69;p14">
                <a:extLst>
                  <a:ext uri="{FF2B5EF4-FFF2-40B4-BE49-F238E27FC236}">
                    <a16:creationId xmlns:a16="http://schemas.microsoft.com/office/drawing/2014/main" id="{66133BAD-00FD-7B0B-8E68-B1AF615D8C1C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latin typeface="Arial"/>
                    <a:ea typeface="Arial"/>
                    <a:cs typeface="Arial"/>
                    <a:sym typeface="Arial"/>
                  </a:rPr>
                  <a:t>0x02</a:t>
                </a:r>
                <a:endParaRPr sz="10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4" name="Google Shape;81;p14">
              <a:extLst>
                <a:ext uri="{FF2B5EF4-FFF2-40B4-BE49-F238E27FC236}">
                  <a16:creationId xmlns:a16="http://schemas.microsoft.com/office/drawing/2014/main" id="{FC39C7CA-17D2-5F51-7916-1E6F5066B606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latin typeface="Arial"/>
                  <a:ea typeface="Arial"/>
                  <a:cs typeface="Arial"/>
                  <a:sym typeface="Arial"/>
                </a:rPr>
                <a:t>0x03</a:t>
              </a:r>
              <a:endParaRPr sz="10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40224175-75DB-45A3-28DA-B031A94761E9}"/>
              </a:ext>
            </a:extLst>
          </p:cNvPr>
          <p:cNvGrpSpPr/>
          <p:nvPr/>
        </p:nvGrpSpPr>
        <p:grpSpPr>
          <a:xfrm>
            <a:off x="1586921" y="3729866"/>
            <a:ext cx="1071603" cy="1118400"/>
            <a:chOff x="2576366" y="4663498"/>
            <a:chExt cx="1071603" cy="1118400"/>
          </a:xfrm>
        </p:grpSpPr>
        <p:grpSp>
          <p:nvGrpSpPr>
            <p:cNvPr id="18" name="Google Shape;65;p14">
              <a:extLst>
                <a:ext uri="{FF2B5EF4-FFF2-40B4-BE49-F238E27FC236}">
                  <a16:creationId xmlns:a16="http://schemas.microsoft.com/office/drawing/2014/main" id="{26D4187C-CD53-68F5-BE1F-6CEBB53DB66B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24" name="Google Shape;66;p14">
                <a:extLst>
                  <a:ext uri="{FF2B5EF4-FFF2-40B4-BE49-F238E27FC236}">
                    <a16:creationId xmlns:a16="http://schemas.microsoft.com/office/drawing/2014/main" id="{33FF5C2F-599C-8495-9E14-52889C9177FB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27" name="Google Shape;67;p14">
                  <a:extLst>
                    <a:ext uri="{FF2B5EF4-FFF2-40B4-BE49-F238E27FC236}">
                      <a16:creationId xmlns:a16="http://schemas.microsoft.com/office/drawing/2014/main" id="{BA1FDA05-9A34-7CC4-151F-BC7706D2DE63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0x02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" name="Google Shape;68;p14">
                  <a:extLst>
                    <a:ext uri="{FF2B5EF4-FFF2-40B4-BE49-F238E27FC236}">
                      <a16:creationId xmlns:a16="http://schemas.microsoft.com/office/drawing/2014/main" id="{B847A317-CE75-754E-C48D-A681D27771BC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latin typeface="Arial"/>
                      <a:ea typeface="Arial"/>
                      <a:cs typeface="Arial"/>
                      <a:sym typeface="Arial"/>
                    </a:rPr>
                    <a:t>20</a:t>
                  </a:r>
                  <a:endParaRPr sz="1867" dirty="0"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6" name="Google Shape;69;p14">
                <a:extLst>
                  <a:ext uri="{FF2B5EF4-FFF2-40B4-BE49-F238E27FC236}">
                    <a16:creationId xmlns:a16="http://schemas.microsoft.com/office/drawing/2014/main" id="{64E911A3-2E58-4CB1-7C56-6DEC9649C5D9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latin typeface="Arial"/>
                    <a:ea typeface="Arial"/>
                    <a:cs typeface="Arial"/>
                    <a:sym typeface="Arial"/>
                  </a:rPr>
                  <a:t>0x04</a:t>
                </a:r>
                <a:endParaRPr sz="10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" name="Google Shape;81;p14">
              <a:extLst>
                <a:ext uri="{FF2B5EF4-FFF2-40B4-BE49-F238E27FC236}">
                  <a16:creationId xmlns:a16="http://schemas.microsoft.com/office/drawing/2014/main" id="{0CD8428B-4761-2A84-8296-D47F15171875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latin typeface="Arial"/>
                  <a:ea typeface="Arial"/>
                  <a:cs typeface="Arial"/>
                  <a:sym typeface="Arial"/>
                </a:rPr>
                <a:t>0x05</a:t>
              </a:r>
              <a:endParaRPr sz="10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6953589A-8248-1FCF-A98D-2B3ADCBF1804}"/>
              </a:ext>
            </a:extLst>
          </p:cNvPr>
          <p:cNvSpPr txBox="1"/>
          <p:nvPr/>
        </p:nvSpPr>
        <p:spPr>
          <a:xfrm>
            <a:off x="266700" y="451668"/>
            <a:ext cx="406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트리 순회하기</a:t>
            </a:r>
          </a:p>
        </p:txBody>
      </p:sp>
      <p:cxnSp>
        <p:nvCxnSpPr>
          <p:cNvPr id="5" name="Google Shape;129;p15">
            <a:extLst>
              <a:ext uri="{FF2B5EF4-FFF2-40B4-BE49-F238E27FC236}">
                <a16:creationId xmlns:a16="http://schemas.microsoft.com/office/drawing/2014/main" id="{61AE89DF-0ACC-9B46-B273-ED58DEEC6991}"/>
              </a:ext>
            </a:extLst>
          </p:cNvPr>
          <p:cNvCxnSpPr>
            <a:cxnSpLocks/>
            <a:stCxn id="40" idx="2"/>
            <a:endCxn id="27" idx="0"/>
          </p:cNvCxnSpPr>
          <p:nvPr/>
        </p:nvCxnSpPr>
        <p:spPr>
          <a:xfrm flipH="1">
            <a:off x="2122721" y="3429000"/>
            <a:ext cx="589703" cy="30086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D045D5EB-6784-322F-2626-C4A6C85B2ABA}"/>
              </a:ext>
            </a:extLst>
          </p:cNvPr>
          <p:cNvGrpSpPr/>
          <p:nvPr/>
        </p:nvGrpSpPr>
        <p:grpSpPr>
          <a:xfrm>
            <a:off x="3259097" y="3724664"/>
            <a:ext cx="1071603" cy="1118400"/>
            <a:chOff x="2576366" y="4663498"/>
            <a:chExt cx="1071603" cy="1118400"/>
          </a:xfrm>
        </p:grpSpPr>
        <p:grpSp>
          <p:nvGrpSpPr>
            <p:cNvPr id="34" name="Google Shape;65;p14">
              <a:extLst>
                <a:ext uri="{FF2B5EF4-FFF2-40B4-BE49-F238E27FC236}">
                  <a16:creationId xmlns:a16="http://schemas.microsoft.com/office/drawing/2014/main" id="{73376A14-32ED-D39A-F51C-929718DB9DB9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37" name="Google Shape;66;p14">
                <a:extLst>
                  <a:ext uri="{FF2B5EF4-FFF2-40B4-BE49-F238E27FC236}">
                    <a16:creationId xmlns:a16="http://schemas.microsoft.com/office/drawing/2014/main" id="{DFB36DDC-B279-CB31-134E-400CA34F58B7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45" name="Google Shape;67;p14">
                  <a:extLst>
                    <a:ext uri="{FF2B5EF4-FFF2-40B4-BE49-F238E27FC236}">
                      <a16:creationId xmlns:a16="http://schemas.microsoft.com/office/drawing/2014/main" id="{113FA09D-F725-79DB-C8BC-07C6BB8D7888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0x03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" name="Google Shape;68;p14">
                  <a:extLst>
                    <a:ext uri="{FF2B5EF4-FFF2-40B4-BE49-F238E27FC236}">
                      <a16:creationId xmlns:a16="http://schemas.microsoft.com/office/drawing/2014/main" id="{9125ECBC-2897-0818-B5D6-451641945C77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30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3" name="Google Shape;69;p14">
                <a:extLst>
                  <a:ext uri="{FF2B5EF4-FFF2-40B4-BE49-F238E27FC236}">
                    <a16:creationId xmlns:a16="http://schemas.microsoft.com/office/drawing/2014/main" id="{551452E1-F50F-9FCD-81FA-2CE3F3F4749B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5" name="Google Shape;81;p14">
              <a:extLst>
                <a:ext uri="{FF2B5EF4-FFF2-40B4-BE49-F238E27FC236}">
                  <a16:creationId xmlns:a16="http://schemas.microsoft.com/office/drawing/2014/main" id="{E08493FD-BF10-507D-01EF-98F304A48766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" name="Google Shape;129;p15">
            <a:extLst>
              <a:ext uri="{FF2B5EF4-FFF2-40B4-BE49-F238E27FC236}">
                <a16:creationId xmlns:a16="http://schemas.microsoft.com/office/drawing/2014/main" id="{E81DAC95-FD63-032B-F981-4310FCF9F75B}"/>
              </a:ext>
            </a:extLst>
          </p:cNvPr>
          <p:cNvCxnSpPr>
            <a:cxnSpLocks/>
            <a:stCxn id="44" idx="2"/>
            <a:endCxn id="45" idx="0"/>
          </p:cNvCxnSpPr>
          <p:nvPr/>
        </p:nvCxnSpPr>
        <p:spPr>
          <a:xfrm>
            <a:off x="3248221" y="3423798"/>
            <a:ext cx="546676" cy="30086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950BFFA-03DF-C8DA-3393-1919C2B409A9}"/>
              </a:ext>
            </a:extLst>
          </p:cNvPr>
          <p:cNvGrpSpPr/>
          <p:nvPr/>
        </p:nvGrpSpPr>
        <p:grpSpPr>
          <a:xfrm>
            <a:off x="820346" y="5313332"/>
            <a:ext cx="1071603" cy="1118400"/>
            <a:chOff x="2576366" y="4663498"/>
            <a:chExt cx="1071603" cy="1118400"/>
          </a:xfrm>
        </p:grpSpPr>
        <p:grpSp>
          <p:nvGrpSpPr>
            <p:cNvPr id="25" name="Google Shape;65;p14">
              <a:extLst>
                <a:ext uri="{FF2B5EF4-FFF2-40B4-BE49-F238E27FC236}">
                  <a16:creationId xmlns:a16="http://schemas.microsoft.com/office/drawing/2014/main" id="{F3C72AAA-76C8-B567-0AF1-8E03BAAC2B0F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53" name="Google Shape;66;p14">
                <a:extLst>
                  <a:ext uri="{FF2B5EF4-FFF2-40B4-BE49-F238E27FC236}">
                    <a16:creationId xmlns:a16="http://schemas.microsoft.com/office/drawing/2014/main" id="{1C0CC2B2-4F8C-0D8B-26FF-2815549DC972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55" name="Google Shape;67;p14">
                  <a:extLst>
                    <a:ext uri="{FF2B5EF4-FFF2-40B4-BE49-F238E27FC236}">
                      <a16:creationId xmlns:a16="http://schemas.microsoft.com/office/drawing/2014/main" id="{B6A97DE3-F18F-6296-9BFE-422290706838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0x04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" name="Google Shape;68;p14">
                  <a:extLst>
                    <a:ext uri="{FF2B5EF4-FFF2-40B4-BE49-F238E27FC236}">
                      <a16:creationId xmlns:a16="http://schemas.microsoft.com/office/drawing/2014/main" id="{380F59C1-0E1F-FC33-5EB2-4001D2FF9F47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latin typeface="Arial"/>
                      <a:ea typeface="Arial"/>
                      <a:cs typeface="Arial"/>
                      <a:sym typeface="Arial"/>
                    </a:rPr>
                    <a:t>40</a:t>
                  </a:r>
                  <a:endParaRPr sz="1867" dirty="0"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54" name="Google Shape;69;p14">
                <a:extLst>
                  <a:ext uri="{FF2B5EF4-FFF2-40B4-BE49-F238E27FC236}">
                    <a16:creationId xmlns:a16="http://schemas.microsoft.com/office/drawing/2014/main" id="{2D6F9CB1-6F93-A1D6-3E8A-C7193CA0CED0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2" name="Google Shape;81;p14">
              <a:extLst>
                <a:ext uri="{FF2B5EF4-FFF2-40B4-BE49-F238E27FC236}">
                  <a16:creationId xmlns:a16="http://schemas.microsoft.com/office/drawing/2014/main" id="{22097197-2817-58A0-D9DC-4F4F3103919D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1" name="Google Shape;129;p15">
            <a:extLst>
              <a:ext uri="{FF2B5EF4-FFF2-40B4-BE49-F238E27FC236}">
                <a16:creationId xmlns:a16="http://schemas.microsoft.com/office/drawing/2014/main" id="{B505E6B6-90A7-1585-EF66-D64DBAC806B1}"/>
              </a:ext>
            </a:extLst>
          </p:cNvPr>
          <p:cNvCxnSpPr>
            <a:cxnSpLocks/>
            <a:stCxn id="26" idx="2"/>
            <a:endCxn id="55" idx="0"/>
          </p:cNvCxnSpPr>
          <p:nvPr/>
        </p:nvCxnSpPr>
        <p:spPr>
          <a:xfrm flipH="1">
            <a:off x="1356146" y="4848266"/>
            <a:ext cx="489051" cy="46506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" name="그룹 2">
            <a:extLst>
              <a:ext uri="{FF2B5EF4-FFF2-40B4-BE49-F238E27FC236}">
                <a16:creationId xmlns:a16="http://schemas.microsoft.com/office/drawing/2014/main" id="{B5A8D60A-2632-85F8-6ECF-AAC95CBFC449}"/>
              </a:ext>
            </a:extLst>
          </p:cNvPr>
          <p:cNvGrpSpPr/>
          <p:nvPr/>
        </p:nvGrpSpPr>
        <p:grpSpPr>
          <a:xfrm>
            <a:off x="2380993" y="5313332"/>
            <a:ext cx="1071603" cy="1118400"/>
            <a:chOff x="2576366" y="4663498"/>
            <a:chExt cx="1071603" cy="1118400"/>
          </a:xfrm>
        </p:grpSpPr>
        <p:grpSp>
          <p:nvGrpSpPr>
            <p:cNvPr id="4" name="Google Shape;65;p14">
              <a:extLst>
                <a:ext uri="{FF2B5EF4-FFF2-40B4-BE49-F238E27FC236}">
                  <a16:creationId xmlns:a16="http://schemas.microsoft.com/office/drawing/2014/main" id="{08297826-7089-12D3-1090-339736B6AB36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63" name="Google Shape;66;p14">
                <a:extLst>
                  <a:ext uri="{FF2B5EF4-FFF2-40B4-BE49-F238E27FC236}">
                    <a16:creationId xmlns:a16="http://schemas.microsoft.com/office/drawing/2014/main" id="{F200FDEF-8873-8C3D-B348-00C72F06D052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66" name="Google Shape;67;p14">
                  <a:extLst>
                    <a:ext uri="{FF2B5EF4-FFF2-40B4-BE49-F238E27FC236}">
                      <a16:creationId xmlns:a16="http://schemas.microsoft.com/office/drawing/2014/main" id="{51856512-75B8-DF0F-DCE7-F5B9ECBE3D1D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0x05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7" name="Google Shape;68;p14">
                  <a:extLst>
                    <a:ext uri="{FF2B5EF4-FFF2-40B4-BE49-F238E27FC236}">
                      <a16:creationId xmlns:a16="http://schemas.microsoft.com/office/drawing/2014/main" id="{0A8EAE3B-3233-A91A-506B-353721976C9F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latin typeface="Arial"/>
                      <a:ea typeface="Arial"/>
                      <a:cs typeface="Arial"/>
                      <a:sym typeface="Arial"/>
                    </a:rPr>
                    <a:t>50</a:t>
                  </a:r>
                  <a:endParaRPr sz="1867" dirty="0"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4" name="Google Shape;69;p14">
                <a:extLst>
                  <a:ext uri="{FF2B5EF4-FFF2-40B4-BE49-F238E27FC236}">
                    <a16:creationId xmlns:a16="http://schemas.microsoft.com/office/drawing/2014/main" id="{0881958C-229B-9FBE-2EA4-FFCE2258106C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2" name="Google Shape;81;p14">
              <a:extLst>
                <a:ext uri="{FF2B5EF4-FFF2-40B4-BE49-F238E27FC236}">
                  <a16:creationId xmlns:a16="http://schemas.microsoft.com/office/drawing/2014/main" id="{E88E6F8D-DD68-0EA0-65E0-07D57BC2BED8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75" name="Google Shape;129;p15">
            <a:extLst>
              <a:ext uri="{FF2B5EF4-FFF2-40B4-BE49-F238E27FC236}">
                <a16:creationId xmlns:a16="http://schemas.microsoft.com/office/drawing/2014/main" id="{50779B68-6F63-CA8B-CAE7-4F3088CD5498}"/>
              </a:ext>
            </a:extLst>
          </p:cNvPr>
          <p:cNvCxnSpPr>
            <a:cxnSpLocks/>
            <a:stCxn id="19" idx="2"/>
            <a:endCxn id="66" idx="0"/>
          </p:cNvCxnSpPr>
          <p:nvPr/>
        </p:nvCxnSpPr>
        <p:spPr>
          <a:xfrm>
            <a:off x="2380994" y="4843064"/>
            <a:ext cx="535799" cy="470268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77" name="Google Shape;62;p14">
            <a:extLst>
              <a:ext uri="{FF2B5EF4-FFF2-40B4-BE49-F238E27FC236}">
                <a16:creationId xmlns:a16="http://schemas.microsoft.com/office/drawing/2014/main" id="{2364C99A-DA42-78B0-4DDE-962E4740F583}"/>
              </a:ext>
            </a:extLst>
          </p:cNvPr>
          <p:cNvGrpSpPr/>
          <p:nvPr/>
        </p:nvGrpSpPr>
        <p:grpSpPr>
          <a:xfrm>
            <a:off x="753033" y="1219200"/>
            <a:ext cx="1071600" cy="745600"/>
            <a:chOff x="725125" y="742575"/>
            <a:chExt cx="803700" cy="559200"/>
          </a:xfrm>
        </p:grpSpPr>
        <p:sp>
          <p:nvSpPr>
            <p:cNvPr id="78" name="Google Shape;63;p14">
              <a:extLst>
                <a:ext uri="{FF2B5EF4-FFF2-40B4-BE49-F238E27FC236}">
                  <a16:creationId xmlns:a16="http://schemas.microsoft.com/office/drawing/2014/main" id="{194410B9-998B-A4C4-640B-93E33268EF03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pSeed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64;p14">
              <a:extLst>
                <a:ext uri="{FF2B5EF4-FFF2-40B4-BE49-F238E27FC236}">
                  <a16:creationId xmlns:a16="http://schemas.microsoft.com/office/drawing/2014/main" id="{24487828-FC37-FDE3-AE23-7AC092AC2CD7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0" name="Google Shape;129;p15">
            <a:extLst>
              <a:ext uri="{FF2B5EF4-FFF2-40B4-BE49-F238E27FC236}">
                <a16:creationId xmlns:a16="http://schemas.microsoft.com/office/drawing/2014/main" id="{A00A8C1D-F44D-7048-D334-4B4C099790A3}"/>
              </a:ext>
            </a:extLst>
          </p:cNvPr>
          <p:cNvCxnSpPr>
            <a:cxnSpLocks/>
            <a:stCxn id="79" idx="3"/>
            <a:endCxn id="41" idx="1"/>
          </p:cNvCxnSpPr>
          <p:nvPr/>
        </p:nvCxnSpPr>
        <p:spPr>
          <a:xfrm>
            <a:off x="1824633" y="1778400"/>
            <a:ext cx="629515" cy="7186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2" name="Google Shape;70;p14">
            <a:extLst>
              <a:ext uri="{FF2B5EF4-FFF2-40B4-BE49-F238E27FC236}">
                <a16:creationId xmlns:a16="http://schemas.microsoft.com/office/drawing/2014/main" id="{33DD721C-C3E4-93B1-0887-679BD7E8433D}"/>
              </a:ext>
            </a:extLst>
          </p:cNvPr>
          <p:cNvGrpSpPr/>
          <p:nvPr/>
        </p:nvGrpSpPr>
        <p:grpSpPr>
          <a:xfrm>
            <a:off x="5888712" y="1565000"/>
            <a:ext cx="1071600" cy="745600"/>
            <a:chOff x="725125" y="742575"/>
            <a:chExt cx="803700" cy="559200"/>
          </a:xfrm>
        </p:grpSpPr>
        <p:sp>
          <p:nvSpPr>
            <p:cNvPr id="36" name="Google Shape;71;p14">
              <a:extLst>
                <a:ext uri="{FF2B5EF4-FFF2-40B4-BE49-F238E27FC236}">
                  <a16:creationId xmlns:a16="http://schemas.microsoft.com/office/drawing/2014/main" id="{08E84847-30A0-9B7C-88AF-AC2D6BFC3D2C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72;p14">
              <a:extLst>
                <a:ext uri="{FF2B5EF4-FFF2-40B4-BE49-F238E27FC236}">
                  <a16:creationId xmlns:a16="http://schemas.microsoft.com/office/drawing/2014/main" id="{BA2CA0FA-DE47-8B83-1E11-388F3384BA64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7" name="Google Shape;129;p15">
            <a:extLst>
              <a:ext uri="{FF2B5EF4-FFF2-40B4-BE49-F238E27FC236}">
                <a16:creationId xmlns:a16="http://schemas.microsoft.com/office/drawing/2014/main" id="{D51BCB5C-465A-E111-3D70-BCAF07887814}"/>
              </a:ext>
            </a:extLst>
          </p:cNvPr>
          <p:cNvCxnSpPr>
            <a:cxnSpLocks/>
            <a:stCxn id="47" idx="1"/>
            <a:endCxn id="41" idx="3"/>
          </p:cNvCxnSpPr>
          <p:nvPr/>
        </p:nvCxnSpPr>
        <p:spPr>
          <a:xfrm flipH="1">
            <a:off x="3525748" y="2124200"/>
            <a:ext cx="2362964" cy="3728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5E2B2B5-AC2A-D221-ED76-49253358C66F}"/>
              </a:ext>
            </a:extLst>
          </p:cNvPr>
          <p:cNvSpPr txBox="1"/>
          <p:nvPr/>
        </p:nvSpPr>
        <p:spPr>
          <a:xfrm>
            <a:off x="5254052" y="1120245"/>
            <a:ext cx="406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53 Traverse(</a:t>
            </a:r>
            <a:r>
              <a:rPr lang="en-US" altLang="ko-KR" dirty="0" err="1"/>
              <a:t>pSeed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21" name="Google Shape;70;p14">
            <a:extLst>
              <a:ext uri="{FF2B5EF4-FFF2-40B4-BE49-F238E27FC236}">
                <a16:creationId xmlns:a16="http://schemas.microsoft.com/office/drawing/2014/main" id="{79553BCA-6BBD-AFC6-3037-298BC63C6F02}"/>
              </a:ext>
            </a:extLst>
          </p:cNvPr>
          <p:cNvGrpSpPr/>
          <p:nvPr/>
        </p:nvGrpSpPr>
        <p:grpSpPr>
          <a:xfrm>
            <a:off x="6214452" y="2926013"/>
            <a:ext cx="1071600" cy="745600"/>
            <a:chOff x="725125" y="742575"/>
            <a:chExt cx="803700" cy="559200"/>
          </a:xfrm>
        </p:grpSpPr>
        <p:sp>
          <p:nvSpPr>
            <p:cNvPr id="23" name="Google Shape;71;p14">
              <a:extLst>
                <a:ext uri="{FF2B5EF4-FFF2-40B4-BE49-F238E27FC236}">
                  <a16:creationId xmlns:a16="http://schemas.microsoft.com/office/drawing/2014/main" id="{66214A4D-AFF1-BC1A-7B6A-B04CA38D3A21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72;p14">
              <a:extLst>
                <a:ext uri="{FF2B5EF4-FFF2-40B4-BE49-F238E27FC236}">
                  <a16:creationId xmlns:a16="http://schemas.microsoft.com/office/drawing/2014/main" id="{FF88CC8E-4115-72AE-9DF8-46E0F299D0E7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8" name="Google Shape;129;p15">
            <a:extLst>
              <a:ext uri="{FF2B5EF4-FFF2-40B4-BE49-F238E27FC236}">
                <a16:creationId xmlns:a16="http://schemas.microsoft.com/office/drawing/2014/main" id="{1666B42C-B59C-79BF-E396-3EE17AEC8350}"/>
              </a:ext>
            </a:extLst>
          </p:cNvPr>
          <p:cNvCxnSpPr>
            <a:cxnSpLocks/>
            <a:stCxn id="29" idx="1"/>
            <a:endCxn id="45" idx="3"/>
          </p:cNvCxnSpPr>
          <p:nvPr/>
        </p:nvCxnSpPr>
        <p:spPr>
          <a:xfrm flipH="1">
            <a:off x="4330697" y="3485213"/>
            <a:ext cx="1883755" cy="425851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7B67843-F05B-F08B-5265-B7D742A992F2}"/>
              </a:ext>
            </a:extLst>
          </p:cNvPr>
          <p:cNvSpPr txBox="1"/>
          <p:nvPr/>
        </p:nvSpPr>
        <p:spPr>
          <a:xfrm>
            <a:off x="5533452" y="2506168"/>
            <a:ext cx="406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47 Traverse(</a:t>
            </a:r>
            <a:r>
              <a:rPr lang="en-US" altLang="ko-KR" dirty="0" err="1"/>
              <a:t>pNode</a:t>
            </a:r>
            <a:r>
              <a:rPr lang="en-US" altLang="ko-KR" dirty="0"/>
              <a:t>-&gt;</a:t>
            </a:r>
            <a:r>
              <a:rPr lang="en-US" altLang="ko-KR" dirty="0" err="1"/>
              <a:t>pRight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3188F12-E550-7727-5E81-5A3E84B73E1C}"/>
              </a:ext>
            </a:extLst>
          </p:cNvPr>
          <p:cNvSpPr txBox="1"/>
          <p:nvPr/>
        </p:nvSpPr>
        <p:spPr>
          <a:xfrm>
            <a:off x="9736100" y="1159847"/>
            <a:ext cx="1071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48 40</a:t>
            </a:r>
          </a:p>
          <a:p>
            <a:r>
              <a:rPr lang="en-US" altLang="ko-KR" dirty="0"/>
              <a:t>    50</a:t>
            </a:r>
          </a:p>
          <a:p>
            <a:r>
              <a:rPr lang="en-US" altLang="ko-KR" dirty="0"/>
              <a:t>    20</a:t>
            </a:r>
          </a:p>
        </p:txBody>
      </p:sp>
      <p:grpSp>
        <p:nvGrpSpPr>
          <p:cNvPr id="15" name="Google Shape;70;p14">
            <a:extLst>
              <a:ext uri="{FF2B5EF4-FFF2-40B4-BE49-F238E27FC236}">
                <a16:creationId xmlns:a16="http://schemas.microsoft.com/office/drawing/2014/main" id="{D9CBD7C7-23F9-C36D-1910-8EC95722EF0B}"/>
              </a:ext>
            </a:extLst>
          </p:cNvPr>
          <p:cNvGrpSpPr/>
          <p:nvPr/>
        </p:nvGrpSpPr>
        <p:grpSpPr>
          <a:xfrm>
            <a:off x="6464704" y="4283864"/>
            <a:ext cx="1071600" cy="745600"/>
            <a:chOff x="725125" y="742575"/>
            <a:chExt cx="803700" cy="559200"/>
          </a:xfrm>
        </p:grpSpPr>
        <p:sp>
          <p:nvSpPr>
            <p:cNvPr id="30" name="Google Shape;71;p14">
              <a:extLst>
                <a:ext uri="{FF2B5EF4-FFF2-40B4-BE49-F238E27FC236}">
                  <a16:creationId xmlns:a16="http://schemas.microsoft.com/office/drawing/2014/main" id="{E0F03A39-29B8-E518-AC67-173F2BD856B5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72;p14">
              <a:extLst>
                <a:ext uri="{FF2B5EF4-FFF2-40B4-BE49-F238E27FC236}">
                  <a16:creationId xmlns:a16="http://schemas.microsoft.com/office/drawing/2014/main" id="{09612918-E604-174F-6C40-D25054EFC617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5E108479-AF12-5E72-DDA2-351BBD815EC3}"/>
              </a:ext>
            </a:extLst>
          </p:cNvPr>
          <p:cNvSpPr txBox="1"/>
          <p:nvPr/>
        </p:nvSpPr>
        <p:spPr>
          <a:xfrm>
            <a:off x="5981702" y="3911064"/>
            <a:ext cx="406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45 Traverse(</a:t>
            </a:r>
            <a:r>
              <a:rPr lang="en-US" altLang="ko-KR" dirty="0" err="1"/>
              <a:t>pNode</a:t>
            </a:r>
            <a:r>
              <a:rPr lang="en-US" altLang="ko-KR" dirty="0"/>
              <a:t>-&gt;</a:t>
            </a:r>
            <a:r>
              <a:rPr lang="en-US" altLang="ko-KR" dirty="0" err="1"/>
              <a:t>pLeft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8" name="Google Shape;324;p23">
            <a:extLst>
              <a:ext uri="{FF2B5EF4-FFF2-40B4-BE49-F238E27FC236}">
                <a16:creationId xmlns:a16="http://schemas.microsoft.com/office/drawing/2014/main" id="{35296C15-ADC7-1BE9-E4D2-EC56387F8BC7}"/>
              </a:ext>
            </a:extLst>
          </p:cNvPr>
          <p:cNvCxnSpPr>
            <a:cxnSpLocks/>
            <a:stCxn id="43" idx="3"/>
            <a:endCxn id="31" idx="0"/>
          </p:cNvCxnSpPr>
          <p:nvPr/>
        </p:nvCxnSpPr>
        <p:spPr>
          <a:xfrm>
            <a:off x="3775645" y="4656664"/>
            <a:ext cx="322485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1E96A829-0897-95E3-77D3-1FA83B6A1399}"/>
              </a:ext>
            </a:extLst>
          </p:cNvPr>
          <p:cNvSpPr txBox="1"/>
          <p:nvPr/>
        </p:nvSpPr>
        <p:spPr>
          <a:xfrm>
            <a:off x="7603553" y="4671443"/>
            <a:ext cx="2374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43 if (!</a:t>
            </a:r>
            <a:r>
              <a:rPr lang="en-US" altLang="ko-KR" dirty="0" err="1"/>
              <a:t>pNode</a:t>
            </a:r>
            <a:r>
              <a:rPr lang="en-US" altLang="ko-KR" dirty="0"/>
              <a:t>) return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2886478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537E2-060F-F51C-A2E5-569602111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Google Shape;324;p23">
            <a:extLst>
              <a:ext uri="{FF2B5EF4-FFF2-40B4-BE49-F238E27FC236}">
                <a16:creationId xmlns:a16="http://schemas.microsoft.com/office/drawing/2014/main" id="{FA4BAF30-95C3-6BC7-B3F3-50D909ECAC6E}"/>
              </a:ext>
            </a:extLst>
          </p:cNvPr>
          <p:cNvCxnSpPr>
            <a:cxnSpLocks/>
          </p:cNvCxnSpPr>
          <p:nvPr/>
        </p:nvCxnSpPr>
        <p:spPr>
          <a:xfrm>
            <a:off x="6849760" y="544531"/>
            <a:ext cx="176084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13" name="Google Shape;129;p15">
            <a:extLst>
              <a:ext uri="{FF2B5EF4-FFF2-40B4-BE49-F238E27FC236}">
                <a16:creationId xmlns:a16="http://schemas.microsoft.com/office/drawing/2014/main" id="{0D79C3B7-593B-CAB4-7F90-F77BEE1343ED}"/>
              </a:ext>
            </a:extLst>
          </p:cNvPr>
          <p:cNvCxnSpPr>
            <a:cxnSpLocks/>
          </p:cNvCxnSpPr>
          <p:nvPr/>
        </p:nvCxnSpPr>
        <p:spPr>
          <a:xfrm>
            <a:off x="9046860" y="544531"/>
            <a:ext cx="176084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C55DCE46-9DFE-203E-A7AE-8306570F4583}"/>
              </a:ext>
            </a:extLst>
          </p:cNvPr>
          <p:cNvGrpSpPr/>
          <p:nvPr/>
        </p:nvGrpSpPr>
        <p:grpSpPr>
          <a:xfrm>
            <a:off x="2454148" y="2310600"/>
            <a:ext cx="1071603" cy="1118400"/>
            <a:chOff x="2576366" y="4663498"/>
            <a:chExt cx="1071603" cy="1118400"/>
          </a:xfrm>
        </p:grpSpPr>
        <p:grpSp>
          <p:nvGrpSpPr>
            <p:cNvPr id="38" name="Google Shape;65;p14">
              <a:extLst>
                <a:ext uri="{FF2B5EF4-FFF2-40B4-BE49-F238E27FC236}">
                  <a16:creationId xmlns:a16="http://schemas.microsoft.com/office/drawing/2014/main" id="{8FF53621-1221-9657-FEAB-08D79384398C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39" name="Google Shape;66;p14">
                <a:extLst>
                  <a:ext uri="{FF2B5EF4-FFF2-40B4-BE49-F238E27FC236}">
                    <a16:creationId xmlns:a16="http://schemas.microsoft.com/office/drawing/2014/main" id="{3667BBAE-877E-ED64-3C59-B62538C3FC23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41" name="Google Shape;67;p14">
                  <a:extLst>
                    <a:ext uri="{FF2B5EF4-FFF2-40B4-BE49-F238E27FC236}">
                      <a16:creationId xmlns:a16="http://schemas.microsoft.com/office/drawing/2014/main" id="{2CB64BCA-434C-8D9F-7ECA-C6B3EEF26087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0x01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" name="Google Shape;68;p14">
                  <a:extLst>
                    <a:ext uri="{FF2B5EF4-FFF2-40B4-BE49-F238E27FC236}">
                      <a16:creationId xmlns:a16="http://schemas.microsoft.com/office/drawing/2014/main" id="{BA4A2547-7465-E9F5-CCB2-C59290A4744D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" name="Google Shape;69;p14">
                <a:extLst>
                  <a:ext uri="{FF2B5EF4-FFF2-40B4-BE49-F238E27FC236}">
                    <a16:creationId xmlns:a16="http://schemas.microsoft.com/office/drawing/2014/main" id="{EBAD7DD2-7FC8-4BAF-64F6-39062F6B24EE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latin typeface="Arial"/>
                    <a:ea typeface="Arial"/>
                    <a:cs typeface="Arial"/>
                    <a:sym typeface="Arial"/>
                  </a:rPr>
                  <a:t>0x02</a:t>
                </a:r>
                <a:endParaRPr sz="10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4" name="Google Shape;81;p14">
              <a:extLst>
                <a:ext uri="{FF2B5EF4-FFF2-40B4-BE49-F238E27FC236}">
                  <a16:creationId xmlns:a16="http://schemas.microsoft.com/office/drawing/2014/main" id="{48A2DC1D-AE29-9FB5-7F62-4E2042B5E6BD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latin typeface="Arial"/>
                  <a:ea typeface="Arial"/>
                  <a:cs typeface="Arial"/>
                  <a:sym typeface="Arial"/>
                </a:rPr>
                <a:t>0x03</a:t>
              </a:r>
              <a:endParaRPr sz="10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0246052A-28D5-2D8F-B1E7-38B18197D86B}"/>
              </a:ext>
            </a:extLst>
          </p:cNvPr>
          <p:cNvGrpSpPr/>
          <p:nvPr/>
        </p:nvGrpSpPr>
        <p:grpSpPr>
          <a:xfrm>
            <a:off x="1586921" y="3729866"/>
            <a:ext cx="1071603" cy="1118400"/>
            <a:chOff x="2576366" y="4663498"/>
            <a:chExt cx="1071603" cy="1118400"/>
          </a:xfrm>
        </p:grpSpPr>
        <p:grpSp>
          <p:nvGrpSpPr>
            <p:cNvPr id="18" name="Google Shape;65;p14">
              <a:extLst>
                <a:ext uri="{FF2B5EF4-FFF2-40B4-BE49-F238E27FC236}">
                  <a16:creationId xmlns:a16="http://schemas.microsoft.com/office/drawing/2014/main" id="{E16AB7F0-A36A-7E3A-2019-4295E1959880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24" name="Google Shape;66;p14">
                <a:extLst>
                  <a:ext uri="{FF2B5EF4-FFF2-40B4-BE49-F238E27FC236}">
                    <a16:creationId xmlns:a16="http://schemas.microsoft.com/office/drawing/2014/main" id="{5363AF4D-CB19-3055-7C3A-F6B2905E6A34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27" name="Google Shape;67;p14">
                  <a:extLst>
                    <a:ext uri="{FF2B5EF4-FFF2-40B4-BE49-F238E27FC236}">
                      <a16:creationId xmlns:a16="http://schemas.microsoft.com/office/drawing/2014/main" id="{C138B656-ADE0-3976-FAEF-4F4F91FB4156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0x02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" name="Google Shape;68;p14">
                  <a:extLst>
                    <a:ext uri="{FF2B5EF4-FFF2-40B4-BE49-F238E27FC236}">
                      <a16:creationId xmlns:a16="http://schemas.microsoft.com/office/drawing/2014/main" id="{5C0CC2BC-6268-7ED9-E8F6-89B22473A739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latin typeface="Arial"/>
                      <a:ea typeface="Arial"/>
                      <a:cs typeface="Arial"/>
                      <a:sym typeface="Arial"/>
                    </a:rPr>
                    <a:t>20</a:t>
                  </a:r>
                  <a:endParaRPr sz="1867" dirty="0"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6" name="Google Shape;69;p14">
                <a:extLst>
                  <a:ext uri="{FF2B5EF4-FFF2-40B4-BE49-F238E27FC236}">
                    <a16:creationId xmlns:a16="http://schemas.microsoft.com/office/drawing/2014/main" id="{A277FC81-A573-4FA7-39CF-727EB506C9E2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latin typeface="Arial"/>
                    <a:ea typeface="Arial"/>
                    <a:cs typeface="Arial"/>
                    <a:sym typeface="Arial"/>
                  </a:rPr>
                  <a:t>0x04</a:t>
                </a:r>
                <a:endParaRPr sz="10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" name="Google Shape;81;p14">
              <a:extLst>
                <a:ext uri="{FF2B5EF4-FFF2-40B4-BE49-F238E27FC236}">
                  <a16:creationId xmlns:a16="http://schemas.microsoft.com/office/drawing/2014/main" id="{A0AE2914-C760-1B96-1427-C6A138C3CE3E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latin typeface="Arial"/>
                  <a:ea typeface="Arial"/>
                  <a:cs typeface="Arial"/>
                  <a:sym typeface="Arial"/>
                </a:rPr>
                <a:t>0x05</a:t>
              </a:r>
              <a:endParaRPr sz="10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302754FC-E65C-BADB-B567-01C3B26EE88E}"/>
              </a:ext>
            </a:extLst>
          </p:cNvPr>
          <p:cNvSpPr txBox="1"/>
          <p:nvPr/>
        </p:nvSpPr>
        <p:spPr>
          <a:xfrm>
            <a:off x="266700" y="451668"/>
            <a:ext cx="406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트리 순회하기</a:t>
            </a:r>
          </a:p>
        </p:txBody>
      </p:sp>
      <p:cxnSp>
        <p:nvCxnSpPr>
          <p:cNvPr id="5" name="Google Shape;129;p15">
            <a:extLst>
              <a:ext uri="{FF2B5EF4-FFF2-40B4-BE49-F238E27FC236}">
                <a16:creationId xmlns:a16="http://schemas.microsoft.com/office/drawing/2014/main" id="{3B69F5E6-3349-0EE2-F4F9-7E0E5E2CB55A}"/>
              </a:ext>
            </a:extLst>
          </p:cNvPr>
          <p:cNvCxnSpPr>
            <a:cxnSpLocks/>
            <a:stCxn id="40" idx="2"/>
            <a:endCxn id="27" idx="0"/>
          </p:cNvCxnSpPr>
          <p:nvPr/>
        </p:nvCxnSpPr>
        <p:spPr>
          <a:xfrm flipH="1">
            <a:off x="2122721" y="3429000"/>
            <a:ext cx="589703" cy="30086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562C470D-0612-C477-6C9A-65D239834F75}"/>
              </a:ext>
            </a:extLst>
          </p:cNvPr>
          <p:cNvGrpSpPr/>
          <p:nvPr/>
        </p:nvGrpSpPr>
        <p:grpSpPr>
          <a:xfrm>
            <a:off x="3259097" y="3724664"/>
            <a:ext cx="1071603" cy="1118400"/>
            <a:chOff x="2576366" y="4663498"/>
            <a:chExt cx="1071603" cy="1118400"/>
          </a:xfrm>
        </p:grpSpPr>
        <p:grpSp>
          <p:nvGrpSpPr>
            <p:cNvPr id="34" name="Google Shape;65;p14">
              <a:extLst>
                <a:ext uri="{FF2B5EF4-FFF2-40B4-BE49-F238E27FC236}">
                  <a16:creationId xmlns:a16="http://schemas.microsoft.com/office/drawing/2014/main" id="{71274A81-C4CD-5432-0BF1-3B13ACACFE6C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37" name="Google Shape;66;p14">
                <a:extLst>
                  <a:ext uri="{FF2B5EF4-FFF2-40B4-BE49-F238E27FC236}">
                    <a16:creationId xmlns:a16="http://schemas.microsoft.com/office/drawing/2014/main" id="{22081521-4FAD-4EE6-11F0-24329E3F89BB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45" name="Google Shape;67;p14">
                  <a:extLst>
                    <a:ext uri="{FF2B5EF4-FFF2-40B4-BE49-F238E27FC236}">
                      <a16:creationId xmlns:a16="http://schemas.microsoft.com/office/drawing/2014/main" id="{52FFE563-6D61-FEF2-74CF-D753C4BB3695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0x03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" name="Google Shape;68;p14">
                  <a:extLst>
                    <a:ext uri="{FF2B5EF4-FFF2-40B4-BE49-F238E27FC236}">
                      <a16:creationId xmlns:a16="http://schemas.microsoft.com/office/drawing/2014/main" id="{C76AACA9-36A5-D139-2CAF-4B1C2079FA15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30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3" name="Google Shape;69;p14">
                <a:extLst>
                  <a:ext uri="{FF2B5EF4-FFF2-40B4-BE49-F238E27FC236}">
                    <a16:creationId xmlns:a16="http://schemas.microsoft.com/office/drawing/2014/main" id="{440A6E60-74CC-1F12-77D5-9E799D6BE01B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5" name="Google Shape;81;p14">
              <a:extLst>
                <a:ext uri="{FF2B5EF4-FFF2-40B4-BE49-F238E27FC236}">
                  <a16:creationId xmlns:a16="http://schemas.microsoft.com/office/drawing/2014/main" id="{B43F8186-1100-3659-23E6-135E08FA430E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" name="Google Shape;129;p15">
            <a:extLst>
              <a:ext uri="{FF2B5EF4-FFF2-40B4-BE49-F238E27FC236}">
                <a16:creationId xmlns:a16="http://schemas.microsoft.com/office/drawing/2014/main" id="{98678E06-2F17-3858-E0AC-59AC4D627B9A}"/>
              </a:ext>
            </a:extLst>
          </p:cNvPr>
          <p:cNvCxnSpPr>
            <a:cxnSpLocks/>
            <a:stCxn id="44" idx="2"/>
            <a:endCxn id="45" idx="0"/>
          </p:cNvCxnSpPr>
          <p:nvPr/>
        </p:nvCxnSpPr>
        <p:spPr>
          <a:xfrm>
            <a:off x="3248221" y="3423798"/>
            <a:ext cx="546676" cy="30086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00ACC75C-05F6-1B13-9E38-67A831ADF3F9}"/>
              </a:ext>
            </a:extLst>
          </p:cNvPr>
          <p:cNvGrpSpPr/>
          <p:nvPr/>
        </p:nvGrpSpPr>
        <p:grpSpPr>
          <a:xfrm>
            <a:off x="820346" y="5313332"/>
            <a:ext cx="1071603" cy="1118400"/>
            <a:chOff x="2576366" y="4663498"/>
            <a:chExt cx="1071603" cy="1118400"/>
          </a:xfrm>
        </p:grpSpPr>
        <p:grpSp>
          <p:nvGrpSpPr>
            <p:cNvPr id="25" name="Google Shape;65;p14">
              <a:extLst>
                <a:ext uri="{FF2B5EF4-FFF2-40B4-BE49-F238E27FC236}">
                  <a16:creationId xmlns:a16="http://schemas.microsoft.com/office/drawing/2014/main" id="{3F8846A7-2894-08B5-90C4-45E2E48A1043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53" name="Google Shape;66;p14">
                <a:extLst>
                  <a:ext uri="{FF2B5EF4-FFF2-40B4-BE49-F238E27FC236}">
                    <a16:creationId xmlns:a16="http://schemas.microsoft.com/office/drawing/2014/main" id="{DD65A638-E277-D12E-4C9A-8493EE00C414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55" name="Google Shape;67;p14">
                  <a:extLst>
                    <a:ext uri="{FF2B5EF4-FFF2-40B4-BE49-F238E27FC236}">
                      <a16:creationId xmlns:a16="http://schemas.microsoft.com/office/drawing/2014/main" id="{FDADD243-DF06-7C90-5E38-04E4B06337B9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0x04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" name="Google Shape;68;p14">
                  <a:extLst>
                    <a:ext uri="{FF2B5EF4-FFF2-40B4-BE49-F238E27FC236}">
                      <a16:creationId xmlns:a16="http://schemas.microsoft.com/office/drawing/2014/main" id="{4FE45005-752E-9DC7-B6BF-F30F2428C505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latin typeface="Arial"/>
                      <a:ea typeface="Arial"/>
                      <a:cs typeface="Arial"/>
                      <a:sym typeface="Arial"/>
                    </a:rPr>
                    <a:t>40</a:t>
                  </a:r>
                  <a:endParaRPr sz="1867" dirty="0"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54" name="Google Shape;69;p14">
                <a:extLst>
                  <a:ext uri="{FF2B5EF4-FFF2-40B4-BE49-F238E27FC236}">
                    <a16:creationId xmlns:a16="http://schemas.microsoft.com/office/drawing/2014/main" id="{0CF1B17E-E012-BE38-C9E2-82A5685657BD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2" name="Google Shape;81;p14">
              <a:extLst>
                <a:ext uri="{FF2B5EF4-FFF2-40B4-BE49-F238E27FC236}">
                  <a16:creationId xmlns:a16="http://schemas.microsoft.com/office/drawing/2014/main" id="{0D85EA25-8536-C8A6-5446-ED5FB6301CDA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1" name="Google Shape;129;p15">
            <a:extLst>
              <a:ext uri="{FF2B5EF4-FFF2-40B4-BE49-F238E27FC236}">
                <a16:creationId xmlns:a16="http://schemas.microsoft.com/office/drawing/2014/main" id="{7BBE2D3A-FE52-E23F-8D2C-F57B064BA978}"/>
              </a:ext>
            </a:extLst>
          </p:cNvPr>
          <p:cNvCxnSpPr>
            <a:cxnSpLocks/>
            <a:stCxn id="26" idx="2"/>
            <a:endCxn id="55" idx="0"/>
          </p:cNvCxnSpPr>
          <p:nvPr/>
        </p:nvCxnSpPr>
        <p:spPr>
          <a:xfrm flipH="1">
            <a:off x="1356146" y="4848266"/>
            <a:ext cx="489051" cy="46506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" name="그룹 2">
            <a:extLst>
              <a:ext uri="{FF2B5EF4-FFF2-40B4-BE49-F238E27FC236}">
                <a16:creationId xmlns:a16="http://schemas.microsoft.com/office/drawing/2014/main" id="{F056BFD3-382A-1B57-7BD5-D06FC31AE798}"/>
              </a:ext>
            </a:extLst>
          </p:cNvPr>
          <p:cNvGrpSpPr/>
          <p:nvPr/>
        </p:nvGrpSpPr>
        <p:grpSpPr>
          <a:xfrm>
            <a:off x="2380993" y="5313332"/>
            <a:ext cx="1071603" cy="1118400"/>
            <a:chOff x="2576366" y="4663498"/>
            <a:chExt cx="1071603" cy="1118400"/>
          </a:xfrm>
        </p:grpSpPr>
        <p:grpSp>
          <p:nvGrpSpPr>
            <p:cNvPr id="4" name="Google Shape;65;p14">
              <a:extLst>
                <a:ext uri="{FF2B5EF4-FFF2-40B4-BE49-F238E27FC236}">
                  <a16:creationId xmlns:a16="http://schemas.microsoft.com/office/drawing/2014/main" id="{01C86F63-13C8-5791-A97A-A049609ACF0A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63" name="Google Shape;66;p14">
                <a:extLst>
                  <a:ext uri="{FF2B5EF4-FFF2-40B4-BE49-F238E27FC236}">
                    <a16:creationId xmlns:a16="http://schemas.microsoft.com/office/drawing/2014/main" id="{55DA306A-459C-A128-E78C-E3F93D5D1925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66" name="Google Shape;67;p14">
                  <a:extLst>
                    <a:ext uri="{FF2B5EF4-FFF2-40B4-BE49-F238E27FC236}">
                      <a16:creationId xmlns:a16="http://schemas.microsoft.com/office/drawing/2014/main" id="{6A482165-030A-2837-4B39-4610F1A88FFE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0x05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7" name="Google Shape;68;p14">
                  <a:extLst>
                    <a:ext uri="{FF2B5EF4-FFF2-40B4-BE49-F238E27FC236}">
                      <a16:creationId xmlns:a16="http://schemas.microsoft.com/office/drawing/2014/main" id="{C70578FD-A9F1-1A80-FDC7-0450FBDFAAC6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latin typeface="Arial"/>
                      <a:ea typeface="Arial"/>
                      <a:cs typeface="Arial"/>
                      <a:sym typeface="Arial"/>
                    </a:rPr>
                    <a:t>50</a:t>
                  </a:r>
                  <a:endParaRPr sz="1867" dirty="0"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4" name="Google Shape;69;p14">
                <a:extLst>
                  <a:ext uri="{FF2B5EF4-FFF2-40B4-BE49-F238E27FC236}">
                    <a16:creationId xmlns:a16="http://schemas.microsoft.com/office/drawing/2014/main" id="{9DE97F74-57E3-914E-BCD9-CDB8B7F8B10A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2" name="Google Shape;81;p14">
              <a:extLst>
                <a:ext uri="{FF2B5EF4-FFF2-40B4-BE49-F238E27FC236}">
                  <a16:creationId xmlns:a16="http://schemas.microsoft.com/office/drawing/2014/main" id="{6A66A816-6283-7B73-3630-55A704CF6AC1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75" name="Google Shape;129;p15">
            <a:extLst>
              <a:ext uri="{FF2B5EF4-FFF2-40B4-BE49-F238E27FC236}">
                <a16:creationId xmlns:a16="http://schemas.microsoft.com/office/drawing/2014/main" id="{D71F5D66-17D7-79B0-240D-3C006127F526}"/>
              </a:ext>
            </a:extLst>
          </p:cNvPr>
          <p:cNvCxnSpPr>
            <a:cxnSpLocks/>
            <a:stCxn id="19" idx="2"/>
            <a:endCxn id="66" idx="0"/>
          </p:cNvCxnSpPr>
          <p:nvPr/>
        </p:nvCxnSpPr>
        <p:spPr>
          <a:xfrm>
            <a:off x="2380994" y="4843064"/>
            <a:ext cx="535799" cy="470268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77" name="Google Shape;62;p14">
            <a:extLst>
              <a:ext uri="{FF2B5EF4-FFF2-40B4-BE49-F238E27FC236}">
                <a16:creationId xmlns:a16="http://schemas.microsoft.com/office/drawing/2014/main" id="{BBD6B85C-B9A0-93A3-A581-D8508F338F21}"/>
              </a:ext>
            </a:extLst>
          </p:cNvPr>
          <p:cNvGrpSpPr/>
          <p:nvPr/>
        </p:nvGrpSpPr>
        <p:grpSpPr>
          <a:xfrm>
            <a:off x="753033" y="1219200"/>
            <a:ext cx="1071600" cy="745600"/>
            <a:chOff x="725125" y="742575"/>
            <a:chExt cx="803700" cy="559200"/>
          </a:xfrm>
        </p:grpSpPr>
        <p:sp>
          <p:nvSpPr>
            <p:cNvPr id="78" name="Google Shape;63;p14">
              <a:extLst>
                <a:ext uri="{FF2B5EF4-FFF2-40B4-BE49-F238E27FC236}">
                  <a16:creationId xmlns:a16="http://schemas.microsoft.com/office/drawing/2014/main" id="{12B2F609-7C84-463B-9A42-B8DE31240EE2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pSeed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64;p14">
              <a:extLst>
                <a:ext uri="{FF2B5EF4-FFF2-40B4-BE49-F238E27FC236}">
                  <a16:creationId xmlns:a16="http://schemas.microsoft.com/office/drawing/2014/main" id="{84E2FFD7-2F31-22F9-65AE-109AEBC64BC8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0" name="Google Shape;129;p15">
            <a:extLst>
              <a:ext uri="{FF2B5EF4-FFF2-40B4-BE49-F238E27FC236}">
                <a16:creationId xmlns:a16="http://schemas.microsoft.com/office/drawing/2014/main" id="{66F79798-F588-7788-E740-AB8849931B3C}"/>
              </a:ext>
            </a:extLst>
          </p:cNvPr>
          <p:cNvCxnSpPr>
            <a:cxnSpLocks/>
            <a:stCxn id="79" idx="3"/>
            <a:endCxn id="41" idx="1"/>
          </p:cNvCxnSpPr>
          <p:nvPr/>
        </p:nvCxnSpPr>
        <p:spPr>
          <a:xfrm>
            <a:off x="1824633" y="1778400"/>
            <a:ext cx="629515" cy="7186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2" name="Google Shape;70;p14">
            <a:extLst>
              <a:ext uri="{FF2B5EF4-FFF2-40B4-BE49-F238E27FC236}">
                <a16:creationId xmlns:a16="http://schemas.microsoft.com/office/drawing/2014/main" id="{D8C1C1E1-3B51-E6DF-2FB9-A89D1434E716}"/>
              </a:ext>
            </a:extLst>
          </p:cNvPr>
          <p:cNvGrpSpPr/>
          <p:nvPr/>
        </p:nvGrpSpPr>
        <p:grpSpPr>
          <a:xfrm>
            <a:off x="5888712" y="1565000"/>
            <a:ext cx="1071600" cy="745600"/>
            <a:chOff x="725125" y="742575"/>
            <a:chExt cx="803700" cy="559200"/>
          </a:xfrm>
        </p:grpSpPr>
        <p:sp>
          <p:nvSpPr>
            <p:cNvPr id="36" name="Google Shape;71;p14">
              <a:extLst>
                <a:ext uri="{FF2B5EF4-FFF2-40B4-BE49-F238E27FC236}">
                  <a16:creationId xmlns:a16="http://schemas.microsoft.com/office/drawing/2014/main" id="{AFD061AD-052A-FE61-23FD-AA903458E8D1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72;p14">
              <a:extLst>
                <a:ext uri="{FF2B5EF4-FFF2-40B4-BE49-F238E27FC236}">
                  <a16:creationId xmlns:a16="http://schemas.microsoft.com/office/drawing/2014/main" id="{7D81D090-A30E-C684-4FC0-C45DD128CF2B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7" name="Google Shape;129;p15">
            <a:extLst>
              <a:ext uri="{FF2B5EF4-FFF2-40B4-BE49-F238E27FC236}">
                <a16:creationId xmlns:a16="http://schemas.microsoft.com/office/drawing/2014/main" id="{49486A98-689D-CCB8-FAC5-BF05764F8642}"/>
              </a:ext>
            </a:extLst>
          </p:cNvPr>
          <p:cNvCxnSpPr>
            <a:cxnSpLocks/>
            <a:stCxn id="47" idx="1"/>
            <a:endCxn id="41" idx="3"/>
          </p:cNvCxnSpPr>
          <p:nvPr/>
        </p:nvCxnSpPr>
        <p:spPr>
          <a:xfrm flipH="1">
            <a:off x="3525748" y="2124200"/>
            <a:ext cx="2362964" cy="3728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AC14516-C5C0-BB87-10A1-5666ED9BB6C4}"/>
              </a:ext>
            </a:extLst>
          </p:cNvPr>
          <p:cNvSpPr txBox="1"/>
          <p:nvPr/>
        </p:nvSpPr>
        <p:spPr>
          <a:xfrm>
            <a:off x="5254052" y="1120245"/>
            <a:ext cx="406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53 Traverse(</a:t>
            </a:r>
            <a:r>
              <a:rPr lang="en-US" altLang="ko-KR" dirty="0" err="1"/>
              <a:t>pSeed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21" name="Google Shape;70;p14">
            <a:extLst>
              <a:ext uri="{FF2B5EF4-FFF2-40B4-BE49-F238E27FC236}">
                <a16:creationId xmlns:a16="http://schemas.microsoft.com/office/drawing/2014/main" id="{395EDE78-B02B-43A3-C0D9-E52D70FBE210}"/>
              </a:ext>
            </a:extLst>
          </p:cNvPr>
          <p:cNvGrpSpPr/>
          <p:nvPr/>
        </p:nvGrpSpPr>
        <p:grpSpPr>
          <a:xfrm>
            <a:off x="6214452" y="2926013"/>
            <a:ext cx="1071600" cy="745600"/>
            <a:chOff x="725125" y="742575"/>
            <a:chExt cx="803700" cy="559200"/>
          </a:xfrm>
        </p:grpSpPr>
        <p:sp>
          <p:nvSpPr>
            <p:cNvPr id="23" name="Google Shape;71;p14">
              <a:extLst>
                <a:ext uri="{FF2B5EF4-FFF2-40B4-BE49-F238E27FC236}">
                  <a16:creationId xmlns:a16="http://schemas.microsoft.com/office/drawing/2014/main" id="{B889AA7F-F6A8-1ADB-D2FB-4731EE0E3B31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72;p14">
              <a:extLst>
                <a:ext uri="{FF2B5EF4-FFF2-40B4-BE49-F238E27FC236}">
                  <a16:creationId xmlns:a16="http://schemas.microsoft.com/office/drawing/2014/main" id="{04939206-6299-44FD-FF7F-2F34FBB49A19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8" name="Google Shape;129;p15">
            <a:extLst>
              <a:ext uri="{FF2B5EF4-FFF2-40B4-BE49-F238E27FC236}">
                <a16:creationId xmlns:a16="http://schemas.microsoft.com/office/drawing/2014/main" id="{1E6936C6-0682-FDCE-F269-3A67376542BC}"/>
              </a:ext>
            </a:extLst>
          </p:cNvPr>
          <p:cNvCxnSpPr>
            <a:cxnSpLocks/>
            <a:stCxn id="29" idx="1"/>
            <a:endCxn id="45" idx="3"/>
          </p:cNvCxnSpPr>
          <p:nvPr/>
        </p:nvCxnSpPr>
        <p:spPr>
          <a:xfrm flipH="1">
            <a:off x="4330697" y="3485213"/>
            <a:ext cx="1883755" cy="425851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91D8754-AD60-D294-6D20-3058DB7EFCD1}"/>
              </a:ext>
            </a:extLst>
          </p:cNvPr>
          <p:cNvSpPr txBox="1"/>
          <p:nvPr/>
        </p:nvSpPr>
        <p:spPr>
          <a:xfrm>
            <a:off x="5533452" y="2506168"/>
            <a:ext cx="406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47 Traverse(</a:t>
            </a:r>
            <a:r>
              <a:rPr lang="en-US" altLang="ko-KR" dirty="0" err="1"/>
              <a:t>pNode</a:t>
            </a:r>
            <a:r>
              <a:rPr lang="en-US" altLang="ko-KR" dirty="0"/>
              <a:t>-&gt;</a:t>
            </a:r>
            <a:r>
              <a:rPr lang="en-US" altLang="ko-KR" dirty="0" err="1"/>
              <a:t>pRight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8FCA0A-348D-1293-8558-5B28BB562195}"/>
              </a:ext>
            </a:extLst>
          </p:cNvPr>
          <p:cNvSpPr txBox="1"/>
          <p:nvPr/>
        </p:nvSpPr>
        <p:spPr>
          <a:xfrm>
            <a:off x="9736100" y="1159847"/>
            <a:ext cx="1071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48 40</a:t>
            </a:r>
          </a:p>
          <a:p>
            <a:r>
              <a:rPr lang="en-US" altLang="ko-KR" dirty="0"/>
              <a:t>    50</a:t>
            </a:r>
          </a:p>
          <a:p>
            <a:r>
              <a:rPr lang="en-US" altLang="ko-KR" dirty="0"/>
              <a:t>    20</a:t>
            </a:r>
          </a:p>
        </p:txBody>
      </p:sp>
      <p:grpSp>
        <p:nvGrpSpPr>
          <p:cNvPr id="15" name="Google Shape;70;p14">
            <a:extLst>
              <a:ext uri="{FF2B5EF4-FFF2-40B4-BE49-F238E27FC236}">
                <a16:creationId xmlns:a16="http://schemas.microsoft.com/office/drawing/2014/main" id="{31C3D5DC-5ADF-F85C-E776-0CA9EB953D9B}"/>
              </a:ext>
            </a:extLst>
          </p:cNvPr>
          <p:cNvGrpSpPr/>
          <p:nvPr/>
        </p:nvGrpSpPr>
        <p:grpSpPr>
          <a:xfrm>
            <a:off x="6464704" y="4283864"/>
            <a:ext cx="1071600" cy="745600"/>
            <a:chOff x="725125" y="742575"/>
            <a:chExt cx="803700" cy="559200"/>
          </a:xfrm>
        </p:grpSpPr>
        <p:sp>
          <p:nvSpPr>
            <p:cNvPr id="30" name="Google Shape;71;p14">
              <a:extLst>
                <a:ext uri="{FF2B5EF4-FFF2-40B4-BE49-F238E27FC236}">
                  <a16:creationId xmlns:a16="http://schemas.microsoft.com/office/drawing/2014/main" id="{AFAFC861-8D1C-EF1A-78A7-7C4C36E6F3AA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72;p14">
              <a:extLst>
                <a:ext uri="{FF2B5EF4-FFF2-40B4-BE49-F238E27FC236}">
                  <a16:creationId xmlns:a16="http://schemas.microsoft.com/office/drawing/2014/main" id="{E52983D8-41F0-0909-850A-715AA8B2BEBA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B36100A7-E799-7814-026B-13EDF0D0BC67}"/>
              </a:ext>
            </a:extLst>
          </p:cNvPr>
          <p:cNvSpPr txBox="1"/>
          <p:nvPr/>
        </p:nvSpPr>
        <p:spPr>
          <a:xfrm>
            <a:off x="5981702" y="3911064"/>
            <a:ext cx="406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47 Traverse(</a:t>
            </a:r>
            <a:r>
              <a:rPr lang="en-US" altLang="ko-KR" dirty="0" err="1"/>
              <a:t>pNode</a:t>
            </a:r>
            <a:r>
              <a:rPr lang="en-US" altLang="ko-KR" dirty="0"/>
              <a:t>-&gt;</a:t>
            </a:r>
            <a:r>
              <a:rPr lang="en-US" altLang="ko-KR" dirty="0" err="1"/>
              <a:t>pRight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8" name="Google Shape;324;p23">
            <a:extLst>
              <a:ext uri="{FF2B5EF4-FFF2-40B4-BE49-F238E27FC236}">
                <a16:creationId xmlns:a16="http://schemas.microsoft.com/office/drawing/2014/main" id="{8BDEAC6B-3174-1E9D-ACAA-5BE196E9642F}"/>
              </a:ext>
            </a:extLst>
          </p:cNvPr>
          <p:cNvCxnSpPr>
            <a:cxnSpLocks/>
            <a:stCxn id="35" idx="3"/>
            <a:endCxn id="31" idx="0"/>
          </p:cNvCxnSpPr>
          <p:nvPr/>
        </p:nvCxnSpPr>
        <p:spPr>
          <a:xfrm>
            <a:off x="4330697" y="4651845"/>
            <a:ext cx="2669807" cy="481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BB717C2A-5546-80FA-1103-CF4ABD477B4E}"/>
              </a:ext>
            </a:extLst>
          </p:cNvPr>
          <p:cNvSpPr txBox="1"/>
          <p:nvPr/>
        </p:nvSpPr>
        <p:spPr>
          <a:xfrm>
            <a:off x="7603553" y="4671443"/>
            <a:ext cx="2374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43 if (!</a:t>
            </a:r>
            <a:r>
              <a:rPr lang="en-US" altLang="ko-KR" dirty="0" err="1"/>
              <a:t>pNode</a:t>
            </a:r>
            <a:r>
              <a:rPr lang="en-US" altLang="ko-KR" dirty="0"/>
              <a:t>) return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6202438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05078-DDEA-A796-0933-A194913B7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Google Shape;324;p23">
            <a:extLst>
              <a:ext uri="{FF2B5EF4-FFF2-40B4-BE49-F238E27FC236}">
                <a16:creationId xmlns:a16="http://schemas.microsoft.com/office/drawing/2014/main" id="{6ECFE27B-3725-B206-D3FD-78ABBF38FFBA}"/>
              </a:ext>
            </a:extLst>
          </p:cNvPr>
          <p:cNvCxnSpPr>
            <a:cxnSpLocks/>
          </p:cNvCxnSpPr>
          <p:nvPr/>
        </p:nvCxnSpPr>
        <p:spPr>
          <a:xfrm>
            <a:off x="6849760" y="544531"/>
            <a:ext cx="176084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13" name="Google Shape;129;p15">
            <a:extLst>
              <a:ext uri="{FF2B5EF4-FFF2-40B4-BE49-F238E27FC236}">
                <a16:creationId xmlns:a16="http://schemas.microsoft.com/office/drawing/2014/main" id="{A02A94CE-37C8-4CCA-3A14-D02353294671}"/>
              </a:ext>
            </a:extLst>
          </p:cNvPr>
          <p:cNvCxnSpPr>
            <a:cxnSpLocks/>
          </p:cNvCxnSpPr>
          <p:nvPr/>
        </p:nvCxnSpPr>
        <p:spPr>
          <a:xfrm>
            <a:off x="9046860" y="544531"/>
            <a:ext cx="176084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E2545584-861E-F066-EF08-FB011EAFF157}"/>
              </a:ext>
            </a:extLst>
          </p:cNvPr>
          <p:cNvGrpSpPr/>
          <p:nvPr/>
        </p:nvGrpSpPr>
        <p:grpSpPr>
          <a:xfrm>
            <a:off x="2454148" y="2310600"/>
            <a:ext cx="1071603" cy="1118400"/>
            <a:chOff x="2576366" y="4663498"/>
            <a:chExt cx="1071603" cy="1118400"/>
          </a:xfrm>
        </p:grpSpPr>
        <p:grpSp>
          <p:nvGrpSpPr>
            <p:cNvPr id="38" name="Google Shape;65;p14">
              <a:extLst>
                <a:ext uri="{FF2B5EF4-FFF2-40B4-BE49-F238E27FC236}">
                  <a16:creationId xmlns:a16="http://schemas.microsoft.com/office/drawing/2014/main" id="{83BEE89A-4ED4-FB6A-D6FF-2E508A5EBF44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39" name="Google Shape;66;p14">
                <a:extLst>
                  <a:ext uri="{FF2B5EF4-FFF2-40B4-BE49-F238E27FC236}">
                    <a16:creationId xmlns:a16="http://schemas.microsoft.com/office/drawing/2014/main" id="{89C56510-833C-1023-101C-F74EF229CCDA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41" name="Google Shape;67;p14">
                  <a:extLst>
                    <a:ext uri="{FF2B5EF4-FFF2-40B4-BE49-F238E27FC236}">
                      <a16:creationId xmlns:a16="http://schemas.microsoft.com/office/drawing/2014/main" id="{63D855A6-E7F3-BCC1-35E8-38974899C7C2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0x01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" name="Google Shape;68;p14">
                  <a:extLst>
                    <a:ext uri="{FF2B5EF4-FFF2-40B4-BE49-F238E27FC236}">
                      <a16:creationId xmlns:a16="http://schemas.microsoft.com/office/drawing/2014/main" id="{17B33D56-7AB3-5845-5279-539294018667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10</a:t>
                  </a:r>
                  <a:endParaRPr sz="1867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" name="Google Shape;69;p14">
                <a:extLst>
                  <a:ext uri="{FF2B5EF4-FFF2-40B4-BE49-F238E27FC236}">
                    <a16:creationId xmlns:a16="http://schemas.microsoft.com/office/drawing/2014/main" id="{259FE69C-122D-CFDD-BCB5-80B8F55B2C29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latin typeface="Arial"/>
                    <a:ea typeface="Arial"/>
                    <a:cs typeface="Arial"/>
                    <a:sym typeface="Arial"/>
                  </a:rPr>
                  <a:t>0x02</a:t>
                </a:r>
                <a:endParaRPr sz="10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4" name="Google Shape;81;p14">
              <a:extLst>
                <a:ext uri="{FF2B5EF4-FFF2-40B4-BE49-F238E27FC236}">
                  <a16:creationId xmlns:a16="http://schemas.microsoft.com/office/drawing/2014/main" id="{EF93C311-6F8E-C47D-5D5E-E35B27B51371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latin typeface="Arial"/>
                  <a:ea typeface="Arial"/>
                  <a:cs typeface="Arial"/>
                  <a:sym typeface="Arial"/>
                </a:rPr>
                <a:t>0x03</a:t>
              </a:r>
              <a:endParaRPr sz="10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A35AC59E-F04C-602D-2020-79D700F19D86}"/>
              </a:ext>
            </a:extLst>
          </p:cNvPr>
          <p:cNvGrpSpPr/>
          <p:nvPr/>
        </p:nvGrpSpPr>
        <p:grpSpPr>
          <a:xfrm>
            <a:off x="1586921" y="3729866"/>
            <a:ext cx="1071603" cy="1118400"/>
            <a:chOff x="2576366" y="4663498"/>
            <a:chExt cx="1071603" cy="1118400"/>
          </a:xfrm>
        </p:grpSpPr>
        <p:grpSp>
          <p:nvGrpSpPr>
            <p:cNvPr id="18" name="Google Shape;65;p14">
              <a:extLst>
                <a:ext uri="{FF2B5EF4-FFF2-40B4-BE49-F238E27FC236}">
                  <a16:creationId xmlns:a16="http://schemas.microsoft.com/office/drawing/2014/main" id="{B1F469A2-695F-5358-A817-E3EC33D90D0D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24" name="Google Shape;66;p14">
                <a:extLst>
                  <a:ext uri="{FF2B5EF4-FFF2-40B4-BE49-F238E27FC236}">
                    <a16:creationId xmlns:a16="http://schemas.microsoft.com/office/drawing/2014/main" id="{ADF954C6-48CA-8E27-0E1C-B660A834F848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27" name="Google Shape;67;p14">
                  <a:extLst>
                    <a:ext uri="{FF2B5EF4-FFF2-40B4-BE49-F238E27FC236}">
                      <a16:creationId xmlns:a16="http://schemas.microsoft.com/office/drawing/2014/main" id="{8B093CB2-26C9-C90C-7809-93B834542554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0x02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" name="Google Shape;68;p14">
                  <a:extLst>
                    <a:ext uri="{FF2B5EF4-FFF2-40B4-BE49-F238E27FC236}">
                      <a16:creationId xmlns:a16="http://schemas.microsoft.com/office/drawing/2014/main" id="{B32ADE19-D5BF-773C-F8A6-0090D7700544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latin typeface="Arial"/>
                      <a:ea typeface="Arial"/>
                      <a:cs typeface="Arial"/>
                      <a:sym typeface="Arial"/>
                    </a:rPr>
                    <a:t>20</a:t>
                  </a:r>
                  <a:endParaRPr sz="1867" dirty="0"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6" name="Google Shape;69;p14">
                <a:extLst>
                  <a:ext uri="{FF2B5EF4-FFF2-40B4-BE49-F238E27FC236}">
                    <a16:creationId xmlns:a16="http://schemas.microsoft.com/office/drawing/2014/main" id="{3CF1F8F0-AD93-D5BF-229D-E701F724B68B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latin typeface="Arial"/>
                    <a:ea typeface="Arial"/>
                    <a:cs typeface="Arial"/>
                    <a:sym typeface="Arial"/>
                  </a:rPr>
                  <a:t>0x04</a:t>
                </a:r>
                <a:endParaRPr sz="10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" name="Google Shape;81;p14">
              <a:extLst>
                <a:ext uri="{FF2B5EF4-FFF2-40B4-BE49-F238E27FC236}">
                  <a16:creationId xmlns:a16="http://schemas.microsoft.com/office/drawing/2014/main" id="{F2725BCF-29DB-DF8E-E93C-308B6219168E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latin typeface="Arial"/>
                  <a:ea typeface="Arial"/>
                  <a:cs typeface="Arial"/>
                  <a:sym typeface="Arial"/>
                </a:rPr>
                <a:t>0x05</a:t>
              </a:r>
              <a:endParaRPr sz="10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E500E384-36AE-FD28-00FD-85FA032DE692}"/>
              </a:ext>
            </a:extLst>
          </p:cNvPr>
          <p:cNvSpPr txBox="1"/>
          <p:nvPr/>
        </p:nvSpPr>
        <p:spPr>
          <a:xfrm>
            <a:off x="266700" y="451668"/>
            <a:ext cx="406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트리 순회하기</a:t>
            </a:r>
          </a:p>
        </p:txBody>
      </p:sp>
      <p:cxnSp>
        <p:nvCxnSpPr>
          <p:cNvPr id="5" name="Google Shape;129;p15">
            <a:extLst>
              <a:ext uri="{FF2B5EF4-FFF2-40B4-BE49-F238E27FC236}">
                <a16:creationId xmlns:a16="http://schemas.microsoft.com/office/drawing/2014/main" id="{EEEC6D44-C440-154A-DAF5-016F5B25F494}"/>
              </a:ext>
            </a:extLst>
          </p:cNvPr>
          <p:cNvCxnSpPr>
            <a:cxnSpLocks/>
            <a:stCxn id="40" idx="2"/>
            <a:endCxn id="27" idx="0"/>
          </p:cNvCxnSpPr>
          <p:nvPr/>
        </p:nvCxnSpPr>
        <p:spPr>
          <a:xfrm flipH="1">
            <a:off x="2122721" y="3429000"/>
            <a:ext cx="589703" cy="30086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BCDDD7BE-FF06-283F-D649-92591620906E}"/>
              </a:ext>
            </a:extLst>
          </p:cNvPr>
          <p:cNvGrpSpPr/>
          <p:nvPr/>
        </p:nvGrpSpPr>
        <p:grpSpPr>
          <a:xfrm>
            <a:off x="3259097" y="3724664"/>
            <a:ext cx="1071603" cy="1118400"/>
            <a:chOff x="2576366" y="4663498"/>
            <a:chExt cx="1071603" cy="1118400"/>
          </a:xfrm>
        </p:grpSpPr>
        <p:grpSp>
          <p:nvGrpSpPr>
            <p:cNvPr id="34" name="Google Shape;65;p14">
              <a:extLst>
                <a:ext uri="{FF2B5EF4-FFF2-40B4-BE49-F238E27FC236}">
                  <a16:creationId xmlns:a16="http://schemas.microsoft.com/office/drawing/2014/main" id="{03B14D1E-1B96-6E15-8B10-3ABE02D11CE2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37" name="Google Shape;66;p14">
                <a:extLst>
                  <a:ext uri="{FF2B5EF4-FFF2-40B4-BE49-F238E27FC236}">
                    <a16:creationId xmlns:a16="http://schemas.microsoft.com/office/drawing/2014/main" id="{8B5A086D-F27C-BBCE-4A2C-C546AE3C2EEA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45" name="Google Shape;67;p14">
                  <a:extLst>
                    <a:ext uri="{FF2B5EF4-FFF2-40B4-BE49-F238E27FC236}">
                      <a16:creationId xmlns:a16="http://schemas.microsoft.com/office/drawing/2014/main" id="{7B076B9B-AE76-81A1-450B-DFD15E41AA99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0x03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" name="Google Shape;68;p14">
                  <a:extLst>
                    <a:ext uri="{FF2B5EF4-FFF2-40B4-BE49-F238E27FC236}">
                      <a16:creationId xmlns:a16="http://schemas.microsoft.com/office/drawing/2014/main" id="{BD80EDE7-2C4D-CBDE-DBA0-D1ED27ECE089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FF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30</a:t>
                  </a:r>
                  <a:endParaRPr sz="1867" dirty="0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3" name="Google Shape;69;p14">
                <a:extLst>
                  <a:ext uri="{FF2B5EF4-FFF2-40B4-BE49-F238E27FC236}">
                    <a16:creationId xmlns:a16="http://schemas.microsoft.com/office/drawing/2014/main" id="{91A7C990-5E67-1A57-87E1-06B056636096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5" name="Google Shape;81;p14">
              <a:extLst>
                <a:ext uri="{FF2B5EF4-FFF2-40B4-BE49-F238E27FC236}">
                  <a16:creationId xmlns:a16="http://schemas.microsoft.com/office/drawing/2014/main" id="{CDF0B8D0-723C-D962-BC48-0ED8C8BD8216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" name="Google Shape;129;p15">
            <a:extLst>
              <a:ext uri="{FF2B5EF4-FFF2-40B4-BE49-F238E27FC236}">
                <a16:creationId xmlns:a16="http://schemas.microsoft.com/office/drawing/2014/main" id="{B24833C3-FE8C-DD4A-502E-C09DC14EDF8D}"/>
              </a:ext>
            </a:extLst>
          </p:cNvPr>
          <p:cNvCxnSpPr>
            <a:cxnSpLocks/>
            <a:stCxn id="44" idx="2"/>
            <a:endCxn id="45" idx="0"/>
          </p:cNvCxnSpPr>
          <p:nvPr/>
        </p:nvCxnSpPr>
        <p:spPr>
          <a:xfrm>
            <a:off x="3248221" y="3423798"/>
            <a:ext cx="546676" cy="30086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5905FA91-70D1-E9E7-C6E8-DB5A8A301088}"/>
              </a:ext>
            </a:extLst>
          </p:cNvPr>
          <p:cNvGrpSpPr/>
          <p:nvPr/>
        </p:nvGrpSpPr>
        <p:grpSpPr>
          <a:xfrm>
            <a:off x="820346" y="5313332"/>
            <a:ext cx="1071603" cy="1118400"/>
            <a:chOff x="2576366" y="4663498"/>
            <a:chExt cx="1071603" cy="1118400"/>
          </a:xfrm>
        </p:grpSpPr>
        <p:grpSp>
          <p:nvGrpSpPr>
            <p:cNvPr id="25" name="Google Shape;65;p14">
              <a:extLst>
                <a:ext uri="{FF2B5EF4-FFF2-40B4-BE49-F238E27FC236}">
                  <a16:creationId xmlns:a16="http://schemas.microsoft.com/office/drawing/2014/main" id="{24113EA4-38C2-5A64-DA45-0323AA5AF867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53" name="Google Shape;66;p14">
                <a:extLst>
                  <a:ext uri="{FF2B5EF4-FFF2-40B4-BE49-F238E27FC236}">
                    <a16:creationId xmlns:a16="http://schemas.microsoft.com/office/drawing/2014/main" id="{BAB955E9-CB38-5D66-B7DC-2E20CED8B5DD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55" name="Google Shape;67;p14">
                  <a:extLst>
                    <a:ext uri="{FF2B5EF4-FFF2-40B4-BE49-F238E27FC236}">
                      <a16:creationId xmlns:a16="http://schemas.microsoft.com/office/drawing/2014/main" id="{5BDEA685-3935-46B8-4A01-36F9D3E14CA1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0x04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" name="Google Shape;68;p14">
                  <a:extLst>
                    <a:ext uri="{FF2B5EF4-FFF2-40B4-BE49-F238E27FC236}">
                      <a16:creationId xmlns:a16="http://schemas.microsoft.com/office/drawing/2014/main" id="{5DA30AEE-C12A-CABB-07C5-1032CAE19856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latin typeface="Arial"/>
                      <a:ea typeface="Arial"/>
                      <a:cs typeface="Arial"/>
                      <a:sym typeface="Arial"/>
                    </a:rPr>
                    <a:t>40</a:t>
                  </a:r>
                  <a:endParaRPr sz="1867" dirty="0"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54" name="Google Shape;69;p14">
                <a:extLst>
                  <a:ext uri="{FF2B5EF4-FFF2-40B4-BE49-F238E27FC236}">
                    <a16:creationId xmlns:a16="http://schemas.microsoft.com/office/drawing/2014/main" id="{BF0E7CE2-E2F0-E970-2D2D-65CC98259DD7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2" name="Google Shape;81;p14">
              <a:extLst>
                <a:ext uri="{FF2B5EF4-FFF2-40B4-BE49-F238E27FC236}">
                  <a16:creationId xmlns:a16="http://schemas.microsoft.com/office/drawing/2014/main" id="{5D32F156-9934-28CA-BFA8-72D84127E2BC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1" name="Google Shape;129;p15">
            <a:extLst>
              <a:ext uri="{FF2B5EF4-FFF2-40B4-BE49-F238E27FC236}">
                <a16:creationId xmlns:a16="http://schemas.microsoft.com/office/drawing/2014/main" id="{4353FEFC-80E7-AA9F-9FAA-2512FFD4755B}"/>
              </a:ext>
            </a:extLst>
          </p:cNvPr>
          <p:cNvCxnSpPr>
            <a:cxnSpLocks/>
            <a:stCxn id="26" idx="2"/>
            <a:endCxn id="55" idx="0"/>
          </p:cNvCxnSpPr>
          <p:nvPr/>
        </p:nvCxnSpPr>
        <p:spPr>
          <a:xfrm flipH="1">
            <a:off x="1356146" y="4848266"/>
            <a:ext cx="489051" cy="46506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" name="그룹 2">
            <a:extLst>
              <a:ext uri="{FF2B5EF4-FFF2-40B4-BE49-F238E27FC236}">
                <a16:creationId xmlns:a16="http://schemas.microsoft.com/office/drawing/2014/main" id="{A7A2AD2B-B85B-2E51-05EE-7BC4B19ADCFE}"/>
              </a:ext>
            </a:extLst>
          </p:cNvPr>
          <p:cNvGrpSpPr/>
          <p:nvPr/>
        </p:nvGrpSpPr>
        <p:grpSpPr>
          <a:xfrm>
            <a:off x="2380993" y="5313332"/>
            <a:ext cx="1071603" cy="1118400"/>
            <a:chOff x="2576366" y="4663498"/>
            <a:chExt cx="1071603" cy="1118400"/>
          </a:xfrm>
        </p:grpSpPr>
        <p:grpSp>
          <p:nvGrpSpPr>
            <p:cNvPr id="4" name="Google Shape;65;p14">
              <a:extLst>
                <a:ext uri="{FF2B5EF4-FFF2-40B4-BE49-F238E27FC236}">
                  <a16:creationId xmlns:a16="http://schemas.microsoft.com/office/drawing/2014/main" id="{578AD465-58D4-6902-F7D5-931FA06E6E17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63" name="Google Shape;66;p14">
                <a:extLst>
                  <a:ext uri="{FF2B5EF4-FFF2-40B4-BE49-F238E27FC236}">
                    <a16:creationId xmlns:a16="http://schemas.microsoft.com/office/drawing/2014/main" id="{B2B197B1-1946-E895-26CA-AA331E224DE4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66" name="Google Shape;67;p14">
                  <a:extLst>
                    <a:ext uri="{FF2B5EF4-FFF2-40B4-BE49-F238E27FC236}">
                      <a16:creationId xmlns:a16="http://schemas.microsoft.com/office/drawing/2014/main" id="{C7E3C1F1-7335-1551-1DCE-26067ADC0613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0x05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7" name="Google Shape;68;p14">
                  <a:extLst>
                    <a:ext uri="{FF2B5EF4-FFF2-40B4-BE49-F238E27FC236}">
                      <a16:creationId xmlns:a16="http://schemas.microsoft.com/office/drawing/2014/main" id="{292622F0-9C34-58EA-C868-207C62545B25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latin typeface="Arial"/>
                      <a:ea typeface="Arial"/>
                      <a:cs typeface="Arial"/>
                      <a:sym typeface="Arial"/>
                    </a:rPr>
                    <a:t>50</a:t>
                  </a:r>
                  <a:endParaRPr sz="1867" dirty="0"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4" name="Google Shape;69;p14">
                <a:extLst>
                  <a:ext uri="{FF2B5EF4-FFF2-40B4-BE49-F238E27FC236}">
                    <a16:creationId xmlns:a16="http://schemas.microsoft.com/office/drawing/2014/main" id="{96C26B9F-5283-6448-C0D8-1EA0DB63A82A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2" name="Google Shape;81;p14">
              <a:extLst>
                <a:ext uri="{FF2B5EF4-FFF2-40B4-BE49-F238E27FC236}">
                  <a16:creationId xmlns:a16="http://schemas.microsoft.com/office/drawing/2014/main" id="{F30D8211-6924-D181-BD66-C5E94350959A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75" name="Google Shape;129;p15">
            <a:extLst>
              <a:ext uri="{FF2B5EF4-FFF2-40B4-BE49-F238E27FC236}">
                <a16:creationId xmlns:a16="http://schemas.microsoft.com/office/drawing/2014/main" id="{8AC6C34E-4F53-693C-C5EC-9057F850E8D5}"/>
              </a:ext>
            </a:extLst>
          </p:cNvPr>
          <p:cNvCxnSpPr>
            <a:cxnSpLocks/>
            <a:stCxn id="19" idx="2"/>
            <a:endCxn id="66" idx="0"/>
          </p:cNvCxnSpPr>
          <p:nvPr/>
        </p:nvCxnSpPr>
        <p:spPr>
          <a:xfrm>
            <a:off x="2380994" y="4843064"/>
            <a:ext cx="535799" cy="470268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77" name="Google Shape;62;p14">
            <a:extLst>
              <a:ext uri="{FF2B5EF4-FFF2-40B4-BE49-F238E27FC236}">
                <a16:creationId xmlns:a16="http://schemas.microsoft.com/office/drawing/2014/main" id="{5B7491D8-9DDF-CCEF-2C1D-C74000C6A75E}"/>
              </a:ext>
            </a:extLst>
          </p:cNvPr>
          <p:cNvGrpSpPr/>
          <p:nvPr/>
        </p:nvGrpSpPr>
        <p:grpSpPr>
          <a:xfrm>
            <a:off x="753033" y="1219200"/>
            <a:ext cx="1071600" cy="745600"/>
            <a:chOff x="725125" y="742575"/>
            <a:chExt cx="803700" cy="559200"/>
          </a:xfrm>
        </p:grpSpPr>
        <p:sp>
          <p:nvSpPr>
            <p:cNvPr id="78" name="Google Shape;63;p14">
              <a:extLst>
                <a:ext uri="{FF2B5EF4-FFF2-40B4-BE49-F238E27FC236}">
                  <a16:creationId xmlns:a16="http://schemas.microsoft.com/office/drawing/2014/main" id="{5DA6047D-0F73-F578-73C7-AE42262A120F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pSeed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64;p14">
              <a:extLst>
                <a:ext uri="{FF2B5EF4-FFF2-40B4-BE49-F238E27FC236}">
                  <a16:creationId xmlns:a16="http://schemas.microsoft.com/office/drawing/2014/main" id="{3C269236-4C2B-4CC8-2A19-B6AE1BB7E7AB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0" name="Google Shape;129;p15">
            <a:extLst>
              <a:ext uri="{FF2B5EF4-FFF2-40B4-BE49-F238E27FC236}">
                <a16:creationId xmlns:a16="http://schemas.microsoft.com/office/drawing/2014/main" id="{EBB595EA-5B2F-ED35-E137-27D86CE54D16}"/>
              </a:ext>
            </a:extLst>
          </p:cNvPr>
          <p:cNvCxnSpPr>
            <a:cxnSpLocks/>
            <a:stCxn id="79" idx="3"/>
            <a:endCxn id="41" idx="1"/>
          </p:cNvCxnSpPr>
          <p:nvPr/>
        </p:nvCxnSpPr>
        <p:spPr>
          <a:xfrm>
            <a:off x="1824633" y="1778400"/>
            <a:ext cx="629515" cy="7186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2" name="Google Shape;70;p14">
            <a:extLst>
              <a:ext uri="{FF2B5EF4-FFF2-40B4-BE49-F238E27FC236}">
                <a16:creationId xmlns:a16="http://schemas.microsoft.com/office/drawing/2014/main" id="{3185B103-AD3C-DB74-2F96-16BB2218684A}"/>
              </a:ext>
            </a:extLst>
          </p:cNvPr>
          <p:cNvGrpSpPr/>
          <p:nvPr/>
        </p:nvGrpSpPr>
        <p:grpSpPr>
          <a:xfrm>
            <a:off x="5888712" y="1565000"/>
            <a:ext cx="1071600" cy="745600"/>
            <a:chOff x="725125" y="742575"/>
            <a:chExt cx="803700" cy="559200"/>
          </a:xfrm>
        </p:grpSpPr>
        <p:sp>
          <p:nvSpPr>
            <p:cNvPr id="36" name="Google Shape;71;p14">
              <a:extLst>
                <a:ext uri="{FF2B5EF4-FFF2-40B4-BE49-F238E27FC236}">
                  <a16:creationId xmlns:a16="http://schemas.microsoft.com/office/drawing/2014/main" id="{DBA75554-8A6B-935C-AB36-7DD8F098DE97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72;p14">
              <a:extLst>
                <a:ext uri="{FF2B5EF4-FFF2-40B4-BE49-F238E27FC236}">
                  <a16:creationId xmlns:a16="http://schemas.microsoft.com/office/drawing/2014/main" id="{AD6376CC-3F4D-ABE3-BDD6-435C087D154C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7" name="Google Shape;129;p15">
            <a:extLst>
              <a:ext uri="{FF2B5EF4-FFF2-40B4-BE49-F238E27FC236}">
                <a16:creationId xmlns:a16="http://schemas.microsoft.com/office/drawing/2014/main" id="{590F2A3B-2642-5875-71E1-057F7835ACBD}"/>
              </a:ext>
            </a:extLst>
          </p:cNvPr>
          <p:cNvCxnSpPr>
            <a:cxnSpLocks/>
            <a:stCxn id="47" idx="1"/>
            <a:endCxn id="41" idx="3"/>
          </p:cNvCxnSpPr>
          <p:nvPr/>
        </p:nvCxnSpPr>
        <p:spPr>
          <a:xfrm flipH="1">
            <a:off x="3525748" y="2124200"/>
            <a:ext cx="2362964" cy="3728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9A6E45B-1E65-316C-F5B2-A2ACD05823D4}"/>
              </a:ext>
            </a:extLst>
          </p:cNvPr>
          <p:cNvSpPr txBox="1"/>
          <p:nvPr/>
        </p:nvSpPr>
        <p:spPr>
          <a:xfrm>
            <a:off x="5254052" y="1120245"/>
            <a:ext cx="406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53 Traverse(</a:t>
            </a:r>
            <a:r>
              <a:rPr lang="en-US" altLang="ko-KR" dirty="0" err="1"/>
              <a:t>pSeed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21" name="Google Shape;70;p14">
            <a:extLst>
              <a:ext uri="{FF2B5EF4-FFF2-40B4-BE49-F238E27FC236}">
                <a16:creationId xmlns:a16="http://schemas.microsoft.com/office/drawing/2014/main" id="{CFB2E766-7635-6D72-ACC9-CA9B6AAF0E2D}"/>
              </a:ext>
            </a:extLst>
          </p:cNvPr>
          <p:cNvGrpSpPr/>
          <p:nvPr/>
        </p:nvGrpSpPr>
        <p:grpSpPr>
          <a:xfrm>
            <a:off x="6214452" y="2926013"/>
            <a:ext cx="1071600" cy="745600"/>
            <a:chOff x="725125" y="742575"/>
            <a:chExt cx="803700" cy="559200"/>
          </a:xfrm>
        </p:grpSpPr>
        <p:sp>
          <p:nvSpPr>
            <p:cNvPr id="23" name="Google Shape;71;p14">
              <a:extLst>
                <a:ext uri="{FF2B5EF4-FFF2-40B4-BE49-F238E27FC236}">
                  <a16:creationId xmlns:a16="http://schemas.microsoft.com/office/drawing/2014/main" id="{D68EFEA6-31E2-9963-D77A-E8B8A2953F24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72;p14">
              <a:extLst>
                <a:ext uri="{FF2B5EF4-FFF2-40B4-BE49-F238E27FC236}">
                  <a16:creationId xmlns:a16="http://schemas.microsoft.com/office/drawing/2014/main" id="{92CD74EF-BDD5-9F46-0B57-A2E8DC487F47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0x03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8" name="Google Shape;129;p15">
            <a:extLst>
              <a:ext uri="{FF2B5EF4-FFF2-40B4-BE49-F238E27FC236}">
                <a16:creationId xmlns:a16="http://schemas.microsoft.com/office/drawing/2014/main" id="{1C163EBB-FB64-DC0B-1B99-BD1943C7857F}"/>
              </a:ext>
            </a:extLst>
          </p:cNvPr>
          <p:cNvCxnSpPr>
            <a:cxnSpLocks/>
            <a:stCxn id="29" idx="1"/>
            <a:endCxn id="45" idx="3"/>
          </p:cNvCxnSpPr>
          <p:nvPr/>
        </p:nvCxnSpPr>
        <p:spPr>
          <a:xfrm flipH="1">
            <a:off x="4330697" y="3485213"/>
            <a:ext cx="1883755" cy="425851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ED8A34C-DF52-3194-41EC-A1600209AED4}"/>
              </a:ext>
            </a:extLst>
          </p:cNvPr>
          <p:cNvSpPr txBox="1"/>
          <p:nvPr/>
        </p:nvSpPr>
        <p:spPr>
          <a:xfrm>
            <a:off x="5533452" y="2506168"/>
            <a:ext cx="406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47 Traverse(</a:t>
            </a:r>
            <a:r>
              <a:rPr lang="en-US" altLang="ko-KR" dirty="0" err="1"/>
              <a:t>pNode</a:t>
            </a:r>
            <a:r>
              <a:rPr lang="en-US" altLang="ko-KR" dirty="0"/>
              <a:t>-&gt;</a:t>
            </a:r>
            <a:r>
              <a:rPr lang="en-US" altLang="ko-KR" dirty="0" err="1"/>
              <a:t>pRight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24C980A-509D-AE5E-0D54-7FC5CD9C0432}"/>
              </a:ext>
            </a:extLst>
          </p:cNvPr>
          <p:cNvSpPr txBox="1"/>
          <p:nvPr/>
        </p:nvSpPr>
        <p:spPr>
          <a:xfrm>
            <a:off x="9736100" y="1159847"/>
            <a:ext cx="1071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48 40</a:t>
            </a:r>
          </a:p>
          <a:p>
            <a:r>
              <a:rPr lang="en-US" altLang="ko-KR" dirty="0"/>
              <a:t>    50</a:t>
            </a:r>
          </a:p>
          <a:p>
            <a:r>
              <a:rPr lang="en-US" altLang="ko-KR" dirty="0"/>
              <a:t>    20</a:t>
            </a:r>
          </a:p>
          <a:p>
            <a:r>
              <a:rPr lang="en-US" altLang="ko-KR" dirty="0"/>
              <a:t>    30</a:t>
            </a:r>
          </a:p>
        </p:txBody>
      </p:sp>
    </p:spTree>
    <p:extLst>
      <p:ext uri="{BB962C8B-B14F-4D97-AF65-F5344CB8AC3E}">
        <p14:creationId xmlns:p14="http://schemas.microsoft.com/office/powerpoint/2010/main" val="406370906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BC692-EE6E-545F-D8A7-3A2E88171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Google Shape;324;p23">
            <a:extLst>
              <a:ext uri="{FF2B5EF4-FFF2-40B4-BE49-F238E27FC236}">
                <a16:creationId xmlns:a16="http://schemas.microsoft.com/office/drawing/2014/main" id="{B0F8C18E-2ED8-A995-69D7-D82C11F8D298}"/>
              </a:ext>
            </a:extLst>
          </p:cNvPr>
          <p:cNvCxnSpPr>
            <a:cxnSpLocks/>
          </p:cNvCxnSpPr>
          <p:nvPr/>
        </p:nvCxnSpPr>
        <p:spPr>
          <a:xfrm>
            <a:off x="6849760" y="544531"/>
            <a:ext cx="176084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13" name="Google Shape;129;p15">
            <a:extLst>
              <a:ext uri="{FF2B5EF4-FFF2-40B4-BE49-F238E27FC236}">
                <a16:creationId xmlns:a16="http://schemas.microsoft.com/office/drawing/2014/main" id="{D834C62A-54D4-4BB4-932D-A01A6D707100}"/>
              </a:ext>
            </a:extLst>
          </p:cNvPr>
          <p:cNvCxnSpPr>
            <a:cxnSpLocks/>
          </p:cNvCxnSpPr>
          <p:nvPr/>
        </p:nvCxnSpPr>
        <p:spPr>
          <a:xfrm>
            <a:off x="9046860" y="544531"/>
            <a:ext cx="176084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27B09C5C-0B94-D019-2E3A-E09C105F696C}"/>
              </a:ext>
            </a:extLst>
          </p:cNvPr>
          <p:cNvGrpSpPr/>
          <p:nvPr/>
        </p:nvGrpSpPr>
        <p:grpSpPr>
          <a:xfrm>
            <a:off x="2454148" y="2310600"/>
            <a:ext cx="1071603" cy="1118400"/>
            <a:chOff x="2576366" y="4663498"/>
            <a:chExt cx="1071603" cy="1118400"/>
          </a:xfrm>
        </p:grpSpPr>
        <p:grpSp>
          <p:nvGrpSpPr>
            <p:cNvPr id="38" name="Google Shape;65;p14">
              <a:extLst>
                <a:ext uri="{FF2B5EF4-FFF2-40B4-BE49-F238E27FC236}">
                  <a16:creationId xmlns:a16="http://schemas.microsoft.com/office/drawing/2014/main" id="{EB97682F-2993-933D-5FF3-8FC416B92B4D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39" name="Google Shape;66;p14">
                <a:extLst>
                  <a:ext uri="{FF2B5EF4-FFF2-40B4-BE49-F238E27FC236}">
                    <a16:creationId xmlns:a16="http://schemas.microsoft.com/office/drawing/2014/main" id="{F4012F49-8D14-FD2D-0CE1-2ABA93CF1232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41" name="Google Shape;67;p14">
                  <a:extLst>
                    <a:ext uri="{FF2B5EF4-FFF2-40B4-BE49-F238E27FC236}">
                      <a16:creationId xmlns:a16="http://schemas.microsoft.com/office/drawing/2014/main" id="{B69B5196-6929-031D-7AEC-19FFA4FFF688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0x01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" name="Google Shape;68;p14">
                  <a:extLst>
                    <a:ext uri="{FF2B5EF4-FFF2-40B4-BE49-F238E27FC236}">
                      <a16:creationId xmlns:a16="http://schemas.microsoft.com/office/drawing/2014/main" id="{BAF50A0C-A8E5-42AF-98C0-F4D56E13AD61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solidFill>
                        <a:srgbClr val="FF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10</a:t>
                  </a:r>
                  <a:endParaRPr sz="1867" dirty="0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" name="Google Shape;69;p14">
                <a:extLst>
                  <a:ext uri="{FF2B5EF4-FFF2-40B4-BE49-F238E27FC236}">
                    <a16:creationId xmlns:a16="http://schemas.microsoft.com/office/drawing/2014/main" id="{40995607-3D60-827E-BBB6-17219950F759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latin typeface="Arial"/>
                    <a:ea typeface="Arial"/>
                    <a:cs typeface="Arial"/>
                    <a:sym typeface="Arial"/>
                  </a:rPr>
                  <a:t>0x02</a:t>
                </a:r>
                <a:endParaRPr sz="10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4" name="Google Shape;81;p14">
              <a:extLst>
                <a:ext uri="{FF2B5EF4-FFF2-40B4-BE49-F238E27FC236}">
                  <a16:creationId xmlns:a16="http://schemas.microsoft.com/office/drawing/2014/main" id="{A93B5101-9D18-2A95-3477-8AE51410AC80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latin typeface="Arial"/>
                  <a:ea typeface="Arial"/>
                  <a:cs typeface="Arial"/>
                  <a:sym typeface="Arial"/>
                </a:rPr>
                <a:t>0x03</a:t>
              </a:r>
              <a:endParaRPr sz="10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F2455FE8-65EE-081C-726A-FFFB9D5301A4}"/>
              </a:ext>
            </a:extLst>
          </p:cNvPr>
          <p:cNvGrpSpPr/>
          <p:nvPr/>
        </p:nvGrpSpPr>
        <p:grpSpPr>
          <a:xfrm>
            <a:off x="1586921" y="3729866"/>
            <a:ext cx="1071603" cy="1118400"/>
            <a:chOff x="2576366" y="4663498"/>
            <a:chExt cx="1071603" cy="1118400"/>
          </a:xfrm>
        </p:grpSpPr>
        <p:grpSp>
          <p:nvGrpSpPr>
            <p:cNvPr id="18" name="Google Shape;65;p14">
              <a:extLst>
                <a:ext uri="{FF2B5EF4-FFF2-40B4-BE49-F238E27FC236}">
                  <a16:creationId xmlns:a16="http://schemas.microsoft.com/office/drawing/2014/main" id="{105ABAD2-DA51-0DB3-3F75-B0CAC01FF285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24" name="Google Shape;66;p14">
                <a:extLst>
                  <a:ext uri="{FF2B5EF4-FFF2-40B4-BE49-F238E27FC236}">
                    <a16:creationId xmlns:a16="http://schemas.microsoft.com/office/drawing/2014/main" id="{ECE309B0-C397-9138-F5BC-FDB4ED9D8987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27" name="Google Shape;67;p14">
                  <a:extLst>
                    <a:ext uri="{FF2B5EF4-FFF2-40B4-BE49-F238E27FC236}">
                      <a16:creationId xmlns:a16="http://schemas.microsoft.com/office/drawing/2014/main" id="{DD323D36-BE2E-52C1-84DA-5E18CD988062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0x02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" name="Google Shape;68;p14">
                  <a:extLst>
                    <a:ext uri="{FF2B5EF4-FFF2-40B4-BE49-F238E27FC236}">
                      <a16:creationId xmlns:a16="http://schemas.microsoft.com/office/drawing/2014/main" id="{E65F1A42-F377-D225-6C39-F781C2337761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latin typeface="Arial"/>
                      <a:ea typeface="Arial"/>
                      <a:cs typeface="Arial"/>
                      <a:sym typeface="Arial"/>
                    </a:rPr>
                    <a:t>20</a:t>
                  </a:r>
                  <a:endParaRPr sz="1867" dirty="0"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6" name="Google Shape;69;p14">
                <a:extLst>
                  <a:ext uri="{FF2B5EF4-FFF2-40B4-BE49-F238E27FC236}">
                    <a16:creationId xmlns:a16="http://schemas.microsoft.com/office/drawing/2014/main" id="{5DCFA249-F352-8EEF-ED59-558C0EDE5115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latin typeface="Arial"/>
                    <a:ea typeface="Arial"/>
                    <a:cs typeface="Arial"/>
                    <a:sym typeface="Arial"/>
                  </a:rPr>
                  <a:t>0x04</a:t>
                </a:r>
                <a:endParaRPr sz="10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" name="Google Shape;81;p14">
              <a:extLst>
                <a:ext uri="{FF2B5EF4-FFF2-40B4-BE49-F238E27FC236}">
                  <a16:creationId xmlns:a16="http://schemas.microsoft.com/office/drawing/2014/main" id="{C18CA9C2-3DE3-ACDF-F829-458FE6F7C753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latin typeface="Arial"/>
                  <a:ea typeface="Arial"/>
                  <a:cs typeface="Arial"/>
                  <a:sym typeface="Arial"/>
                </a:rPr>
                <a:t>0x05</a:t>
              </a:r>
              <a:endParaRPr sz="10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FE763AF1-A0D2-F05F-97D5-C31DB75E799E}"/>
              </a:ext>
            </a:extLst>
          </p:cNvPr>
          <p:cNvSpPr txBox="1"/>
          <p:nvPr/>
        </p:nvSpPr>
        <p:spPr>
          <a:xfrm>
            <a:off x="266700" y="451668"/>
            <a:ext cx="406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트리 순회하기</a:t>
            </a:r>
          </a:p>
        </p:txBody>
      </p:sp>
      <p:cxnSp>
        <p:nvCxnSpPr>
          <p:cNvPr id="5" name="Google Shape;129;p15">
            <a:extLst>
              <a:ext uri="{FF2B5EF4-FFF2-40B4-BE49-F238E27FC236}">
                <a16:creationId xmlns:a16="http://schemas.microsoft.com/office/drawing/2014/main" id="{F1FC98D0-FFC3-27C4-874F-E2CBA734C0AC}"/>
              </a:ext>
            </a:extLst>
          </p:cNvPr>
          <p:cNvCxnSpPr>
            <a:cxnSpLocks/>
            <a:stCxn id="40" idx="2"/>
            <a:endCxn id="27" idx="0"/>
          </p:cNvCxnSpPr>
          <p:nvPr/>
        </p:nvCxnSpPr>
        <p:spPr>
          <a:xfrm flipH="1">
            <a:off x="2122721" y="3429000"/>
            <a:ext cx="589703" cy="30086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30242712-3ABE-9880-F271-4324AD8A68CB}"/>
              </a:ext>
            </a:extLst>
          </p:cNvPr>
          <p:cNvGrpSpPr/>
          <p:nvPr/>
        </p:nvGrpSpPr>
        <p:grpSpPr>
          <a:xfrm>
            <a:off x="3259097" y="3724664"/>
            <a:ext cx="1071603" cy="1118400"/>
            <a:chOff x="2576366" y="4663498"/>
            <a:chExt cx="1071603" cy="1118400"/>
          </a:xfrm>
        </p:grpSpPr>
        <p:grpSp>
          <p:nvGrpSpPr>
            <p:cNvPr id="34" name="Google Shape;65;p14">
              <a:extLst>
                <a:ext uri="{FF2B5EF4-FFF2-40B4-BE49-F238E27FC236}">
                  <a16:creationId xmlns:a16="http://schemas.microsoft.com/office/drawing/2014/main" id="{2D40EE7A-E15A-2B07-D8C0-45277B2C7DA8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37" name="Google Shape;66;p14">
                <a:extLst>
                  <a:ext uri="{FF2B5EF4-FFF2-40B4-BE49-F238E27FC236}">
                    <a16:creationId xmlns:a16="http://schemas.microsoft.com/office/drawing/2014/main" id="{38888A21-DFEF-592E-6075-B18A9902CDCD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45" name="Google Shape;67;p14">
                  <a:extLst>
                    <a:ext uri="{FF2B5EF4-FFF2-40B4-BE49-F238E27FC236}">
                      <a16:creationId xmlns:a16="http://schemas.microsoft.com/office/drawing/2014/main" id="{8950F214-AEA2-E6BD-F7D6-27CC913E0719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0x03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" name="Google Shape;68;p14">
                  <a:extLst>
                    <a:ext uri="{FF2B5EF4-FFF2-40B4-BE49-F238E27FC236}">
                      <a16:creationId xmlns:a16="http://schemas.microsoft.com/office/drawing/2014/main" id="{06697FA2-9B5A-3E04-AF53-E14737C7FD22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latin typeface="Arial"/>
                      <a:ea typeface="Arial"/>
                      <a:cs typeface="Arial"/>
                      <a:sym typeface="Arial"/>
                    </a:rPr>
                    <a:t>30</a:t>
                  </a:r>
                  <a:endParaRPr sz="1867" dirty="0"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3" name="Google Shape;69;p14">
                <a:extLst>
                  <a:ext uri="{FF2B5EF4-FFF2-40B4-BE49-F238E27FC236}">
                    <a16:creationId xmlns:a16="http://schemas.microsoft.com/office/drawing/2014/main" id="{C81483AE-65AC-BB01-21E9-E9581659BD6A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5" name="Google Shape;81;p14">
              <a:extLst>
                <a:ext uri="{FF2B5EF4-FFF2-40B4-BE49-F238E27FC236}">
                  <a16:creationId xmlns:a16="http://schemas.microsoft.com/office/drawing/2014/main" id="{ACC2658A-6A8D-2173-0121-D4759356E67A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" name="Google Shape;129;p15">
            <a:extLst>
              <a:ext uri="{FF2B5EF4-FFF2-40B4-BE49-F238E27FC236}">
                <a16:creationId xmlns:a16="http://schemas.microsoft.com/office/drawing/2014/main" id="{CA325DCF-FBBE-0574-0C20-3A79F4DAB12D}"/>
              </a:ext>
            </a:extLst>
          </p:cNvPr>
          <p:cNvCxnSpPr>
            <a:cxnSpLocks/>
            <a:stCxn id="44" idx="2"/>
            <a:endCxn id="45" idx="0"/>
          </p:cNvCxnSpPr>
          <p:nvPr/>
        </p:nvCxnSpPr>
        <p:spPr>
          <a:xfrm>
            <a:off x="3248221" y="3423798"/>
            <a:ext cx="546676" cy="30086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66BAD4AF-558E-0969-504B-4EADCD0D2C18}"/>
              </a:ext>
            </a:extLst>
          </p:cNvPr>
          <p:cNvGrpSpPr/>
          <p:nvPr/>
        </p:nvGrpSpPr>
        <p:grpSpPr>
          <a:xfrm>
            <a:off x="820346" y="5313332"/>
            <a:ext cx="1071603" cy="1118400"/>
            <a:chOff x="2576366" y="4663498"/>
            <a:chExt cx="1071603" cy="1118400"/>
          </a:xfrm>
        </p:grpSpPr>
        <p:grpSp>
          <p:nvGrpSpPr>
            <p:cNvPr id="25" name="Google Shape;65;p14">
              <a:extLst>
                <a:ext uri="{FF2B5EF4-FFF2-40B4-BE49-F238E27FC236}">
                  <a16:creationId xmlns:a16="http://schemas.microsoft.com/office/drawing/2014/main" id="{C3626664-25AB-8CBE-FFA2-F4C2C8475290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53" name="Google Shape;66;p14">
                <a:extLst>
                  <a:ext uri="{FF2B5EF4-FFF2-40B4-BE49-F238E27FC236}">
                    <a16:creationId xmlns:a16="http://schemas.microsoft.com/office/drawing/2014/main" id="{1DAA3C25-853B-8056-62E2-322A0AFFB8A7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55" name="Google Shape;67;p14">
                  <a:extLst>
                    <a:ext uri="{FF2B5EF4-FFF2-40B4-BE49-F238E27FC236}">
                      <a16:creationId xmlns:a16="http://schemas.microsoft.com/office/drawing/2014/main" id="{2E5314E1-23A5-7DBC-5553-BA10703E6E4E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0x04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" name="Google Shape;68;p14">
                  <a:extLst>
                    <a:ext uri="{FF2B5EF4-FFF2-40B4-BE49-F238E27FC236}">
                      <a16:creationId xmlns:a16="http://schemas.microsoft.com/office/drawing/2014/main" id="{D416BAC1-FA9C-16CE-413A-DF206B9F8289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latin typeface="Arial"/>
                      <a:ea typeface="Arial"/>
                      <a:cs typeface="Arial"/>
                      <a:sym typeface="Arial"/>
                    </a:rPr>
                    <a:t>40</a:t>
                  </a:r>
                  <a:endParaRPr sz="1867" dirty="0"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54" name="Google Shape;69;p14">
                <a:extLst>
                  <a:ext uri="{FF2B5EF4-FFF2-40B4-BE49-F238E27FC236}">
                    <a16:creationId xmlns:a16="http://schemas.microsoft.com/office/drawing/2014/main" id="{E38E4536-1CC4-9D22-C202-B1D43A45EA09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2" name="Google Shape;81;p14">
              <a:extLst>
                <a:ext uri="{FF2B5EF4-FFF2-40B4-BE49-F238E27FC236}">
                  <a16:creationId xmlns:a16="http://schemas.microsoft.com/office/drawing/2014/main" id="{BFB53FE1-B21B-87ED-1CC4-CF0239581F4A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1" name="Google Shape;129;p15">
            <a:extLst>
              <a:ext uri="{FF2B5EF4-FFF2-40B4-BE49-F238E27FC236}">
                <a16:creationId xmlns:a16="http://schemas.microsoft.com/office/drawing/2014/main" id="{2EC51F15-0AC2-448D-B0F3-7D8BD91ABA50}"/>
              </a:ext>
            </a:extLst>
          </p:cNvPr>
          <p:cNvCxnSpPr>
            <a:cxnSpLocks/>
            <a:stCxn id="26" idx="2"/>
            <a:endCxn id="55" idx="0"/>
          </p:cNvCxnSpPr>
          <p:nvPr/>
        </p:nvCxnSpPr>
        <p:spPr>
          <a:xfrm flipH="1">
            <a:off x="1356146" y="4848266"/>
            <a:ext cx="489051" cy="46506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" name="그룹 2">
            <a:extLst>
              <a:ext uri="{FF2B5EF4-FFF2-40B4-BE49-F238E27FC236}">
                <a16:creationId xmlns:a16="http://schemas.microsoft.com/office/drawing/2014/main" id="{F53156C0-A844-C471-0D8B-539CE6690E31}"/>
              </a:ext>
            </a:extLst>
          </p:cNvPr>
          <p:cNvGrpSpPr/>
          <p:nvPr/>
        </p:nvGrpSpPr>
        <p:grpSpPr>
          <a:xfrm>
            <a:off x="2380993" y="5313332"/>
            <a:ext cx="1071603" cy="1118400"/>
            <a:chOff x="2576366" y="4663498"/>
            <a:chExt cx="1071603" cy="1118400"/>
          </a:xfrm>
        </p:grpSpPr>
        <p:grpSp>
          <p:nvGrpSpPr>
            <p:cNvPr id="4" name="Google Shape;65;p14">
              <a:extLst>
                <a:ext uri="{FF2B5EF4-FFF2-40B4-BE49-F238E27FC236}">
                  <a16:creationId xmlns:a16="http://schemas.microsoft.com/office/drawing/2014/main" id="{C9ECB060-A0CD-C8F1-999E-628B284EA061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63" name="Google Shape;66;p14">
                <a:extLst>
                  <a:ext uri="{FF2B5EF4-FFF2-40B4-BE49-F238E27FC236}">
                    <a16:creationId xmlns:a16="http://schemas.microsoft.com/office/drawing/2014/main" id="{CBD28907-E1D2-F6A0-8BF0-CFA1F6A59346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66" name="Google Shape;67;p14">
                  <a:extLst>
                    <a:ext uri="{FF2B5EF4-FFF2-40B4-BE49-F238E27FC236}">
                      <a16:creationId xmlns:a16="http://schemas.microsoft.com/office/drawing/2014/main" id="{02441708-1937-C18A-69D7-7CFD90085D9B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0x05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7" name="Google Shape;68;p14">
                  <a:extLst>
                    <a:ext uri="{FF2B5EF4-FFF2-40B4-BE49-F238E27FC236}">
                      <a16:creationId xmlns:a16="http://schemas.microsoft.com/office/drawing/2014/main" id="{66AF3202-7AB7-0E38-AA57-59380329E61E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latin typeface="Arial"/>
                      <a:ea typeface="Arial"/>
                      <a:cs typeface="Arial"/>
                      <a:sym typeface="Arial"/>
                    </a:rPr>
                    <a:t>50</a:t>
                  </a:r>
                  <a:endParaRPr sz="1867" dirty="0"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4" name="Google Shape;69;p14">
                <a:extLst>
                  <a:ext uri="{FF2B5EF4-FFF2-40B4-BE49-F238E27FC236}">
                    <a16:creationId xmlns:a16="http://schemas.microsoft.com/office/drawing/2014/main" id="{81115093-0705-3AA0-E26B-A6610F946622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2" name="Google Shape;81;p14">
              <a:extLst>
                <a:ext uri="{FF2B5EF4-FFF2-40B4-BE49-F238E27FC236}">
                  <a16:creationId xmlns:a16="http://schemas.microsoft.com/office/drawing/2014/main" id="{96E02482-57F9-BC97-CB2B-84ABF4242E63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75" name="Google Shape;129;p15">
            <a:extLst>
              <a:ext uri="{FF2B5EF4-FFF2-40B4-BE49-F238E27FC236}">
                <a16:creationId xmlns:a16="http://schemas.microsoft.com/office/drawing/2014/main" id="{3B3E1040-A10F-CD84-DDD2-AA3699ADFFA1}"/>
              </a:ext>
            </a:extLst>
          </p:cNvPr>
          <p:cNvCxnSpPr>
            <a:cxnSpLocks/>
            <a:stCxn id="19" idx="2"/>
            <a:endCxn id="66" idx="0"/>
          </p:cNvCxnSpPr>
          <p:nvPr/>
        </p:nvCxnSpPr>
        <p:spPr>
          <a:xfrm>
            <a:off x="2380994" y="4843064"/>
            <a:ext cx="535799" cy="470268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77" name="Google Shape;62;p14">
            <a:extLst>
              <a:ext uri="{FF2B5EF4-FFF2-40B4-BE49-F238E27FC236}">
                <a16:creationId xmlns:a16="http://schemas.microsoft.com/office/drawing/2014/main" id="{CF64B807-22E4-B4AC-C7D5-1B4F21B313EE}"/>
              </a:ext>
            </a:extLst>
          </p:cNvPr>
          <p:cNvGrpSpPr/>
          <p:nvPr/>
        </p:nvGrpSpPr>
        <p:grpSpPr>
          <a:xfrm>
            <a:off x="753033" y="1219200"/>
            <a:ext cx="1071600" cy="745600"/>
            <a:chOff x="725125" y="742575"/>
            <a:chExt cx="803700" cy="559200"/>
          </a:xfrm>
        </p:grpSpPr>
        <p:sp>
          <p:nvSpPr>
            <p:cNvPr id="78" name="Google Shape;63;p14">
              <a:extLst>
                <a:ext uri="{FF2B5EF4-FFF2-40B4-BE49-F238E27FC236}">
                  <a16:creationId xmlns:a16="http://schemas.microsoft.com/office/drawing/2014/main" id="{59F49F04-7E02-987C-3675-48DE35712371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pSeed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64;p14">
              <a:extLst>
                <a:ext uri="{FF2B5EF4-FFF2-40B4-BE49-F238E27FC236}">
                  <a16:creationId xmlns:a16="http://schemas.microsoft.com/office/drawing/2014/main" id="{F2E1FC54-BE64-7FE3-E27E-3EFF79712103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0" name="Google Shape;129;p15">
            <a:extLst>
              <a:ext uri="{FF2B5EF4-FFF2-40B4-BE49-F238E27FC236}">
                <a16:creationId xmlns:a16="http://schemas.microsoft.com/office/drawing/2014/main" id="{F554451D-A431-51D4-38FB-E3E420ADA953}"/>
              </a:ext>
            </a:extLst>
          </p:cNvPr>
          <p:cNvCxnSpPr>
            <a:cxnSpLocks/>
            <a:stCxn id="79" idx="3"/>
            <a:endCxn id="41" idx="1"/>
          </p:cNvCxnSpPr>
          <p:nvPr/>
        </p:nvCxnSpPr>
        <p:spPr>
          <a:xfrm>
            <a:off x="1824633" y="1778400"/>
            <a:ext cx="629515" cy="7186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2" name="Google Shape;70;p14">
            <a:extLst>
              <a:ext uri="{FF2B5EF4-FFF2-40B4-BE49-F238E27FC236}">
                <a16:creationId xmlns:a16="http://schemas.microsoft.com/office/drawing/2014/main" id="{00F59353-1732-D76B-CD90-E2624DC5CBDE}"/>
              </a:ext>
            </a:extLst>
          </p:cNvPr>
          <p:cNvGrpSpPr/>
          <p:nvPr/>
        </p:nvGrpSpPr>
        <p:grpSpPr>
          <a:xfrm>
            <a:off x="5888712" y="1565000"/>
            <a:ext cx="1071600" cy="745600"/>
            <a:chOff x="725125" y="742575"/>
            <a:chExt cx="803700" cy="559200"/>
          </a:xfrm>
        </p:grpSpPr>
        <p:sp>
          <p:nvSpPr>
            <p:cNvPr id="36" name="Google Shape;71;p14">
              <a:extLst>
                <a:ext uri="{FF2B5EF4-FFF2-40B4-BE49-F238E27FC236}">
                  <a16:creationId xmlns:a16="http://schemas.microsoft.com/office/drawing/2014/main" id="{8EF19805-9D64-0A92-4787-3042AAB005FC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pNode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72;p14">
              <a:extLst>
                <a:ext uri="{FF2B5EF4-FFF2-40B4-BE49-F238E27FC236}">
                  <a16:creationId xmlns:a16="http://schemas.microsoft.com/office/drawing/2014/main" id="{53A232AF-AAE8-A56C-FDDA-395B2D541068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7" name="Google Shape;129;p15">
            <a:extLst>
              <a:ext uri="{FF2B5EF4-FFF2-40B4-BE49-F238E27FC236}">
                <a16:creationId xmlns:a16="http://schemas.microsoft.com/office/drawing/2014/main" id="{9D1EDC6C-EABA-9F3A-3E0C-D3784003877E}"/>
              </a:ext>
            </a:extLst>
          </p:cNvPr>
          <p:cNvCxnSpPr>
            <a:cxnSpLocks/>
            <a:stCxn id="47" idx="1"/>
            <a:endCxn id="41" idx="3"/>
          </p:cNvCxnSpPr>
          <p:nvPr/>
        </p:nvCxnSpPr>
        <p:spPr>
          <a:xfrm flipH="1">
            <a:off x="3525748" y="2124200"/>
            <a:ext cx="2362964" cy="3728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C886EF8-A83B-2B32-3C85-A8F996BDB99B}"/>
              </a:ext>
            </a:extLst>
          </p:cNvPr>
          <p:cNvSpPr txBox="1"/>
          <p:nvPr/>
        </p:nvSpPr>
        <p:spPr>
          <a:xfrm>
            <a:off x="5254052" y="1120245"/>
            <a:ext cx="406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53 Traverse(</a:t>
            </a:r>
            <a:r>
              <a:rPr lang="en-US" altLang="ko-KR" dirty="0" err="1"/>
              <a:t>pSeed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487E46D-1224-E91E-542E-8E8259126160}"/>
              </a:ext>
            </a:extLst>
          </p:cNvPr>
          <p:cNvSpPr txBox="1"/>
          <p:nvPr/>
        </p:nvSpPr>
        <p:spPr>
          <a:xfrm>
            <a:off x="9736100" y="1159847"/>
            <a:ext cx="1071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48 40</a:t>
            </a:r>
          </a:p>
          <a:p>
            <a:r>
              <a:rPr lang="en-US" altLang="ko-KR" dirty="0"/>
              <a:t>    50</a:t>
            </a:r>
          </a:p>
          <a:p>
            <a:r>
              <a:rPr lang="en-US" altLang="ko-KR" dirty="0"/>
              <a:t>    20</a:t>
            </a:r>
          </a:p>
          <a:p>
            <a:r>
              <a:rPr lang="en-US" altLang="ko-KR" dirty="0"/>
              <a:t>    30</a:t>
            </a:r>
          </a:p>
          <a:p>
            <a:r>
              <a:rPr lang="en-US" altLang="ko-KR" dirty="0"/>
              <a:t>    10</a:t>
            </a:r>
          </a:p>
        </p:txBody>
      </p:sp>
    </p:spTree>
    <p:extLst>
      <p:ext uri="{BB962C8B-B14F-4D97-AF65-F5344CB8AC3E}">
        <p14:creationId xmlns:p14="http://schemas.microsoft.com/office/powerpoint/2010/main" val="402758769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0DBCA-E87F-C6C5-1CCE-31521EE8B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Google Shape;324;p23">
            <a:extLst>
              <a:ext uri="{FF2B5EF4-FFF2-40B4-BE49-F238E27FC236}">
                <a16:creationId xmlns:a16="http://schemas.microsoft.com/office/drawing/2014/main" id="{4A8FFA9B-AEEE-DA03-6F1B-A21C2D384AF7}"/>
              </a:ext>
            </a:extLst>
          </p:cNvPr>
          <p:cNvCxnSpPr>
            <a:cxnSpLocks/>
          </p:cNvCxnSpPr>
          <p:nvPr/>
        </p:nvCxnSpPr>
        <p:spPr>
          <a:xfrm>
            <a:off x="6849760" y="544531"/>
            <a:ext cx="176084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13" name="Google Shape;129;p15">
            <a:extLst>
              <a:ext uri="{FF2B5EF4-FFF2-40B4-BE49-F238E27FC236}">
                <a16:creationId xmlns:a16="http://schemas.microsoft.com/office/drawing/2014/main" id="{098831A1-27F8-3A5A-4D7F-1038E219D16A}"/>
              </a:ext>
            </a:extLst>
          </p:cNvPr>
          <p:cNvCxnSpPr>
            <a:cxnSpLocks/>
          </p:cNvCxnSpPr>
          <p:nvPr/>
        </p:nvCxnSpPr>
        <p:spPr>
          <a:xfrm>
            <a:off x="9046860" y="544531"/>
            <a:ext cx="176084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5229CF3A-7E97-604E-6030-B791F8C25BBD}"/>
              </a:ext>
            </a:extLst>
          </p:cNvPr>
          <p:cNvGrpSpPr/>
          <p:nvPr/>
        </p:nvGrpSpPr>
        <p:grpSpPr>
          <a:xfrm>
            <a:off x="2454148" y="2310600"/>
            <a:ext cx="1071603" cy="1118400"/>
            <a:chOff x="2576366" y="4663498"/>
            <a:chExt cx="1071603" cy="1118400"/>
          </a:xfrm>
        </p:grpSpPr>
        <p:grpSp>
          <p:nvGrpSpPr>
            <p:cNvPr id="38" name="Google Shape;65;p14">
              <a:extLst>
                <a:ext uri="{FF2B5EF4-FFF2-40B4-BE49-F238E27FC236}">
                  <a16:creationId xmlns:a16="http://schemas.microsoft.com/office/drawing/2014/main" id="{97651AF7-6520-7895-B2E8-676EBFBF4452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39" name="Google Shape;66;p14">
                <a:extLst>
                  <a:ext uri="{FF2B5EF4-FFF2-40B4-BE49-F238E27FC236}">
                    <a16:creationId xmlns:a16="http://schemas.microsoft.com/office/drawing/2014/main" id="{376FA08C-F7FD-2612-BA51-CFFE3F67D2D4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41" name="Google Shape;67;p14">
                  <a:extLst>
                    <a:ext uri="{FF2B5EF4-FFF2-40B4-BE49-F238E27FC236}">
                      <a16:creationId xmlns:a16="http://schemas.microsoft.com/office/drawing/2014/main" id="{418BCEAE-81BC-4C59-1AA2-26CA2DB532DC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0x01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" name="Google Shape;68;p14">
                  <a:extLst>
                    <a:ext uri="{FF2B5EF4-FFF2-40B4-BE49-F238E27FC236}">
                      <a16:creationId xmlns:a16="http://schemas.microsoft.com/office/drawing/2014/main" id="{B182B172-7820-F0A3-8E51-421887F809E7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latin typeface="Arial"/>
                      <a:ea typeface="Arial"/>
                      <a:cs typeface="Arial"/>
                      <a:sym typeface="Arial"/>
                    </a:rPr>
                    <a:t>10</a:t>
                  </a:r>
                  <a:endParaRPr sz="1867" dirty="0"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" name="Google Shape;69;p14">
                <a:extLst>
                  <a:ext uri="{FF2B5EF4-FFF2-40B4-BE49-F238E27FC236}">
                    <a16:creationId xmlns:a16="http://schemas.microsoft.com/office/drawing/2014/main" id="{E47CC8AB-C899-3B78-51B4-CE83129F6A68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latin typeface="Arial"/>
                    <a:ea typeface="Arial"/>
                    <a:cs typeface="Arial"/>
                    <a:sym typeface="Arial"/>
                  </a:rPr>
                  <a:t>0x02</a:t>
                </a:r>
                <a:endParaRPr sz="10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4" name="Google Shape;81;p14">
              <a:extLst>
                <a:ext uri="{FF2B5EF4-FFF2-40B4-BE49-F238E27FC236}">
                  <a16:creationId xmlns:a16="http://schemas.microsoft.com/office/drawing/2014/main" id="{F38FABAB-9AB3-673A-8228-6769198F7AA9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latin typeface="Arial"/>
                  <a:ea typeface="Arial"/>
                  <a:cs typeface="Arial"/>
                  <a:sym typeface="Arial"/>
                </a:rPr>
                <a:t>0x03</a:t>
              </a:r>
              <a:endParaRPr sz="10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40E09E28-7D70-6542-95F7-4F4231700537}"/>
              </a:ext>
            </a:extLst>
          </p:cNvPr>
          <p:cNvGrpSpPr/>
          <p:nvPr/>
        </p:nvGrpSpPr>
        <p:grpSpPr>
          <a:xfrm>
            <a:off x="1586921" y="3729866"/>
            <a:ext cx="1071603" cy="1118400"/>
            <a:chOff x="2576366" y="4663498"/>
            <a:chExt cx="1071603" cy="1118400"/>
          </a:xfrm>
        </p:grpSpPr>
        <p:grpSp>
          <p:nvGrpSpPr>
            <p:cNvPr id="18" name="Google Shape;65;p14">
              <a:extLst>
                <a:ext uri="{FF2B5EF4-FFF2-40B4-BE49-F238E27FC236}">
                  <a16:creationId xmlns:a16="http://schemas.microsoft.com/office/drawing/2014/main" id="{DCF2BE4F-F6A9-03B6-1FB6-0C41C863E200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24" name="Google Shape;66;p14">
                <a:extLst>
                  <a:ext uri="{FF2B5EF4-FFF2-40B4-BE49-F238E27FC236}">
                    <a16:creationId xmlns:a16="http://schemas.microsoft.com/office/drawing/2014/main" id="{0F306503-19F0-5DBD-BDB6-E2D8A0E93911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27" name="Google Shape;67;p14">
                  <a:extLst>
                    <a:ext uri="{FF2B5EF4-FFF2-40B4-BE49-F238E27FC236}">
                      <a16:creationId xmlns:a16="http://schemas.microsoft.com/office/drawing/2014/main" id="{7A40107E-5C7D-E57A-6229-243BEDF83016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0x02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" name="Google Shape;68;p14">
                  <a:extLst>
                    <a:ext uri="{FF2B5EF4-FFF2-40B4-BE49-F238E27FC236}">
                      <a16:creationId xmlns:a16="http://schemas.microsoft.com/office/drawing/2014/main" id="{EA0BF623-D312-C30C-7C93-FB98F2ADAF1E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latin typeface="Arial"/>
                      <a:ea typeface="Arial"/>
                      <a:cs typeface="Arial"/>
                      <a:sym typeface="Arial"/>
                    </a:rPr>
                    <a:t>20</a:t>
                  </a:r>
                  <a:endParaRPr sz="1867" dirty="0"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6" name="Google Shape;69;p14">
                <a:extLst>
                  <a:ext uri="{FF2B5EF4-FFF2-40B4-BE49-F238E27FC236}">
                    <a16:creationId xmlns:a16="http://schemas.microsoft.com/office/drawing/2014/main" id="{38DBDFE2-2A76-255A-5C94-D6B4E8A1F054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latin typeface="Arial"/>
                    <a:ea typeface="Arial"/>
                    <a:cs typeface="Arial"/>
                    <a:sym typeface="Arial"/>
                  </a:rPr>
                  <a:t>0x04</a:t>
                </a:r>
                <a:endParaRPr sz="10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" name="Google Shape;81;p14">
              <a:extLst>
                <a:ext uri="{FF2B5EF4-FFF2-40B4-BE49-F238E27FC236}">
                  <a16:creationId xmlns:a16="http://schemas.microsoft.com/office/drawing/2014/main" id="{12D08603-66E6-CD0F-DCF7-7E07E4F06133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latin typeface="Arial"/>
                  <a:ea typeface="Arial"/>
                  <a:cs typeface="Arial"/>
                  <a:sym typeface="Arial"/>
                </a:rPr>
                <a:t>0x05</a:t>
              </a:r>
              <a:endParaRPr sz="10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A42932A9-CA36-BB59-A720-43965569DCBE}"/>
              </a:ext>
            </a:extLst>
          </p:cNvPr>
          <p:cNvSpPr txBox="1"/>
          <p:nvPr/>
        </p:nvSpPr>
        <p:spPr>
          <a:xfrm>
            <a:off x="266700" y="451668"/>
            <a:ext cx="406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트리 순회 완료</a:t>
            </a:r>
          </a:p>
        </p:txBody>
      </p:sp>
      <p:cxnSp>
        <p:nvCxnSpPr>
          <p:cNvPr id="5" name="Google Shape;129;p15">
            <a:extLst>
              <a:ext uri="{FF2B5EF4-FFF2-40B4-BE49-F238E27FC236}">
                <a16:creationId xmlns:a16="http://schemas.microsoft.com/office/drawing/2014/main" id="{1DBC1E56-184D-FD5D-1457-0A24284B1613}"/>
              </a:ext>
            </a:extLst>
          </p:cNvPr>
          <p:cNvCxnSpPr>
            <a:cxnSpLocks/>
            <a:stCxn id="40" idx="2"/>
            <a:endCxn id="27" idx="0"/>
          </p:cNvCxnSpPr>
          <p:nvPr/>
        </p:nvCxnSpPr>
        <p:spPr>
          <a:xfrm flipH="1">
            <a:off x="2122721" y="3429000"/>
            <a:ext cx="589703" cy="30086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D4FFB01A-4E8D-1AA4-90A1-354F2C8CBA7D}"/>
              </a:ext>
            </a:extLst>
          </p:cNvPr>
          <p:cNvGrpSpPr/>
          <p:nvPr/>
        </p:nvGrpSpPr>
        <p:grpSpPr>
          <a:xfrm>
            <a:off x="3259097" y="3724664"/>
            <a:ext cx="1071603" cy="1118400"/>
            <a:chOff x="2576366" y="4663498"/>
            <a:chExt cx="1071603" cy="1118400"/>
          </a:xfrm>
        </p:grpSpPr>
        <p:grpSp>
          <p:nvGrpSpPr>
            <p:cNvPr id="34" name="Google Shape;65;p14">
              <a:extLst>
                <a:ext uri="{FF2B5EF4-FFF2-40B4-BE49-F238E27FC236}">
                  <a16:creationId xmlns:a16="http://schemas.microsoft.com/office/drawing/2014/main" id="{99E45955-82E0-7E49-FFE4-AE4835A644FC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37" name="Google Shape;66;p14">
                <a:extLst>
                  <a:ext uri="{FF2B5EF4-FFF2-40B4-BE49-F238E27FC236}">
                    <a16:creationId xmlns:a16="http://schemas.microsoft.com/office/drawing/2014/main" id="{EBFA3052-1E1F-9508-CBE6-2F020E114319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45" name="Google Shape;67;p14">
                  <a:extLst>
                    <a:ext uri="{FF2B5EF4-FFF2-40B4-BE49-F238E27FC236}">
                      <a16:creationId xmlns:a16="http://schemas.microsoft.com/office/drawing/2014/main" id="{BC87E406-F5E7-C663-F726-6DF50F65241B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0x03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" name="Google Shape;68;p14">
                  <a:extLst>
                    <a:ext uri="{FF2B5EF4-FFF2-40B4-BE49-F238E27FC236}">
                      <a16:creationId xmlns:a16="http://schemas.microsoft.com/office/drawing/2014/main" id="{B0A5C085-0D9A-6D4B-BF79-7399E5120622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latin typeface="Arial"/>
                      <a:ea typeface="Arial"/>
                      <a:cs typeface="Arial"/>
                      <a:sym typeface="Arial"/>
                    </a:rPr>
                    <a:t>30</a:t>
                  </a:r>
                  <a:endParaRPr sz="1867" dirty="0"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3" name="Google Shape;69;p14">
                <a:extLst>
                  <a:ext uri="{FF2B5EF4-FFF2-40B4-BE49-F238E27FC236}">
                    <a16:creationId xmlns:a16="http://schemas.microsoft.com/office/drawing/2014/main" id="{11536D12-DC08-FE75-B1FA-1BFE0908EBF1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5" name="Google Shape;81;p14">
              <a:extLst>
                <a:ext uri="{FF2B5EF4-FFF2-40B4-BE49-F238E27FC236}">
                  <a16:creationId xmlns:a16="http://schemas.microsoft.com/office/drawing/2014/main" id="{D5E25D55-A4C0-58F5-F698-6D33DD603178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" name="Google Shape;129;p15">
            <a:extLst>
              <a:ext uri="{FF2B5EF4-FFF2-40B4-BE49-F238E27FC236}">
                <a16:creationId xmlns:a16="http://schemas.microsoft.com/office/drawing/2014/main" id="{FC22DCD0-5C76-993B-FAEC-8FFFB2C1DA80}"/>
              </a:ext>
            </a:extLst>
          </p:cNvPr>
          <p:cNvCxnSpPr>
            <a:cxnSpLocks/>
            <a:stCxn id="44" idx="2"/>
            <a:endCxn id="45" idx="0"/>
          </p:cNvCxnSpPr>
          <p:nvPr/>
        </p:nvCxnSpPr>
        <p:spPr>
          <a:xfrm>
            <a:off x="3248221" y="3423798"/>
            <a:ext cx="546676" cy="30086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9F163713-6E4E-1300-8151-69AB62DCACFC}"/>
              </a:ext>
            </a:extLst>
          </p:cNvPr>
          <p:cNvGrpSpPr/>
          <p:nvPr/>
        </p:nvGrpSpPr>
        <p:grpSpPr>
          <a:xfrm>
            <a:off x="820346" y="5313332"/>
            <a:ext cx="1071603" cy="1118400"/>
            <a:chOff x="2576366" y="4663498"/>
            <a:chExt cx="1071603" cy="1118400"/>
          </a:xfrm>
        </p:grpSpPr>
        <p:grpSp>
          <p:nvGrpSpPr>
            <p:cNvPr id="25" name="Google Shape;65;p14">
              <a:extLst>
                <a:ext uri="{FF2B5EF4-FFF2-40B4-BE49-F238E27FC236}">
                  <a16:creationId xmlns:a16="http://schemas.microsoft.com/office/drawing/2014/main" id="{61B68545-DA6E-9333-F5D7-E2260AD54532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53" name="Google Shape;66;p14">
                <a:extLst>
                  <a:ext uri="{FF2B5EF4-FFF2-40B4-BE49-F238E27FC236}">
                    <a16:creationId xmlns:a16="http://schemas.microsoft.com/office/drawing/2014/main" id="{D6DCAF02-9ACF-26E8-536F-8ADA6A2CFA22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55" name="Google Shape;67;p14">
                  <a:extLst>
                    <a:ext uri="{FF2B5EF4-FFF2-40B4-BE49-F238E27FC236}">
                      <a16:creationId xmlns:a16="http://schemas.microsoft.com/office/drawing/2014/main" id="{18452460-317F-0530-0F29-64939702F8C6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0x04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" name="Google Shape;68;p14">
                  <a:extLst>
                    <a:ext uri="{FF2B5EF4-FFF2-40B4-BE49-F238E27FC236}">
                      <a16:creationId xmlns:a16="http://schemas.microsoft.com/office/drawing/2014/main" id="{EEBFFB25-208B-E22C-C326-193DEFB1C368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latin typeface="Arial"/>
                      <a:ea typeface="Arial"/>
                      <a:cs typeface="Arial"/>
                      <a:sym typeface="Arial"/>
                    </a:rPr>
                    <a:t>40</a:t>
                  </a:r>
                  <a:endParaRPr sz="1867" dirty="0"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54" name="Google Shape;69;p14">
                <a:extLst>
                  <a:ext uri="{FF2B5EF4-FFF2-40B4-BE49-F238E27FC236}">
                    <a16:creationId xmlns:a16="http://schemas.microsoft.com/office/drawing/2014/main" id="{FE9D2C09-C62E-C70F-0B34-629F7E7B39B7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2" name="Google Shape;81;p14">
              <a:extLst>
                <a:ext uri="{FF2B5EF4-FFF2-40B4-BE49-F238E27FC236}">
                  <a16:creationId xmlns:a16="http://schemas.microsoft.com/office/drawing/2014/main" id="{145401FE-C66C-641C-E1AE-F3ADF01F9651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1" name="Google Shape;129;p15">
            <a:extLst>
              <a:ext uri="{FF2B5EF4-FFF2-40B4-BE49-F238E27FC236}">
                <a16:creationId xmlns:a16="http://schemas.microsoft.com/office/drawing/2014/main" id="{E1C7A84D-3B98-83AB-A0AA-F713B787A819}"/>
              </a:ext>
            </a:extLst>
          </p:cNvPr>
          <p:cNvCxnSpPr>
            <a:cxnSpLocks/>
            <a:stCxn id="26" idx="2"/>
            <a:endCxn id="55" idx="0"/>
          </p:cNvCxnSpPr>
          <p:nvPr/>
        </p:nvCxnSpPr>
        <p:spPr>
          <a:xfrm flipH="1">
            <a:off x="1356146" y="4848266"/>
            <a:ext cx="489051" cy="46506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3" name="그룹 2">
            <a:extLst>
              <a:ext uri="{FF2B5EF4-FFF2-40B4-BE49-F238E27FC236}">
                <a16:creationId xmlns:a16="http://schemas.microsoft.com/office/drawing/2014/main" id="{25860EF7-7ED3-8227-BDDC-804179161118}"/>
              </a:ext>
            </a:extLst>
          </p:cNvPr>
          <p:cNvGrpSpPr/>
          <p:nvPr/>
        </p:nvGrpSpPr>
        <p:grpSpPr>
          <a:xfrm>
            <a:off x="2380993" y="5313332"/>
            <a:ext cx="1071603" cy="1118400"/>
            <a:chOff x="2576366" y="4663498"/>
            <a:chExt cx="1071603" cy="1118400"/>
          </a:xfrm>
        </p:grpSpPr>
        <p:grpSp>
          <p:nvGrpSpPr>
            <p:cNvPr id="4" name="Google Shape;65;p14">
              <a:extLst>
                <a:ext uri="{FF2B5EF4-FFF2-40B4-BE49-F238E27FC236}">
                  <a16:creationId xmlns:a16="http://schemas.microsoft.com/office/drawing/2014/main" id="{158ED328-2A82-5F86-5ED7-F326570A0A84}"/>
                </a:ext>
              </a:extLst>
            </p:cNvPr>
            <p:cNvGrpSpPr/>
            <p:nvPr/>
          </p:nvGrpSpPr>
          <p:grpSpPr>
            <a:xfrm>
              <a:off x="2576366" y="4663498"/>
              <a:ext cx="1071603" cy="1118400"/>
              <a:chOff x="6538673" y="262075"/>
              <a:chExt cx="803702" cy="838800"/>
            </a:xfrm>
          </p:grpSpPr>
          <p:grpSp>
            <p:nvGrpSpPr>
              <p:cNvPr id="63" name="Google Shape;66;p14">
                <a:extLst>
                  <a:ext uri="{FF2B5EF4-FFF2-40B4-BE49-F238E27FC236}">
                    <a16:creationId xmlns:a16="http://schemas.microsoft.com/office/drawing/2014/main" id="{7EC0CEC4-E08F-B4AA-6F91-41441E062665}"/>
                  </a:ext>
                </a:extLst>
              </p:cNvPr>
              <p:cNvGrpSpPr/>
              <p:nvPr/>
            </p:nvGrpSpPr>
            <p:grpSpPr>
              <a:xfrm>
                <a:off x="6538673" y="262075"/>
                <a:ext cx="803702" cy="559200"/>
                <a:chOff x="725123" y="742575"/>
                <a:chExt cx="803702" cy="559200"/>
              </a:xfrm>
            </p:grpSpPr>
            <p:sp>
              <p:nvSpPr>
                <p:cNvPr id="66" name="Google Shape;67;p14">
                  <a:extLst>
                    <a:ext uri="{FF2B5EF4-FFF2-40B4-BE49-F238E27FC236}">
                      <a16:creationId xmlns:a16="http://schemas.microsoft.com/office/drawing/2014/main" id="{37982FBB-911B-1D00-178C-FF05F7F61932}"/>
                    </a:ext>
                  </a:extLst>
                </p:cNvPr>
                <p:cNvSpPr/>
                <p:nvPr/>
              </p:nvSpPr>
              <p:spPr>
                <a:xfrm>
                  <a:off x="725123" y="742575"/>
                  <a:ext cx="803700" cy="2796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200"/>
                  </a:pPr>
                  <a:r>
                    <a:rPr lang="en-US" sz="1600" dirty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0x05</a:t>
                  </a:r>
                  <a:endParaRPr sz="16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7" name="Google Shape;68;p14">
                  <a:extLst>
                    <a:ext uri="{FF2B5EF4-FFF2-40B4-BE49-F238E27FC236}">
                      <a16:creationId xmlns:a16="http://schemas.microsoft.com/office/drawing/2014/main" id="{CC23AC55-AD66-610B-A673-4FDBBBD24450}"/>
                    </a:ext>
                  </a:extLst>
                </p:cNvPr>
                <p:cNvSpPr/>
                <p:nvPr/>
              </p:nvSpPr>
              <p:spPr>
                <a:xfrm>
                  <a:off x="725125" y="1022175"/>
                  <a:ext cx="803700" cy="2796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400"/>
                  </a:pPr>
                  <a:r>
                    <a:rPr lang="en-US" sz="1867" dirty="0">
                      <a:latin typeface="Arial"/>
                      <a:ea typeface="Arial"/>
                      <a:cs typeface="Arial"/>
                      <a:sym typeface="Arial"/>
                    </a:rPr>
                    <a:t>50</a:t>
                  </a:r>
                  <a:endParaRPr sz="1867" dirty="0"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4" name="Google Shape;69;p14">
                <a:extLst>
                  <a:ext uri="{FF2B5EF4-FFF2-40B4-BE49-F238E27FC236}">
                    <a16:creationId xmlns:a16="http://schemas.microsoft.com/office/drawing/2014/main" id="{5916B0C7-327C-06EA-75CF-C2D08A2806DA}"/>
                  </a:ext>
                </a:extLst>
              </p:cNvPr>
              <p:cNvSpPr/>
              <p:nvPr/>
            </p:nvSpPr>
            <p:spPr>
              <a:xfrm>
                <a:off x="6538675" y="821275"/>
                <a:ext cx="387409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2000" tIns="72000" rIns="72000" bIns="720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</a:pPr>
                <a:r>
                  <a:rPr lang="en-US" sz="1067" dirty="0">
                    <a:latin typeface="Arial"/>
                    <a:ea typeface="Arial"/>
                    <a:cs typeface="Arial"/>
                    <a:sym typeface="Arial"/>
                  </a:rPr>
                  <a:t>NULL</a:t>
                </a:r>
                <a:endParaRPr sz="1067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2" name="Google Shape;81;p14">
              <a:extLst>
                <a:ext uri="{FF2B5EF4-FFF2-40B4-BE49-F238E27FC236}">
                  <a16:creationId xmlns:a16="http://schemas.microsoft.com/office/drawing/2014/main" id="{ED6978B5-8D91-C793-6E50-F9517CC540D2}"/>
                </a:ext>
              </a:extLst>
            </p:cNvPr>
            <p:cNvSpPr/>
            <p:nvPr/>
          </p:nvSpPr>
          <p:spPr>
            <a:xfrm>
              <a:off x="3092911" y="5404662"/>
              <a:ext cx="555055" cy="3720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000" tIns="72000" rIns="72000" bIns="720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800"/>
              </a:pPr>
              <a:r>
                <a:rPr lang="en-US" sz="1067" dirty="0">
                  <a:latin typeface="Arial"/>
                  <a:ea typeface="Arial"/>
                  <a:cs typeface="Arial"/>
                  <a:sym typeface="Arial"/>
                </a:rPr>
                <a:t>NULL</a:t>
              </a:r>
              <a:endParaRPr sz="1067" dirty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75" name="Google Shape;129;p15">
            <a:extLst>
              <a:ext uri="{FF2B5EF4-FFF2-40B4-BE49-F238E27FC236}">
                <a16:creationId xmlns:a16="http://schemas.microsoft.com/office/drawing/2014/main" id="{F873E2D4-FC70-45A7-A8D8-6E3407EF94E2}"/>
              </a:ext>
            </a:extLst>
          </p:cNvPr>
          <p:cNvCxnSpPr>
            <a:cxnSpLocks/>
            <a:stCxn id="19" idx="2"/>
            <a:endCxn id="66" idx="0"/>
          </p:cNvCxnSpPr>
          <p:nvPr/>
        </p:nvCxnSpPr>
        <p:spPr>
          <a:xfrm>
            <a:off x="2380994" y="4843064"/>
            <a:ext cx="535799" cy="470268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77" name="Google Shape;62;p14">
            <a:extLst>
              <a:ext uri="{FF2B5EF4-FFF2-40B4-BE49-F238E27FC236}">
                <a16:creationId xmlns:a16="http://schemas.microsoft.com/office/drawing/2014/main" id="{C0C3EF16-ED91-924F-2791-7E5D472432E0}"/>
              </a:ext>
            </a:extLst>
          </p:cNvPr>
          <p:cNvGrpSpPr/>
          <p:nvPr/>
        </p:nvGrpSpPr>
        <p:grpSpPr>
          <a:xfrm>
            <a:off x="753033" y="1219200"/>
            <a:ext cx="1071600" cy="745600"/>
            <a:chOff x="725125" y="742575"/>
            <a:chExt cx="803700" cy="559200"/>
          </a:xfrm>
        </p:grpSpPr>
        <p:sp>
          <p:nvSpPr>
            <p:cNvPr id="78" name="Google Shape;63;p14">
              <a:extLst>
                <a:ext uri="{FF2B5EF4-FFF2-40B4-BE49-F238E27FC236}">
                  <a16:creationId xmlns:a16="http://schemas.microsoft.com/office/drawing/2014/main" id="{5DDFE6C6-BD63-531F-B0F2-B64111354EAA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200"/>
              </a:pPr>
              <a:r>
                <a:rPr lang="en-US" sz="16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pSeed</a:t>
              </a:r>
              <a:endParaRPr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64;p14">
              <a:extLst>
                <a:ext uri="{FF2B5EF4-FFF2-40B4-BE49-F238E27FC236}">
                  <a16:creationId xmlns:a16="http://schemas.microsoft.com/office/drawing/2014/main" id="{7A67C606-C43C-1351-F482-2767F62D7F5D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1867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0x01</a:t>
              </a:r>
              <a:endParaRPr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0" name="Google Shape;129;p15">
            <a:extLst>
              <a:ext uri="{FF2B5EF4-FFF2-40B4-BE49-F238E27FC236}">
                <a16:creationId xmlns:a16="http://schemas.microsoft.com/office/drawing/2014/main" id="{AA002432-57D8-A5D3-B857-2CFE8BFB4E2F}"/>
              </a:ext>
            </a:extLst>
          </p:cNvPr>
          <p:cNvCxnSpPr>
            <a:cxnSpLocks/>
            <a:stCxn id="79" idx="3"/>
            <a:endCxn id="41" idx="1"/>
          </p:cNvCxnSpPr>
          <p:nvPr/>
        </p:nvCxnSpPr>
        <p:spPr>
          <a:xfrm>
            <a:off x="1824633" y="1778400"/>
            <a:ext cx="629515" cy="7186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B8E95DB9-1443-45EE-565E-F88A2D8FE153}"/>
              </a:ext>
            </a:extLst>
          </p:cNvPr>
          <p:cNvSpPr txBox="1"/>
          <p:nvPr/>
        </p:nvSpPr>
        <p:spPr>
          <a:xfrm>
            <a:off x="5560200" y="1964800"/>
            <a:ext cx="1071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48 40</a:t>
            </a:r>
          </a:p>
          <a:p>
            <a:r>
              <a:rPr lang="en-US" altLang="ko-KR" dirty="0"/>
              <a:t>    50</a:t>
            </a:r>
          </a:p>
          <a:p>
            <a:r>
              <a:rPr lang="en-US" altLang="ko-KR" dirty="0"/>
              <a:t>    20</a:t>
            </a:r>
          </a:p>
          <a:p>
            <a:r>
              <a:rPr lang="en-US" altLang="ko-KR" dirty="0"/>
              <a:t>    30</a:t>
            </a:r>
          </a:p>
          <a:p>
            <a:r>
              <a:rPr lang="en-US" altLang="ko-KR" dirty="0"/>
              <a:t>    10</a:t>
            </a:r>
          </a:p>
        </p:txBody>
      </p:sp>
    </p:spTree>
    <p:extLst>
      <p:ext uri="{BB962C8B-B14F-4D97-AF65-F5344CB8AC3E}">
        <p14:creationId xmlns:p14="http://schemas.microsoft.com/office/powerpoint/2010/main" val="31090863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1732</Words>
  <Application>Microsoft Office PowerPoint</Application>
  <PresentationFormat>와이드스크린</PresentationFormat>
  <Paragraphs>1211</Paragraphs>
  <Slides>42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42</vt:i4>
      </vt:variant>
    </vt:vector>
  </HeadingPairs>
  <TitlesOfParts>
    <vt:vector size="45" baseType="lpstr">
      <vt:lpstr>맑은 고딕</vt:lpstr>
      <vt:lpstr>Arial</vt:lpstr>
      <vt:lpstr>Office 테마</vt:lpstr>
      <vt:lpstr>이진트리 그리기</vt:lpstr>
      <vt:lpstr>프로그램에서 사용되는 그림 설명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지훈 최</dc:creator>
  <cp:lastModifiedBy>지훈 최</cp:lastModifiedBy>
  <cp:revision>4</cp:revision>
  <dcterms:created xsi:type="dcterms:W3CDTF">2026-07-28T11:04:51Z</dcterms:created>
  <dcterms:modified xsi:type="dcterms:W3CDTF">2026-07-28T12:51:37Z</dcterms:modified>
</cp:coreProperties>
</file>