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2" autoAdjust="0"/>
    <p:restoredTop sz="94660"/>
  </p:normalViewPr>
  <p:slideViewPr>
    <p:cSldViewPr snapToGrid="0">
      <p:cViewPr varScale="1">
        <p:scale>
          <a:sx n="58" d="100"/>
          <a:sy n="58" d="100"/>
        </p:scale>
        <p:origin x="84" y="2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0D9679-410A-F1E6-5ECD-51ED49D5E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4552EC9-D4D3-4F03-19F1-C389AD50F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DF6CCE-E335-F3E6-6943-A7C878129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AC65E-A80B-4811-8D2F-1C8F6752DFE8}" type="datetimeFigureOut">
              <a:rPr lang="ko-KR" altLang="en-US" smtClean="0"/>
              <a:t>2026-07-19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EC1809-F15D-3250-B48B-15A159192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D7D216-82D0-4365-BCF0-D23CE0811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A52C-3E5D-4623-AE95-4BFD0A83C4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363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E7E33-5EA3-FBE2-69AA-B5D22E42E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663949-218F-A672-699F-040A892C8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8BDC5-69CA-90FE-07CA-628A5C94D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AC65E-A80B-4811-8D2F-1C8F6752DFE8}" type="datetimeFigureOut">
              <a:rPr lang="ko-KR" altLang="en-US" smtClean="0"/>
              <a:t>2026-07-19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9755D7-FBCF-8AC8-4E3F-38A4515FD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94A87D-537B-C55C-8002-A279CC067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A52C-3E5D-4623-AE95-4BFD0A83C4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726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1C44C4-E181-8CA4-2DE6-067A1B66F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DE1528-7561-0141-3454-9167CC1EF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BF4062-E4A4-AB48-C3A1-5D9E3B777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AC65E-A80B-4811-8D2F-1C8F6752DFE8}" type="datetimeFigureOut">
              <a:rPr lang="ko-KR" altLang="en-US" smtClean="0"/>
              <a:t>2026-07-19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F2592B-35A9-41CE-51DA-320F771C8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11A539-E65A-5C4A-A3A0-5C8BCDFE0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A52C-3E5D-4623-AE95-4BFD0A83C4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856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7350A1-97CA-A332-73B8-B46A6674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AFF2A8-7FA6-E67E-2E12-51EE342B21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EE2FB9-3B46-BDC8-FE94-F721D1A2F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35B4AE-A9C2-106A-5C79-9A7E5CE16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AC65E-A80B-4811-8D2F-1C8F6752DFE8}" type="datetimeFigureOut">
              <a:rPr lang="ko-KR" altLang="en-US" smtClean="0"/>
              <a:t>2026-07-19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FE4966-6E8A-CB28-1B6B-5FD7A8206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F56278-2B5F-5F84-F093-28FD773A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A52C-3E5D-4623-AE95-4BFD0A83C4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097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E3EA41-22BC-E299-F844-809DC4CCD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06B503-4DA7-025F-EDA8-FCE7D7A3D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E026AD-6381-D17C-05B3-75309C9426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510736-2B95-4D4B-001C-3D9F131039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4256721-C9B5-F9FE-CF49-05AAA55DF7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B300EA-32CE-06AD-273E-8B965F674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AC65E-A80B-4811-8D2F-1C8F6752DFE8}" type="datetimeFigureOut">
              <a:rPr lang="ko-KR" altLang="en-US" smtClean="0"/>
              <a:t>2026-07-19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385D773-FCDA-AE7C-02A6-39EF65BCA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4BA73EA-A1C3-8553-4D4F-FF449772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A52C-3E5D-4623-AE95-4BFD0A83C4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193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F71632-CA3C-9219-C683-41B5D1F48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974A8C-8521-24C5-B190-5DF579FB9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AC65E-A80B-4811-8D2F-1C8F6752DFE8}" type="datetimeFigureOut">
              <a:rPr lang="ko-KR" altLang="en-US" smtClean="0"/>
              <a:t>2026-07-19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923038-0661-AA0A-64BF-428E63099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02342FD-85DA-76D3-CE11-08D1541E5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A52C-3E5D-4623-AE95-4BFD0A83C4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856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AA56EF-A695-4309-3A67-3B1614504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AC65E-A80B-4811-8D2F-1C8F6752DFE8}" type="datetimeFigureOut">
              <a:rPr lang="ko-KR" altLang="en-US" smtClean="0"/>
              <a:t>2026-07-19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DCB7FED-4F2F-A623-1D7E-C3F252F7F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4862C7-AE32-7649-91C7-8B5BD7334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A52C-3E5D-4623-AE95-4BFD0A83C4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806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A1CD00-6440-CBD1-D2EB-7CDDEFD57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A12A53-A547-064F-719E-FB5E8FEA0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3FD783-C3EC-0B6B-CDBB-DBE084845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0DF9F0-246F-72CF-456D-10F976C25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AC65E-A80B-4811-8D2F-1C8F6752DFE8}" type="datetimeFigureOut">
              <a:rPr lang="ko-KR" altLang="en-US" smtClean="0"/>
              <a:t>2026-07-19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595EFD-7162-6600-713D-3F8C61BFA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EA8B14-A0D7-8D7E-E8E9-7D5DF3984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A52C-3E5D-4623-AE95-4BFD0A83C4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8293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8524BF-DC0C-7A61-42E1-915493815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822CCD-6DA3-FAB7-3204-565B264A62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3BBEF3-486E-E89C-C56F-47B988487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D1EE07-AEB5-0DF0-B21B-98C53EEC9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AC65E-A80B-4811-8D2F-1C8F6752DFE8}" type="datetimeFigureOut">
              <a:rPr lang="ko-KR" altLang="en-US" smtClean="0"/>
              <a:t>2026-07-19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65B20B-5D7D-97A0-0C25-B02A77A38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3FC633-7A20-A72B-A3E2-2C6145DAF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A52C-3E5D-4623-AE95-4BFD0A83C4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606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F84799-6419-9D05-9156-BFB2B27EC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99879A-C479-3CB0-B4B5-F309EF746A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729D72-2AD3-C2FA-6976-C604BF843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AC65E-A80B-4811-8D2F-1C8F6752DFE8}" type="datetimeFigureOut">
              <a:rPr lang="ko-KR" altLang="en-US" smtClean="0"/>
              <a:t>2026-07-19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1122B8-C57B-E3A1-8F7C-463ACF9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22B236-4F8E-A656-B559-70A8E2EC5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A52C-3E5D-4623-AE95-4BFD0A83C4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945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2B77AB5-FFE2-4897-E272-811F99D964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8B0638-E340-0236-BA72-00AF11227E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23BCDC-24DA-CAB2-261A-A8F884F5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AC65E-A80B-4811-8D2F-1C8F6752DFE8}" type="datetimeFigureOut">
              <a:rPr lang="ko-KR" altLang="en-US" smtClean="0"/>
              <a:t>2026-07-19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CF9662-4717-5E18-AD6C-52E154CDB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4E685A-BDC1-7C05-B5F5-AC3392DC9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A52C-3E5D-4623-AE95-4BFD0A83C4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27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C0DFCD0-C0BE-95F1-73FC-D6E2CA57C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717447-6C42-83A4-C812-050422288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96F19C-9BA8-3F79-E59F-6D9495D5B5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AC65E-A80B-4811-8D2F-1C8F6752DFE8}" type="datetimeFigureOut">
              <a:rPr lang="ko-KR" altLang="en-US" smtClean="0"/>
              <a:t>2026-07-19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E305B7-E332-80B7-1213-E00751FEF4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85DC30-4A1A-8AF0-984B-519D863CE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4A52C-3E5D-4623-AE95-4BFD0A83C4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167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5326B5-D65F-990A-592F-283D5627F7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포인터와 함수와 배열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6DD97EA-C196-5409-3141-B37D80249C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601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4C454D5-3107-6E33-5EA5-28808A1E7F79}"/>
              </a:ext>
            </a:extLst>
          </p:cNvPr>
          <p:cNvSpPr/>
          <p:nvPr/>
        </p:nvSpPr>
        <p:spPr>
          <a:xfrm>
            <a:off x="901700" y="2032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식별부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3824B42-070B-369D-E4DD-C80FEE8C14FF}"/>
              </a:ext>
            </a:extLst>
          </p:cNvPr>
          <p:cNvSpPr/>
          <p:nvPr/>
        </p:nvSpPr>
        <p:spPr>
          <a:xfrm>
            <a:off x="901700" y="7747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데이터부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4FC5FC0-FC68-9D88-0991-18F1AAF9464E}"/>
              </a:ext>
            </a:extLst>
          </p:cNvPr>
          <p:cNvSpPr/>
          <p:nvPr/>
        </p:nvSpPr>
        <p:spPr>
          <a:xfrm>
            <a:off x="901700" y="167005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nData</a:t>
            </a:r>
            <a:endParaRPr lang="en-US" altLang="ko-KR" dirty="0"/>
          </a:p>
          <a:p>
            <a:pPr algn="ctr"/>
            <a:r>
              <a:rPr lang="en-US" altLang="ko-KR" dirty="0"/>
              <a:t>(0x01)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33C3EAC-CCF6-3691-CD63-2C7414C9B1A1}"/>
              </a:ext>
            </a:extLst>
          </p:cNvPr>
          <p:cNvSpPr/>
          <p:nvPr/>
        </p:nvSpPr>
        <p:spPr>
          <a:xfrm>
            <a:off x="901700" y="224155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78F1C6-99CA-6A5A-541D-133C48F0BD18}"/>
              </a:ext>
            </a:extLst>
          </p:cNvPr>
          <p:cNvSpPr txBox="1"/>
          <p:nvPr/>
        </p:nvSpPr>
        <p:spPr>
          <a:xfrm>
            <a:off x="444500" y="167005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25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2F2B302-1E00-C3CD-C6ED-2B6A9A05485C}"/>
              </a:ext>
            </a:extLst>
          </p:cNvPr>
          <p:cNvSpPr/>
          <p:nvPr/>
        </p:nvSpPr>
        <p:spPr>
          <a:xfrm>
            <a:off x="901700" y="32258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pData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7367259-FBE7-3AB9-38B7-F94B6A394094}"/>
              </a:ext>
            </a:extLst>
          </p:cNvPr>
          <p:cNvSpPr/>
          <p:nvPr/>
        </p:nvSpPr>
        <p:spPr>
          <a:xfrm>
            <a:off x="901700" y="37973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0x01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227048-134B-E681-AA7C-81E5CEB7EE3E}"/>
              </a:ext>
            </a:extLst>
          </p:cNvPr>
          <p:cNvSpPr txBox="1"/>
          <p:nvPr/>
        </p:nvSpPr>
        <p:spPr>
          <a:xfrm>
            <a:off x="444500" y="32258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26</a:t>
            </a:r>
            <a:endParaRPr lang="ko-KR" altLang="en-US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3D41E0A-B85E-4B00-BC81-49F56F2054A8}"/>
              </a:ext>
            </a:extLst>
          </p:cNvPr>
          <p:cNvCxnSpPr>
            <a:cxnSpLocks/>
            <a:stCxn id="3" idx="2"/>
            <a:endCxn id="12" idx="2"/>
          </p:cNvCxnSpPr>
          <p:nvPr/>
        </p:nvCxnSpPr>
        <p:spPr>
          <a:xfrm>
            <a:off x="1454150" y="2241550"/>
            <a:ext cx="0" cy="1555750"/>
          </a:xfrm>
          <a:prstGeom prst="straightConnector1">
            <a:avLst/>
          </a:prstGeom>
          <a:ln w="38100" cap="flat" cmpd="sng" algn="ctr">
            <a:solidFill>
              <a:schemeClr val="accent1">
                <a:lumMod val="5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0A8D24E-154D-E202-C176-9DF85BC67DBE}"/>
              </a:ext>
            </a:extLst>
          </p:cNvPr>
          <p:cNvSpPr txBox="1"/>
          <p:nvPr/>
        </p:nvSpPr>
        <p:spPr>
          <a:xfrm>
            <a:off x="444500" y="4660552"/>
            <a:ext cx="218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28 </a:t>
            </a:r>
            <a:r>
              <a:rPr lang="en-US" altLang="ko-KR" dirty="0" err="1"/>
              <a:t>nData</a:t>
            </a:r>
            <a:r>
              <a:rPr lang="en-US" altLang="ko-KR" dirty="0"/>
              <a:t>[10, 0x01]</a:t>
            </a:r>
          </a:p>
          <a:p>
            <a:r>
              <a:rPr lang="en-US" altLang="ko-KR" dirty="0"/>
              <a:t>29 </a:t>
            </a:r>
            <a:r>
              <a:rPr lang="en-US" altLang="ko-KR" dirty="0" err="1"/>
              <a:t>pData</a:t>
            </a:r>
            <a:r>
              <a:rPr lang="en-US" altLang="ko-KR" dirty="0"/>
              <a:t>[0x01, 10]</a:t>
            </a:r>
            <a:endParaRPr lang="ko-KR" altLang="en-US" dirty="0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755B8EAE-A14B-ADB5-9415-38314387EB46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901700" y="1955800"/>
            <a:ext cx="0" cy="1831975"/>
          </a:xfrm>
          <a:prstGeom prst="straightConnector1">
            <a:avLst/>
          </a:prstGeom>
          <a:ln w="381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3CD68EE-96B1-9B4A-AD84-DC29A4172603}"/>
              </a:ext>
            </a:extLst>
          </p:cNvPr>
          <p:cNvSpPr/>
          <p:nvPr/>
        </p:nvSpPr>
        <p:spPr>
          <a:xfrm>
            <a:off x="4178300" y="167005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fData</a:t>
            </a:r>
            <a:endParaRPr lang="en-US" altLang="ko-KR" dirty="0"/>
          </a:p>
          <a:p>
            <a:pPr algn="ctr"/>
            <a:r>
              <a:rPr lang="en-US" altLang="ko-KR" dirty="0"/>
              <a:t>(0x05)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F3DAD18-A01F-A9EB-3675-B46E0593536E}"/>
              </a:ext>
            </a:extLst>
          </p:cNvPr>
          <p:cNvSpPr/>
          <p:nvPr/>
        </p:nvSpPr>
        <p:spPr>
          <a:xfrm>
            <a:off x="4178300" y="224155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3.14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049A7B-41F9-2894-74C5-1253073D52E1}"/>
              </a:ext>
            </a:extLst>
          </p:cNvPr>
          <p:cNvSpPr txBox="1"/>
          <p:nvPr/>
        </p:nvSpPr>
        <p:spPr>
          <a:xfrm>
            <a:off x="3721100" y="167005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31</a:t>
            </a:r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868896C-8985-5915-78CE-EC71FDD59920}"/>
              </a:ext>
            </a:extLst>
          </p:cNvPr>
          <p:cNvSpPr/>
          <p:nvPr/>
        </p:nvSpPr>
        <p:spPr>
          <a:xfrm>
            <a:off x="4178300" y="32258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pFData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9D1FB63-43FA-663C-7B83-DCE1487772B6}"/>
              </a:ext>
            </a:extLst>
          </p:cNvPr>
          <p:cNvSpPr/>
          <p:nvPr/>
        </p:nvSpPr>
        <p:spPr>
          <a:xfrm>
            <a:off x="4178300" y="37973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0x05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248B62-BBF7-5A03-57CC-666E2E5AF349}"/>
              </a:ext>
            </a:extLst>
          </p:cNvPr>
          <p:cNvSpPr txBox="1"/>
          <p:nvPr/>
        </p:nvSpPr>
        <p:spPr>
          <a:xfrm>
            <a:off x="3721100" y="32258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32</a:t>
            </a:r>
            <a:endParaRPr lang="ko-KR" altLang="en-US" dirty="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DD59380D-569C-DBD6-55B4-FB30DBCEFF00}"/>
              </a:ext>
            </a:extLst>
          </p:cNvPr>
          <p:cNvCxnSpPr>
            <a:cxnSpLocks/>
            <a:stCxn id="31" idx="2"/>
            <a:endCxn id="34" idx="2"/>
          </p:cNvCxnSpPr>
          <p:nvPr/>
        </p:nvCxnSpPr>
        <p:spPr>
          <a:xfrm>
            <a:off x="4730750" y="2241550"/>
            <a:ext cx="0" cy="1555750"/>
          </a:xfrm>
          <a:prstGeom prst="straightConnector1">
            <a:avLst/>
          </a:prstGeom>
          <a:ln w="38100" cap="flat" cmpd="sng" algn="ctr">
            <a:solidFill>
              <a:schemeClr val="accent1">
                <a:lumMod val="5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A8D6B1D-743E-A20D-D47E-3E432B7297CA}"/>
              </a:ext>
            </a:extLst>
          </p:cNvPr>
          <p:cNvSpPr txBox="1"/>
          <p:nvPr/>
        </p:nvSpPr>
        <p:spPr>
          <a:xfrm>
            <a:off x="3721100" y="4660552"/>
            <a:ext cx="2374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34 </a:t>
            </a:r>
            <a:r>
              <a:rPr lang="en-US" altLang="ko-KR" dirty="0" err="1"/>
              <a:t>fData</a:t>
            </a:r>
            <a:r>
              <a:rPr lang="en-US" altLang="ko-KR" dirty="0"/>
              <a:t>[3.14, 0x05]</a:t>
            </a:r>
          </a:p>
          <a:p>
            <a:r>
              <a:rPr lang="en-US" altLang="ko-KR" dirty="0"/>
              <a:t>35 </a:t>
            </a:r>
            <a:r>
              <a:rPr lang="en-US" altLang="ko-KR" dirty="0" err="1"/>
              <a:t>pFData</a:t>
            </a:r>
            <a:r>
              <a:rPr lang="en-US" altLang="ko-KR" dirty="0"/>
              <a:t>[0x05, 3.14]</a:t>
            </a:r>
            <a:endParaRPr lang="ko-KR" altLang="en-US" dirty="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BBE2FE56-588B-8A44-EFF5-89F955978C26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4178300" y="1955800"/>
            <a:ext cx="0" cy="1831975"/>
          </a:xfrm>
          <a:prstGeom prst="straightConnector1">
            <a:avLst/>
          </a:prstGeom>
          <a:ln w="381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208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E95EBBB-2425-D585-D170-8427F3D6142C}"/>
              </a:ext>
            </a:extLst>
          </p:cNvPr>
          <p:cNvSpPr/>
          <p:nvPr/>
        </p:nvSpPr>
        <p:spPr>
          <a:xfrm>
            <a:off x="685800" y="6096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nDataA</a:t>
            </a:r>
            <a:endParaRPr lang="en-US" altLang="ko-KR" dirty="0"/>
          </a:p>
          <a:p>
            <a:pPr algn="ctr"/>
            <a:r>
              <a:rPr lang="en-US" altLang="ko-KR" dirty="0"/>
              <a:t>(0x01)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86903E1-0363-8389-6EC0-427E00819FFA}"/>
              </a:ext>
            </a:extLst>
          </p:cNvPr>
          <p:cNvSpPr/>
          <p:nvPr/>
        </p:nvSpPr>
        <p:spPr>
          <a:xfrm>
            <a:off x="685800" y="11811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6CF0FF-3875-46D6-0F8E-C334FD04E64D}"/>
              </a:ext>
            </a:extLst>
          </p:cNvPr>
          <p:cNvSpPr txBox="1"/>
          <p:nvPr/>
        </p:nvSpPr>
        <p:spPr>
          <a:xfrm>
            <a:off x="228600" y="609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61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A0C3FC8-D161-D662-B6CD-089A00879FE7}"/>
              </a:ext>
            </a:extLst>
          </p:cNvPr>
          <p:cNvSpPr/>
          <p:nvPr/>
        </p:nvSpPr>
        <p:spPr>
          <a:xfrm>
            <a:off x="2692400" y="6096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nDataB</a:t>
            </a:r>
            <a:endParaRPr lang="en-US" altLang="ko-KR" dirty="0"/>
          </a:p>
          <a:p>
            <a:pPr algn="ctr"/>
            <a:r>
              <a:rPr lang="en-US" altLang="ko-KR" dirty="0"/>
              <a:t>(0x05)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61B0D7-4156-E70B-12C0-1F5A4FA1AA9C}"/>
              </a:ext>
            </a:extLst>
          </p:cNvPr>
          <p:cNvSpPr/>
          <p:nvPr/>
        </p:nvSpPr>
        <p:spPr>
          <a:xfrm>
            <a:off x="2692400" y="11811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EC1702-BB9F-29A5-AB7C-B562A2B108A9}"/>
              </a:ext>
            </a:extLst>
          </p:cNvPr>
          <p:cNvSpPr txBox="1"/>
          <p:nvPr/>
        </p:nvSpPr>
        <p:spPr>
          <a:xfrm>
            <a:off x="2235200" y="609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ED753D-E737-2A9D-49C9-A426BE7E1244}"/>
              </a:ext>
            </a:extLst>
          </p:cNvPr>
          <p:cNvSpPr txBox="1"/>
          <p:nvPr/>
        </p:nvSpPr>
        <p:spPr>
          <a:xfrm>
            <a:off x="647700" y="4920735"/>
            <a:ext cx="419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63 Origin[0x01]10&lt;-&gt;[0x05]20</a:t>
            </a:r>
          </a:p>
          <a:p>
            <a:r>
              <a:rPr lang="en-US" altLang="ko-KR" dirty="0"/>
              <a:t>66 </a:t>
            </a:r>
            <a:r>
              <a:rPr lang="en-US" altLang="ko-KR" dirty="0" err="1"/>
              <a:t>SwapByValue</a:t>
            </a:r>
            <a:r>
              <a:rPr lang="en-US" altLang="ko-KR" dirty="0"/>
              <a:t>[0x01]10&lt;-&gt;[0x05]20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14F2D4F-45BE-5B24-F823-53F5BCBF2709}"/>
              </a:ext>
            </a:extLst>
          </p:cNvPr>
          <p:cNvSpPr/>
          <p:nvPr/>
        </p:nvSpPr>
        <p:spPr>
          <a:xfrm>
            <a:off x="4838700" y="431800"/>
            <a:ext cx="6934200" cy="4488935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032FE1-3AB3-243F-F55C-6FE7A59F2CF4}"/>
              </a:ext>
            </a:extLst>
          </p:cNvPr>
          <p:cNvSpPr txBox="1"/>
          <p:nvPr/>
        </p:nvSpPr>
        <p:spPr>
          <a:xfrm>
            <a:off x="5003800" y="609600"/>
            <a:ext cx="171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SwapByValue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463969C-B0B2-4B2F-C389-B3D40A3735BF}"/>
              </a:ext>
            </a:extLst>
          </p:cNvPr>
          <p:cNvSpPr/>
          <p:nvPr/>
        </p:nvSpPr>
        <p:spPr>
          <a:xfrm>
            <a:off x="7950200" y="1130300"/>
            <a:ext cx="1104900" cy="5715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</a:p>
          <a:p>
            <a:pPr algn="ctr"/>
            <a:r>
              <a:rPr lang="en-US" altLang="ko-KR" dirty="0"/>
              <a:t>(0x60)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6656B76-9BAC-AD0F-1B8C-EDA50395DD28}"/>
              </a:ext>
            </a:extLst>
          </p:cNvPr>
          <p:cNvSpPr/>
          <p:nvPr/>
        </p:nvSpPr>
        <p:spPr>
          <a:xfrm>
            <a:off x="7950200" y="17018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1427C35-B2BB-CCCA-5BA8-0E9E5BFCD555}"/>
              </a:ext>
            </a:extLst>
          </p:cNvPr>
          <p:cNvSpPr/>
          <p:nvPr/>
        </p:nvSpPr>
        <p:spPr>
          <a:xfrm>
            <a:off x="10052050" y="1130300"/>
            <a:ext cx="1104900" cy="5715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</a:p>
          <a:p>
            <a:pPr algn="ctr"/>
            <a:r>
              <a:rPr lang="en-US" altLang="ko-KR" dirty="0"/>
              <a:t>(0x64)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5B27966-4DB6-B096-E779-4194D72AA59C}"/>
              </a:ext>
            </a:extLst>
          </p:cNvPr>
          <p:cNvSpPr/>
          <p:nvPr/>
        </p:nvSpPr>
        <p:spPr>
          <a:xfrm>
            <a:off x="10052050" y="17018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20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970A978-26DA-9A1E-F0F5-B7EC35C6DDFB}"/>
              </a:ext>
            </a:extLst>
          </p:cNvPr>
          <p:cNvSpPr/>
          <p:nvPr/>
        </p:nvSpPr>
        <p:spPr>
          <a:xfrm>
            <a:off x="5448300" y="34417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temp</a:t>
            </a:r>
          </a:p>
          <a:p>
            <a:pPr algn="ctr"/>
            <a:r>
              <a:rPr lang="en-US" altLang="ko-KR" dirty="0"/>
              <a:t>(0x68)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05F61F5-C130-CD3C-127C-838E2FE4DFA4}"/>
              </a:ext>
            </a:extLst>
          </p:cNvPr>
          <p:cNvSpPr/>
          <p:nvPr/>
        </p:nvSpPr>
        <p:spPr>
          <a:xfrm>
            <a:off x="5448300" y="40132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215991-F669-9B17-5D8C-ED1D262AEEAF}"/>
              </a:ext>
            </a:extLst>
          </p:cNvPr>
          <p:cNvSpPr txBox="1"/>
          <p:nvPr/>
        </p:nvSpPr>
        <p:spPr>
          <a:xfrm>
            <a:off x="7023100" y="272686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40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FB65C5EB-B29E-7D97-48E3-8777BC2C0C2D}"/>
              </a:ext>
            </a:extLst>
          </p:cNvPr>
          <p:cNvCxnSpPr>
            <a:stCxn id="5" idx="3"/>
            <a:endCxn id="20" idx="0"/>
          </p:cNvCxnSpPr>
          <p:nvPr/>
        </p:nvCxnSpPr>
        <p:spPr>
          <a:xfrm>
            <a:off x="1790700" y="1466850"/>
            <a:ext cx="6711950" cy="23495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61432D15-3DE0-92F4-8800-4122149F1F4D}"/>
              </a:ext>
            </a:extLst>
          </p:cNvPr>
          <p:cNvCxnSpPr>
            <a:stCxn id="11" idx="3"/>
            <a:endCxn id="30" idx="2"/>
          </p:cNvCxnSpPr>
          <p:nvPr/>
        </p:nvCxnSpPr>
        <p:spPr>
          <a:xfrm>
            <a:off x="3797300" y="1466850"/>
            <a:ext cx="6807200" cy="23495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AF5462A2-9E25-680C-EAAD-38F86A4F2006}"/>
              </a:ext>
            </a:extLst>
          </p:cNvPr>
          <p:cNvCxnSpPr>
            <a:stCxn id="20" idx="2"/>
            <a:endCxn id="44" idx="0"/>
          </p:cNvCxnSpPr>
          <p:nvPr/>
        </p:nvCxnSpPr>
        <p:spPr>
          <a:xfrm flipH="1">
            <a:off x="6000750" y="2273300"/>
            <a:ext cx="2501900" cy="173990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333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A05A3-ACEC-D074-2923-83C274686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5D6BF9F-704C-03B8-8256-06959162352C}"/>
              </a:ext>
            </a:extLst>
          </p:cNvPr>
          <p:cNvSpPr/>
          <p:nvPr/>
        </p:nvSpPr>
        <p:spPr>
          <a:xfrm>
            <a:off x="685800" y="6096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nDataA</a:t>
            </a:r>
            <a:endParaRPr lang="en-US" altLang="ko-KR" dirty="0"/>
          </a:p>
          <a:p>
            <a:pPr algn="ctr"/>
            <a:r>
              <a:rPr lang="en-US" altLang="ko-KR" dirty="0"/>
              <a:t>(0x01)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C7EF6A-DC01-E307-CCD5-DB4F87FCB9BC}"/>
              </a:ext>
            </a:extLst>
          </p:cNvPr>
          <p:cNvSpPr/>
          <p:nvPr/>
        </p:nvSpPr>
        <p:spPr>
          <a:xfrm>
            <a:off x="685800" y="11811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0297EB-6AA0-F723-8FDC-98B292E220DD}"/>
              </a:ext>
            </a:extLst>
          </p:cNvPr>
          <p:cNvSpPr txBox="1"/>
          <p:nvPr/>
        </p:nvSpPr>
        <p:spPr>
          <a:xfrm>
            <a:off x="228600" y="609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61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C950625-F922-F568-0E16-6BDA2AB92DDE}"/>
              </a:ext>
            </a:extLst>
          </p:cNvPr>
          <p:cNvSpPr/>
          <p:nvPr/>
        </p:nvSpPr>
        <p:spPr>
          <a:xfrm>
            <a:off x="2692400" y="6096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nDataB</a:t>
            </a:r>
            <a:endParaRPr lang="en-US" altLang="ko-KR" dirty="0"/>
          </a:p>
          <a:p>
            <a:pPr algn="ctr"/>
            <a:r>
              <a:rPr lang="en-US" altLang="ko-KR" dirty="0"/>
              <a:t>(0x05)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3EDAE42-9845-82B6-2D19-B05FF0596453}"/>
              </a:ext>
            </a:extLst>
          </p:cNvPr>
          <p:cNvSpPr/>
          <p:nvPr/>
        </p:nvSpPr>
        <p:spPr>
          <a:xfrm>
            <a:off x="2692400" y="11811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91D42E-5ACB-621F-CBA0-62C16EEF9D7A}"/>
              </a:ext>
            </a:extLst>
          </p:cNvPr>
          <p:cNvSpPr txBox="1"/>
          <p:nvPr/>
        </p:nvSpPr>
        <p:spPr>
          <a:xfrm>
            <a:off x="2235200" y="609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685F015-F6DF-2CBE-67D0-1DC4D4DD8375}"/>
              </a:ext>
            </a:extLst>
          </p:cNvPr>
          <p:cNvSpPr/>
          <p:nvPr/>
        </p:nvSpPr>
        <p:spPr>
          <a:xfrm>
            <a:off x="4838700" y="431800"/>
            <a:ext cx="6934200" cy="4488935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9414A2-E221-7031-DF43-785E08820D8D}"/>
              </a:ext>
            </a:extLst>
          </p:cNvPr>
          <p:cNvSpPr txBox="1"/>
          <p:nvPr/>
        </p:nvSpPr>
        <p:spPr>
          <a:xfrm>
            <a:off x="5003800" y="609600"/>
            <a:ext cx="171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SwapByValue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E11A521-377C-73CB-0B5B-9C7EFEF1FE9B}"/>
              </a:ext>
            </a:extLst>
          </p:cNvPr>
          <p:cNvSpPr/>
          <p:nvPr/>
        </p:nvSpPr>
        <p:spPr>
          <a:xfrm>
            <a:off x="7950200" y="1130300"/>
            <a:ext cx="1104900" cy="5715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</a:p>
          <a:p>
            <a:pPr algn="ctr"/>
            <a:r>
              <a:rPr lang="en-US" altLang="ko-KR" dirty="0"/>
              <a:t>(0x60)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6C81723-CDDC-86E2-B521-972B4A372213}"/>
              </a:ext>
            </a:extLst>
          </p:cNvPr>
          <p:cNvSpPr/>
          <p:nvPr/>
        </p:nvSpPr>
        <p:spPr>
          <a:xfrm>
            <a:off x="7950200" y="17018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20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51063BD-DC6E-C638-D099-59A5D6ABC328}"/>
              </a:ext>
            </a:extLst>
          </p:cNvPr>
          <p:cNvSpPr/>
          <p:nvPr/>
        </p:nvSpPr>
        <p:spPr>
          <a:xfrm>
            <a:off x="10052050" y="1130300"/>
            <a:ext cx="1104900" cy="5715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</a:p>
          <a:p>
            <a:pPr algn="ctr"/>
            <a:r>
              <a:rPr lang="en-US" altLang="ko-KR" dirty="0"/>
              <a:t>(0x64)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FCCD6DD-794F-6185-1DA2-ECACEBA2091E}"/>
              </a:ext>
            </a:extLst>
          </p:cNvPr>
          <p:cNvSpPr/>
          <p:nvPr/>
        </p:nvSpPr>
        <p:spPr>
          <a:xfrm>
            <a:off x="10052050" y="17018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20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9A92EE2-8369-3FD6-0A3D-E371CCB3CE76}"/>
              </a:ext>
            </a:extLst>
          </p:cNvPr>
          <p:cNvSpPr/>
          <p:nvPr/>
        </p:nvSpPr>
        <p:spPr>
          <a:xfrm>
            <a:off x="5448300" y="34417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temp</a:t>
            </a:r>
          </a:p>
          <a:p>
            <a:pPr algn="ctr"/>
            <a:r>
              <a:rPr lang="en-US" altLang="ko-KR" dirty="0"/>
              <a:t>(0x68)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25ABA64-79D0-2F06-81F2-5E45B540EFC3}"/>
              </a:ext>
            </a:extLst>
          </p:cNvPr>
          <p:cNvSpPr/>
          <p:nvPr/>
        </p:nvSpPr>
        <p:spPr>
          <a:xfrm>
            <a:off x="5448300" y="40132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8C42539A-74A6-B3C8-F3EA-F25EE96EAE8D}"/>
              </a:ext>
            </a:extLst>
          </p:cNvPr>
          <p:cNvCxnSpPr>
            <a:endCxn id="20" idx="3"/>
          </p:cNvCxnSpPr>
          <p:nvPr/>
        </p:nvCxnSpPr>
        <p:spPr>
          <a:xfrm flipH="1">
            <a:off x="9055100" y="1978429"/>
            <a:ext cx="996950" cy="912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957407F-0883-56D6-22C1-B1A373F48F25}"/>
              </a:ext>
            </a:extLst>
          </p:cNvPr>
          <p:cNvSpPr txBox="1"/>
          <p:nvPr/>
        </p:nvSpPr>
        <p:spPr>
          <a:xfrm>
            <a:off x="9324975" y="163287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41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C40404-55F7-4EE4-F397-A36404AF81C1}"/>
              </a:ext>
            </a:extLst>
          </p:cNvPr>
          <p:cNvSpPr txBox="1"/>
          <p:nvPr/>
        </p:nvSpPr>
        <p:spPr>
          <a:xfrm>
            <a:off x="647700" y="4920735"/>
            <a:ext cx="419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63 Origin[0x01]10&lt;-&gt;[0x05]20</a:t>
            </a:r>
          </a:p>
          <a:p>
            <a:r>
              <a:rPr lang="en-US" altLang="ko-KR" dirty="0"/>
              <a:t>66 </a:t>
            </a:r>
            <a:r>
              <a:rPr lang="en-US" altLang="ko-KR" dirty="0" err="1"/>
              <a:t>SwapByValue</a:t>
            </a:r>
            <a:r>
              <a:rPr lang="en-US" altLang="ko-KR" dirty="0"/>
              <a:t>[0x01]10&lt;-&gt;[0x05]20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6098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8386B-93B9-3336-1285-32AEFCF31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BAE77EA-DD36-423A-F07F-5E6051DB05AA}"/>
              </a:ext>
            </a:extLst>
          </p:cNvPr>
          <p:cNvSpPr/>
          <p:nvPr/>
        </p:nvSpPr>
        <p:spPr>
          <a:xfrm>
            <a:off x="685800" y="6096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nDataA</a:t>
            </a:r>
            <a:endParaRPr lang="en-US" altLang="ko-KR" dirty="0"/>
          </a:p>
          <a:p>
            <a:pPr algn="ctr"/>
            <a:r>
              <a:rPr lang="en-US" altLang="ko-KR" dirty="0"/>
              <a:t>(0x01)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58E662D-AFB7-C426-81C6-790E16D8560B}"/>
              </a:ext>
            </a:extLst>
          </p:cNvPr>
          <p:cNvSpPr/>
          <p:nvPr/>
        </p:nvSpPr>
        <p:spPr>
          <a:xfrm>
            <a:off x="685800" y="11811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F3147-4235-B077-D283-7F686CC9EE3E}"/>
              </a:ext>
            </a:extLst>
          </p:cNvPr>
          <p:cNvSpPr txBox="1"/>
          <p:nvPr/>
        </p:nvSpPr>
        <p:spPr>
          <a:xfrm>
            <a:off x="228600" y="609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61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A13720E-12C9-5DA9-EEF8-3C74A9FF0391}"/>
              </a:ext>
            </a:extLst>
          </p:cNvPr>
          <p:cNvSpPr/>
          <p:nvPr/>
        </p:nvSpPr>
        <p:spPr>
          <a:xfrm>
            <a:off x="2692400" y="6096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nDataB</a:t>
            </a:r>
            <a:endParaRPr lang="en-US" altLang="ko-KR" dirty="0"/>
          </a:p>
          <a:p>
            <a:pPr algn="ctr"/>
            <a:r>
              <a:rPr lang="en-US" altLang="ko-KR" dirty="0"/>
              <a:t>(0x05)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11B73B-3AAD-A0FB-6682-09395A313276}"/>
              </a:ext>
            </a:extLst>
          </p:cNvPr>
          <p:cNvSpPr/>
          <p:nvPr/>
        </p:nvSpPr>
        <p:spPr>
          <a:xfrm>
            <a:off x="2692400" y="11811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551EBF-7841-594C-D23C-9F0BF575631B}"/>
              </a:ext>
            </a:extLst>
          </p:cNvPr>
          <p:cNvSpPr txBox="1"/>
          <p:nvPr/>
        </p:nvSpPr>
        <p:spPr>
          <a:xfrm>
            <a:off x="2235200" y="609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2A44464-4C08-2728-7E3E-B61F497434A9}"/>
              </a:ext>
            </a:extLst>
          </p:cNvPr>
          <p:cNvSpPr/>
          <p:nvPr/>
        </p:nvSpPr>
        <p:spPr>
          <a:xfrm>
            <a:off x="4838700" y="431800"/>
            <a:ext cx="6934200" cy="4488935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708B6C-0346-7B5B-394A-BFA9FFDA35AD}"/>
              </a:ext>
            </a:extLst>
          </p:cNvPr>
          <p:cNvSpPr txBox="1"/>
          <p:nvPr/>
        </p:nvSpPr>
        <p:spPr>
          <a:xfrm>
            <a:off x="5003800" y="609600"/>
            <a:ext cx="171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SwapByValue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61E6B5F-73BE-C6CC-D8FD-C4E618D8DED0}"/>
              </a:ext>
            </a:extLst>
          </p:cNvPr>
          <p:cNvSpPr/>
          <p:nvPr/>
        </p:nvSpPr>
        <p:spPr>
          <a:xfrm>
            <a:off x="7950200" y="1130300"/>
            <a:ext cx="1104900" cy="5715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</a:p>
          <a:p>
            <a:pPr algn="ctr"/>
            <a:r>
              <a:rPr lang="en-US" altLang="ko-KR" dirty="0"/>
              <a:t>(0x60)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621312A-95BB-E9E9-EA15-EEDDF98A9C3F}"/>
              </a:ext>
            </a:extLst>
          </p:cNvPr>
          <p:cNvSpPr/>
          <p:nvPr/>
        </p:nvSpPr>
        <p:spPr>
          <a:xfrm>
            <a:off x="7950200" y="17018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20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1A7AE2C-C0EC-B930-DC2B-5FC085263E44}"/>
              </a:ext>
            </a:extLst>
          </p:cNvPr>
          <p:cNvSpPr/>
          <p:nvPr/>
        </p:nvSpPr>
        <p:spPr>
          <a:xfrm>
            <a:off x="10052050" y="1130300"/>
            <a:ext cx="1104900" cy="5715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</a:p>
          <a:p>
            <a:pPr algn="ctr"/>
            <a:r>
              <a:rPr lang="en-US" altLang="ko-KR" dirty="0"/>
              <a:t>(0x64)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F92F3F7-7A55-64F9-DD94-EA4F8A22239A}"/>
              </a:ext>
            </a:extLst>
          </p:cNvPr>
          <p:cNvSpPr/>
          <p:nvPr/>
        </p:nvSpPr>
        <p:spPr>
          <a:xfrm>
            <a:off x="10052050" y="17018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045AD2E-D6DD-4F90-596D-8A7CFF6DABA1}"/>
              </a:ext>
            </a:extLst>
          </p:cNvPr>
          <p:cNvSpPr/>
          <p:nvPr/>
        </p:nvSpPr>
        <p:spPr>
          <a:xfrm>
            <a:off x="5448300" y="34417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temp</a:t>
            </a:r>
          </a:p>
          <a:p>
            <a:pPr algn="ctr"/>
            <a:r>
              <a:rPr lang="en-US" altLang="ko-KR" dirty="0"/>
              <a:t>(0x68)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7853EB7-5A1C-C93B-1FA5-99D73A0EA2BA}"/>
              </a:ext>
            </a:extLst>
          </p:cNvPr>
          <p:cNvSpPr/>
          <p:nvPr/>
        </p:nvSpPr>
        <p:spPr>
          <a:xfrm>
            <a:off x="5448300" y="40132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A94756B-0614-6023-AA62-9E75ABBBE0E0}"/>
              </a:ext>
            </a:extLst>
          </p:cNvPr>
          <p:cNvCxnSpPr>
            <a:stCxn id="44" idx="3"/>
            <a:endCxn id="32" idx="0"/>
          </p:cNvCxnSpPr>
          <p:nvPr/>
        </p:nvCxnSpPr>
        <p:spPr>
          <a:xfrm flipV="1">
            <a:off x="6553200" y="1701800"/>
            <a:ext cx="4051300" cy="259715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8D45CC8-1619-4971-9D73-4E6282704D02}"/>
              </a:ext>
            </a:extLst>
          </p:cNvPr>
          <p:cNvSpPr txBox="1"/>
          <p:nvPr/>
        </p:nvSpPr>
        <p:spPr>
          <a:xfrm>
            <a:off x="8121650" y="260246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42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030568-D6D3-54AC-B4DA-F64BAB4CC5E1}"/>
              </a:ext>
            </a:extLst>
          </p:cNvPr>
          <p:cNvSpPr txBox="1"/>
          <p:nvPr/>
        </p:nvSpPr>
        <p:spPr>
          <a:xfrm>
            <a:off x="647700" y="4920735"/>
            <a:ext cx="419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63 Origin[0x01]10&lt;-&gt;[0x05]20</a:t>
            </a:r>
          </a:p>
          <a:p>
            <a:r>
              <a:rPr lang="en-US" altLang="ko-KR" dirty="0"/>
              <a:t>66 </a:t>
            </a:r>
            <a:r>
              <a:rPr lang="en-US" altLang="ko-KR" dirty="0" err="1"/>
              <a:t>SwapByValue</a:t>
            </a:r>
            <a:r>
              <a:rPr lang="en-US" altLang="ko-KR" dirty="0"/>
              <a:t>[0x01]10&lt;-&gt;[0x05]20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0967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5382F-49DA-7F97-43A6-F287F9F6F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7F2FED8-526C-C40D-B894-855F2F93ABE4}"/>
              </a:ext>
            </a:extLst>
          </p:cNvPr>
          <p:cNvSpPr/>
          <p:nvPr/>
        </p:nvSpPr>
        <p:spPr>
          <a:xfrm>
            <a:off x="685800" y="6096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nDataA</a:t>
            </a:r>
            <a:endParaRPr lang="en-US" altLang="ko-KR" dirty="0"/>
          </a:p>
          <a:p>
            <a:pPr algn="ctr"/>
            <a:r>
              <a:rPr lang="en-US" altLang="ko-KR" dirty="0"/>
              <a:t>(0x01)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7753AE9-AD8F-6CC4-7DB0-AFFF7B5EE35A}"/>
              </a:ext>
            </a:extLst>
          </p:cNvPr>
          <p:cNvSpPr/>
          <p:nvPr/>
        </p:nvSpPr>
        <p:spPr>
          <a:xfrm>
            <a:off x="685800" y="11811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9FBF01-996D-7D11-522F-3C929EE55F0F}"/>
              </a:ext>
            </a:extLst>
          </p:cNvPr>
          <p:cNvSpPr txBox="1"/>
          <p:nvPr/>
        </p:nvSpPr>
        <p:spPr>
          <a:xfrm>
            <a:off x="228600" y="609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61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B857D6-FC9F-E897-CCC1-A0E33FA54D15}"/>
              </a:ext>
            </a:extLst>
          </p:cNvPr>
          <p:cNvSpPr/>
          <p:nvPr/>
        </p:nvSpPr>
        <p:spPr>
          <a:xfrm>
            <a:off x="2692400" y="6096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nDataB</a:t>
            </a:r>
            <a:endParaRPr lang="en-US" altLang="ko-KR" dirty="0"/>
          </a:p>
          <a:p>
            <a:pPr algn="ctr"/>
            <a:r>
              <a:rPr lang="en-US" altLang="ko-KR" dirty="0"/>
              <a:t>(0x05)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0A40B47-D5FB-CD70-0997-F96936BA20C5}"/>
              </a:ext>
            </a:extLst>
          </p:cNvPr>
          <p:cNvSpPr/>
          <p:nvPr/>
        </p:nvSpPr>
        <p:spPr>
          <a:xfrm>
            <a:off x="2692400" y="11811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321FAD-9BEC-583B-9C15-BFC8BC3FD860}"/>
              </a:ext>
            </a:extLst>
          </p:cNvPr>
          <p:cNvSpPr txBox="1"/>
          <p:nvPr/>
        </p:nvSpPr>
        <p:spPr>
          <a:xfrm>
            <a:off x="2235200" y="609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BC2F9B-BBA4-F0ED-0EF4-04783F9FA019}"/>
              </a:ext>
            </a:extLst>
          </p:cNvPr>
          <p:cNvSpPr txBox="1"/>
          <p:nvPr/>
        </p:nvSpPr>
        <p:spPr>
          <a:xfrm>
            <a:off x="457200" y="5156200"/>
            <a:ext cx="5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69 </a:t>
            </a:r>
            <a:r>
              <a:rPr lang="en-US" altLang="ko-KR" dirty="0" err="1"/>
              <a:t>SwapByPointer</a:t>
            </a:r>
            <a:r>
              <a:rPr lang="en-US" altLang="ko-KR" dirty="0"/>
              <a:t>[0x01]20&lt;-&gt;[0x05]10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C53CFA5-CDFD-EBAE-10E9-5D1115051714}"/>
              </a:ext>
            </a:extLst>
          </p:cNvPr>
          <p:cNvSpPr/>
          <p:nvPr/>
        </p:nvSpPr>
        <p:spPr>
          <a:xfrm>
            <a:off x="4838700" y="431800"/>
            <a:ext cx="6934200" cy="4488935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F4317E-D6FD-AB28-8A19-4CCC24D2FE5E}"/>
              </a:ext>
            </a:extLst>
          </p:cNvPr>
          <p:cNvSpPr txBox="1"/>
          <p:nvPr/>
        </p:nvSpPr>
        <p:spPr>
          <a:xfrm>
            <a:off x="5003800" y="609600"/>
            <a:ext cx="184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SwapByPointer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2EF30B7-C229-47FB-5658-CA7EE21BFFC6}"/>
              </a:ext>
            </a:extLst>
          </p:cNvPr>
          <p:cNvSpPr/>
          <p:nvPr/>
        </p:nvSpPr>
        <p:spPr>
          <a:xfrm>
            <a:off x="7950200" y="1130300"/>
            <a:ext cx="1104900" cy="5715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pA</a:t>
            </a:r>
            <a:endParaRPr lang="en-US" altLang="ko-KR" dirty="0"/>
          </a:p>
          <a:p>
            <a:pPr algn="ctr"/>
            <a:r>
              <a:rPr lang="en-US" altLang="ko-KR" dirty="0"/>
              <a:t>(0x62)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1DD95E5-2902-ACD9-F3BF-9CCC4CA5B5DE}"/>
              </a:ext>
            </a:extLst>
          </p:cNvPr>
          <p:cNvSpPr/>
          <p:nvPr/>
        </p:nvSpPr>
        <p:spPr>
          <a:xfrm>
            <a:off x="7950200" y="17018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0x01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8D367D4-CBFB-8C08-A41E-69585101D919}"/>
              </a:ext>
            </a:extLst>
          </p:cNvPr>
          <p:cNvSpPr/>
          <p:nvPr/>
        </p:nvSpPr>
        <p:spPr>
          <a:xfrm>
            <a:off x="10052050" y="1130300"/>
            <a:ext cx="1104900" cy="5715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pB</a:t>
            </a:r>
            <a:endParaRPr lang="en-US" altLang="ko-KR" dirty="0"/>
          </a:p>
          <a:p>
            <a:pPr algn="ctr"/>
            <a:r>
              <a:rPr lang="en-US" altLang="ko-KR" dirty="0"/>
              <a:t>(0x66)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2ACE46E-6A26-D8E7-8B34-EABDC9A61CAC}"/>
              </a:ext>
            </a:extLst>
          </p:cNvPr>
          <p:cNvSpPr/>
          <p:nvPr/>
        </p:nvSpPr>
        <p:spPr>
          <a:xfrm>
            <a:off x="10052050" y="17018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0x05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FF30078-E340-D830-6575-88CEF066D8A0}"/>
              </a:ext>
            </a:extLst>
          </p:cNvPr>
          <p:cNvSpPr/>
          <p:nvPr/>
        </p:nvSpPr>
        <p:spPr>
          <a:xfrm>
            <a:off x="5448300" y="34417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temp</a:t>
            </a:r>
          </a:p>
          <a:p>
            <a:pPr algn="ctr"/>
            <a:r>
              <a:rPr lang="en-US" altLang="ko-KR" dirty="0"/>
              <a:t>(0x58)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D50702C-04E6-97AE-E7A4-0654F342344C}"/>
              </a:ext>
            </a:extLst>
          </p:cNvPr>
          <p:cNvSpPr/>
          <p:nvPr/>
        </p:nvSpPr>
        <p:spPr>
          <a:xfrm>
            <a:off x="5448300" y="40132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A65EB0C-7028-8C55-4C9F-E51C0EA82935}"/>
              </a:ext>
            </a:extLst>
          </p:cNvPr>
          <p:cNvSpPr txBox="1"/>
          <p:nvPr/>
        </p:nvSpPr>
        <p:spPr>
          <a:xfrm>
            <a:off x="3390900" y="239609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47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0DC8DDF1-14AA-2DDD-3640-1655F405FC3C}"/>
              </a:ext>
            </a:extLst>
          </p:cNvPr>
          <p:cNvCxnSpPr>
            <a:stCxn id="5" idx="3"/>
            <a:endCxn id="20" idx="0"/>
          </p:cNvCxnSpPr>
          <p:nvPr/>
        </p:nvCxnSpPr>
        <p:spPr>
          <a:xfrm>
            <a:off x="1790700" y="1466850"/>
            <a:ext cx="6711950" cy="23495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F42007FB-C36A-6942-5162-331767FEE5A0}"/>
              </a:ext>
            </a:extLst>
          </p:cNvPr>
          <p:cNvCxnSpPr>
            <a:stCxn id="11" idx="3"/>
            <a:endCxn id="30" idx="2"/>
          </p:cNvCxnSpPr>
          <p:nvPr/>
        </p:nvCxnSpPr>
        <p:spPr>
          <a:xfrm>
            <a:off x="3797300" y="1466850"/>
            <a:ext cx="6807200" cy="23495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562EA82A-3E15-67A4-B38F-E5ED586EA9BF}"/>
              </a:ext>
            </a:extLst>
          </p:cNvPr>
          <p:cNvCxnSpPr>
            <a:cxnSpLocks/>
            <a:stCxn id="5" idx="2"/>
            <a:endCxn id="44" idx="0"/>
          </p:cNvCxnSpPr>
          <p:nvPr/>
        </p:nvCxnSpPr>
        <p:spPr>
          <a:xfrm>
            <a:off x="1238250" y="1752600"/>
            <a:ext cx="4762500" cy="226060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549BCE07-6A02-5C0D-E4D4-6B5681FC5FB1}"/>
              </a:ext>
            </a:extLst>
          </p:cNvPr>
          <p:cNvCxnSpPr>
            <a:stCxn id="20" idx="1"/>
            <a:endCxn id="5" idx="0"/>
          </p:cNvCxnSpPr>
          <p:nvPr/>
        </p:nvCxnSpPr>
        <p:spPr>
          <a:xfrm flipH="1" flipV="1">
            <a:off x="1238250" y="1181100"/>
            <a:ext cx="6711950" cy="80645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DC2FA7D-0EFF-B148-F96D-2637786AB0B6}"/>
              </a:ext>
            </a:extLst>
          </p:cNvPr>
          <p:cNvCxnSpPr>
            <a:stCxn id="32" idx="1"/>
            <a:endCxn id="11" idx="0"/>
          </p:cNvCxnSpPr>
          <p:nvPr/>
        </p:nvCxnSpPr>
        <p:spPr>
          <a:xfrm flipH="1" flipV="1">
            <a:off x="3244850" y="1181100"/>
            <a:ext cx="6807200" cy="80645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D0EB084-FDC3-D2D5-D549-48BD5A470E43}"/>
              </a:ext>
            </a:extLst>
          </p:cNvPr>
          <p:cNvSpPr txBox="1"/>
          <p:nvPr/>
        </p:nvSpPr>
        <p:spPr>
          <a:xfrm>
            <a:off x="5120640" y="1987550"/>
            <a:ext cx="2213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68 </a:t>
            </a:r>
            <a:r>
              <a:rPr lang="en-US" altLang="ko-KR" dirty="0" err="1"/>
              <a:t>SwapByPointer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9709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BBFF8-5CFE-2F5A-1FFB-7B75CD6EE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128838B-F241-994D-A707-BFF3A9731666}"/>
              </a:ext>
            </a:extLst>
          </p:cNvPr>
          <p:cNvSpPr/>
          <p:nvPr/>
        </p:nvSpPr>
        <p:spPr>
          <a:xfrm>
            <a:off x="685800" y="6096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nDataA</a:t>
            </a:r>
            <a:endParaRPr lang="en-US" altLang="ko-KR" dirty="0"/>
          </a:p>
          <a:p>
            <a:pPr algn="ctr"/>
            <a:r>
              <a:rPr lang="en-US" altLang="ko-KR" dirty="0"/>
              <a:t>(0x01)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297D8B-F160-88AD-E48E-F23E1D505355}"/>
              </a:ext>
            </a:extLst>
          </p:cNvPr>
          <p:cNvSpPr/>
          <p:nvPr/>
        </p:nvSpPr>
        <p:spPr>
          <a:xfrm>
            <a:off x="685800" y="11811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20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128E40-AF17-0CB1-FF8D-33E392B4EFE3}"/>
              </a:ext>
            </a:extLst>
          </p:cNvPr>
          <p:cNvSpPr txBox="1"/>
          <p:nvPr/>
        </p:nvSpPr>
        <p:spPr>
          <a:xfrm>
            <a:off x="228600" y="609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61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33424E-9F18-5B93-714A-C3D30C2EADFD}"/>
              </a:ext>
            </a:extLst>
          </p:cNvPr>
          <p:cNvSpPr/>
          <p:nvPr/>
        </p:nvSpPr>
        <p:spPr>
          <a:xfrm>
            <a:off x="2692400" y="6096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nDataB</a:t>
            </a:r>
            <a:endParaRPr lang="en-US" altLang="ko-KR" dirty="0"/>
          </a:p>
          <a:p>
            <a:pPr algn="ctr"/>
            <a:r>
              <a:rPr lang="en-US" altLang="ko-KR" dirty="0"/>
              <a:t>(0x05)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5BE8006-2BA7-7953-A3DB-76AD8AD09A6A}"/>
              </a:ext>
            </a:extLst>
          </p:cNvPr>
          <p:cNvSpPr/>
          <p:nvPr/>
        </p:nvSpPr>
        <p:spPr>
          <a:xfrm>
            <a:off x="2692400" y="11811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6D5C12-002F-58FF-4C89-540C5A39A6BF}"/>
              </a:ext>
            </a:extLst>
          </p:cNvPr>
          <p:cNvSpPr txBox="1"/>
          <p:nvPr/>
        </p:nvSpPr>
        <p:spPr>
          <a:xfrm>
            <a:off x="2235200" y="609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EA49EB-C685-3421-ED38-44BBC778F928}"/>
              </a:ext>
            </a:extLst>
          </p:cNvPr>
          <p:cNvSpPr txBox="1"/>
          <p:nvPr/>
        </p:nvSpPr>
        <p:spPr>
          <a:xfrm>
            <a:off x="457200" y="5156200"/>
            <a:ext cx="5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69 </a:t>
            </a:r>
            <a:r>
              <a:rPr lang="en-US" altLang="ko-KR" dirty="0" err="1"/>
              <a:t>SwapByPointer</a:t>
            </a:r>
            <a:r>
              <a:rPr lang="en-US" altLang="ko-KR" dirty="0"/>
              <a:t>[0x01]20&lt;-&gt;[0x05]10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DAF1F01-59BE-D465-9A42-8CC5564047AC}"/>
              </a:ext>
            </a:extLst>
          </p:cNvPr>
          <p:cNvSpPr/>
          <p:nvPr/>
        </p:nvSpPr>
        <p:spPr>
          <a:xfrm>
            <a:off x="4838700" y="431800"/>
            <a:ext cx="6934200" cy="4488935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FD7903-AD4E-3C70-27AC-717575BD1334}"/>
              </a:ext>
            </a:extLst>
          </p:cNvPr>
          <p:cNvSpPr txBox="1"/>
          <p:nvPr/>
        </p:nvSpPr>
        <p:spPr>
          <a:xfrm>
            <a:off x="5003800" y="609600"/>
            <a:ext cx="184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SwapByPointer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A87664B-9C18-4890-A5BB-34EECB5A02F1}"/>
              </a:ext>
            </a:extLst>
          </p:cNvPr>
          <p:cNvSpPr/>
          <p:nvPr/>
        </p:nvSpPr>
        <p:spPr>
          <a:xfrm>
            <a:off x="7950200" y="1130300"/>
            <a:ext cx="1104900" cy="5715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pA</a:t>
            </a:r>
            <a:endParaRPr lang="en-US" altLang="ko-KR" dirty="0"/>
          </a:p>
          <a:p>
            <a:pPr algn="ctr"/>
            <a:r>
              <a:rPr lang="en-US" altLang="ko-KR" dirty="0"/>
              <a:t>(0x62)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E954381-DF2B-3B08-46D9-679143AC72E2}"/>
              </a:ext>
            </a:extLst>
          </p:cNvPr>
          <p:cNvSpPr/>
          <p:nvPr/>
        </p:nvSpPr>
        <p:spPr>
          <a:xfrm>
            <a:off x="7950200" y="17018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0x01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A742900-E220-9702-7F9F-B6D2B0E6DDA8}"/>
              </a:ext>
            </a:extLst>
          </p:cNvPr>
          <p:cNvSpPr/>
          <p:nvPr/>
        </p:nvSpPr>
        <p:spPr>
          <a:xfrm>
            <a:off x="10052050" y="1130300"/>
            <a:ext cx="1104900" cy="5715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pB</a:t>
            </a:r>
            <a:endParaRPr lang="en-US" altLang="ko-KR" dirty="0"/>
          </a:p>
          <a:p>
            <a:pPr algn="ctr"/>
            <a:r>
              <a:rPr lang="en-US" altLang="ko-KR" dirty="0"/>
              <a:t>(0x66)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0EB3795-92E4-F4F1-AA06-A9CAF74B3396}"/>
              </a:ext>
            </a:extLst>
          </p:cNvPr>
          <p:cNvSpPr/>
          <p:nvPr/>
        </p:nvSpPr>
        <p:spPr>
          <a:xfrm>
            <a:off x="10052050" y="17018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0x05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29B827A-E598-5BB9-B2D9-0769ECA79620}"/>
              </a:ext>
            </a:extLst>
          </p:cNvPr>
          <p:cNvSpPr/>
          <p:nvPr/>
        </p:nvSpPr>
        <p:spPr>
          <a:xfrm>
            <a:off x="5448300" y="34417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temp</a:t>
            </a:r>
          </a:p>
          <a:p>
            <a:pPr algn="ctr"/>
            <a:r>
              <a:rPr lang="en-US" altLang="ko-KR" dirty="0"/>
              <a:t>(0x58)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FD29AA2-D2E9-F474-9B7C-48CEA45EAE58}"/>
              </a:ext>
            </a:extLst>
          </p:cNvPr>
          <p:cNvSpPr/>
          <p:nvPr/>
        </p:nvSpPr>
        <p:spPr>
          <a:xfrm>
            <a:off x="5448300" y="40132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1C64DCDF-0F29-BAE9-66FB-A694EC32EF39}"/>
              </a:ext>
            </a:extLst>
          </p:cNvPr>
          <p:cNvCxnSpPr>
            <a:stCxn id="20" idx="1"/>
            <a:endCxn id="5" idx="0"/>
          </p:cNvCxnSpPr>
          <p:nvPr/>
        </p:nvCxnSpPr>
        <p:spPr>
          <a:xfrm flipH="1" flipV="1">
            <a:off x="1238250" y="1181100"/>
            <a:ext cx="6711950" cy="80645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EBC35ED-81B3-997C-58C7-4D9AF0548EBF}"/>
              </a:ext>
            </a:extLst>
          </p:cNvPr>
          <p:cNvCxnSpPr>
            <a:stCxn id="32" idx="1"/>
            <a:endCxn id="11" idx="0"/>
          </p:cNvCxnSpPr>
          <p:nvPr/>
        </p:nvCxnSpPr>
        <p:spPr>
          <a:xfrm flipH="1" flipV="1">
            <a:off x="3244850" y="1181100"/>
            <a:ext cx="6807200" cy="80645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147E66C-617B-6489-1B79-089549ADCEAF}"/>
              </a:ext>
            </a:extLst>
          </p:cNvPr>
          <p:cNvCxnSpPr>
            <a:stCxn id="11" idx="1"/>
            <a:endCxn id="5" idx="3"/>
          </p:cNvCxnSpPr>
          <p:nvPr/>
        </p:nvCxnSpPr>
        <p:spPr>
          <a:xfrm flipH="1">
            <a:off x="1790700" y="1466850"/>
            <a:ext cx="901700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CF0074E-D9F0-FB04-908F-82690B1AE732}"/>
              </a:ext>
            </a:extLst>
          </p:cNvPr>
          <p:cNvSpPr txBox="1"/>
          <p:nvPr/>
        </p:nvSpPr>
        <p:spPr>
          <a:xfrm>
            <a:off x="2038350" y="148150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2320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2A00B-0B36-9FFC-4600-F833C5179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163E436-77BA-063B-DBB2-E14979796F09}"/>
              </a:ext>
            </a:extLst>
          </p:cNvPr>
          <p:cNvSpPr/>
          <p:nvPr/>
        </p:nvSpPr>
        <p:spPr>
          <a:xfrm>
            <a:off x="685800" y="6096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nDataA</a:t>
            </a:r>
            <a:endParaRPr lang="en-US" altLang="ko-KR" dirty="0"/>
          </a:p>
          <a:p>
            <a:pPr algn="ctr"/>
            <a:r>
              <a:rPr lang="en-US" altLang="ko-KR" dirty="0"/>
              <a:t>(0x01)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5A04C39-E094-96B7-304E-39AA467D8976}"/>
              </a:ext>
            </a:extLst>
          </p:cNvPr>
          <p:cNvSpPr/>
          <p:nvPr/>
        </p:nvSpPr>
        <p:spPr>
          <a:xfrm>
            <a:off x="685800" y="11811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20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44CE49-E34F-CCAE-1D39-6EA3559BFFCF}"/>
              </a:ext>
            </a:extLst>
          </p:cNvPr>
          <p:cNvSpPr txBox="1"/>
          <p:nvPr/>
        </p:nvSpPr>
        <p:spPr>
          <a:xfrm>
            <a:off x="228600" y="609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61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EADBC7-24D9-7F35-F687-36E124AB95B9}"/>
              </a:ext>
            </a:extLst>
          </p:cNvPr>
          <p:cNvSpPr/>
          <p:nvPr/>
        </p:nvSpPr>
        <p:spPr>
          <a:xfrm>
            <a:off x="2692400" y="6096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nDataB</a:t>
            </a:r>
            <a:endParaRPr lang="en-US" altLang="ko-KR" dirty="0"/>
          </a:p>
          <a:p>
            <a:pPr algn="ctr"/>
            <a:r>
              <a:rPr lang="en-US" altLang="ko-KR" dirty="0"/>
              <a:t>(0x05)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392FD91-E8DE-7859-3FCF-B58CC632165B}"/>
              </a:ext>
            </a:extLst>
          </p:cNvPr>
          <p:cNvSpPr/>
          <p:nvPr/>
        </p:nvSpPr>
        <p:spPr>
          <a:xfrm>
            <a:off x="2692400" y="11811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10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2AD8D8-9388-9A91-002B-E5453807C2CF}"/>
              </a:ext>
            </a:extLst>
          </p:cNvPr>
          <p:cNvSpPr txBox="1"/>
          <p:nvPr/>
        </p:nvSpPr>
        <p:spPr>
          <a:xfrm>
            <a:off x="2235200" y="609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33297A-AE21-E5F8-EC67-974BB89EF23B}"/>
              </a:ext>
            </a:extLst>
          </p:cNvPr>
          <p:cNvSpPr txBox="1"/>
          <p:nvPr/>
        </p:nvSpPr>
        <p:spPr>
          <a:xfrm>
            <a:off x="457200" y="5156200"/>
            <a:ext cx="5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69 </a:t>
            </a:r>
            <a:r>
              <a:rPr lang="en-US" altLang="ko-KR" dirty="0" err="1"/>
              <a:t>SwapByPointer</a:t>
            </a:r>
            <a:r>
              <a:rPr lang="en-US" altLang="ko-KR" dirty="0"/>
              <a:t>[0x01]20&lt;-&gt;[0x05]10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13BC35-E6BD-4316-5DCE-0D772C0F5207}"/>
              </a:ext>
            </a:extLst>
          </p:cNvPr>
          <p:cNvSpPr/>
          <p:nvPr/>
        </p:nvSpPr>
        <p:spPr>
          <a:xfrm>
            <a:off x="4838700" y="431800"/>
            <a:ext cx="6934200" cy="4488935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4465E6-0245-088B-C9E3-F6DBC9D2FDE9}"/>
              </a:ext>
            </a:extLst>
          </p:cNvPr>
          <p:cNvSpPr txBox="1"/>
          <p:nvPr/>
        </p:nvSpPr>
        <p:spPr>
          <a:xfrm>
            <a:off x="5003800" y="609600"/>
            <a:ext cx="184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SwapByPointer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BE86A6C-BF56-8743-FE24-4181250B1799}"/>
              </a:ext>
            </a:extLst>
          </p:cNvPr>
          <p:cNvSpPr/>
          <p:nvPr/>
        </p:nvSpPr>
        <p:spPr>
          <a:xfrm>
            <a:off x="7950200" y="1130300"/>
            <a:ext cx="1104900" cy="5715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pA</a:t>
            </a:r>
            <a:endParaRPr lang="en-US" altLang="ko-KR" dirty="0"/>
          </a:p>
          <a:p>
            <a:pPr algn="ctr"/>
            <a:r>
              <a:rPr lang="en-US" altLang="ko-KR" dirty="0"/>
              <a:t>(0x62)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02B6318-7CC1-1CAA-111A-C2F440C82823}"/>
              </a:ext>
            </a:extLst>
          </p:cNvPr>
          <p:cNvSpPr/>
          <p:nvPr/>
        </p:nvSpPr>
        <p:spPr>
          <a:xfrm>
            <a:off x="7950200" y="17018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0x01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92A1322-D508-2ED7-B170-CDB3834B6805}"/>
              </a:ext>
            </a:extLst>
          </p:cNvPr>
          <p:cNvSpPr/>
          <p:nvPr/>
        </p:nvSpPr>
        <p:spPr>
          <a:xfrm>
            <a:off x="10052050" y="1130300"/>
            <a:ext cx="1104900" cy="5715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pB</a:t>
            </a:r>
            <a:endParaRPr lang="en-US" altLang="ko-KR" dirty="0"/>
          </a:p>
          <a:p>
            <a:pPr algn="ctr"/>
            <a:r>
              <a:rPr lang="en-US" altLang="ko-KR" dirty="0"/>
              <a:t>(0x66)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7447DEA-41AB-DDC6-F2C0-7810F51BECB6}"/>
              </a:ext>
            </a:extLst>
          </p:cNvPr>
          <p:cNvSpPr/>
          <p:nvPr/>
        </p:nvSpPr>
        <p:spPr>
          <a:xfrm>
            <a:off x="10052050" y="17018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0x05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0D5BFBD-B200-47FF-22D1-FD6C33AE9A0D}"/>
              </a:ext>
            </a:extLst>
          </p:cNvPr>
          <p:cNvSpPr/>
          <p:nvPr/>
        </p:nvSpPr>
        <p:spPr>
          <a:xfrm>
            <a:off x="5448300" y="34417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temp</a:t>
            </a:r>
          </a:p>
          <a:p>
            <a:pPr algn="ctr"/>
            <a:r>
              <a:rPr lang="en-US" altLang="ko-KR" dirty="0"/>
              <a:t>(0x58)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C7201C1-EE6F-70AD-055C-5C7636E0233D}"/>
              </a:ext>
            </a:extLst>
          </p:cNvPr>
          <p:cNvSpPr/>
          <p:nvPr/>
        </p:nvSpPr>
        <p:spPr>
          <a:xfrm>
            <a:off x="5448300" y="40132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FA0BE65F-6CA5-26A0-5478-DB99135C9A4B}"/>
              </a:ext>
            </a:extLst>
          </p:cNvPr>
          <p:cNvCxnSpPr>
            <a:cxnSpLocks/>
            <a:stCxn id="20" idx="1"/>
            <a:endCxn id="5" idx="0"/>
          </p:cNvCxnSpPr>
          <p:nvPr/>
        </p:nvCxnSpPr>
        <p:spPr>
          <a:xfrm flipH="1" flipV="1">
            <a:off x="1238250" y="1181100"/>
            <a:ext cx="6711950" cy="80645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1E01EEE-9B14-DADB-6638-BF3E9E75125B}"/>
              </a:ext>
            </a:extLst>
          </p:cNvPr>
          <p:cNvCxnSpPr>
            <a:stCxn id="32" idx="1"/>
            <a:endCxn id="11" idx="0"/>
          </p:cNvCxnSpPr>
          <p:nvPr/>
        </p:nvCxnSpPr>
        <p:spPr>
          <a:xfrm flipH="1" flipV="1">
            <a:off x="3244850" y="1181100"/>
            <a:ext cx="6807200" cy="80645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9856A1A-573F-745B-8C17-58A49C97EE20}"/>
              </a:ext>
            </a:extLst>
          </p:cNvPr>
          <p:cNvCxnSpPr>
            <a:cxnSpLocks/>
            <a:stCxn id="44" idx="1"/>
            <a:endCxn id="11" idx="2"/>
          </p:cNvCxnSpPr>
          <p:nvPr/>
        </p:nvCxnSpPr>
        <p:spPr>
          <a:xfrm flipH="1" flipV="1">
            <a:off x="3244850" y="1752600"/>
            <a:ext cx="2203450" cy="254635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024A46C-C380-A1D9-671D-8D6D2F00D462}"/>
              </a:ext>
            </a:extLst>
          </p:cNvPr>
          <p:cNvSpPr txBox="1"/>
          <p:nvPr/>
        </p:nvSpPr>
        <p:spPr>
          <a:xfrm>
            <a:off x="3797300" y="282551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329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577C3-196E-7DD8-3F8E-2E00150C6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60190BC-66EA-4C6A-FC52-C36D4CB5E8C7}"/>
              </a:ext>
            </a:extLst>
          </p:cNvPr>
          <p:cNvSpPr/>
          <p:nvPr/>
        </p:nvSpPr>
        <p:spPr>
          <a:xfrm>
            <a:off x="685800" y="6096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nDataA</a:t>
            </a:r>
            <a:endParaRPr lang="en-US" altLang="ko-KR" dirty="0"/>
          </a:p>
          <a:p>
            <a:pPr algn="ctr"/>
            <a:r>
              <a:rPr lang="en-US" altLang="ko-KR" dirty="0"/>
              <a:t>(0x01)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406CE72-578D-1ADC-4AAF-7A4ED81B9525}"/>
              </a:ext>
            </a:extLst>
          </p:cNvPr>
          <p:cNvSpPr/>
          <p:nvPr/>
        </p:nvSpPr>
        <p:spPr>
          <a:xfrm>
            <a:off x="685800" y="11811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BED920-EF75-5AB0-B2A2-9429FC863C96}"/>
              </a:ext>
            </a:extLst>
          </p:cNvPr>
          <p:cNvSpPr txBox="1"/>
          <p:nvPr/>
        </p:nvSpPr>
        <p:spPr>
          <a:xfrm>
            <a:off x="228600" y="609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61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B7A2D5A-E67D-8F7D-A632-4840B7639C70}"/>
              </a:ext>
            </a:extLst>
          </p:cNvPr>
          <p:cNvSpPr/>
          <p:nvPr/>
        </p:nvSpPr>
        <p:spPr>
          <a:xfrm>
            <a:off x="2692400" y="6096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nDataB</a:t>
            </a:r>
            <a:endParaRPr lang="en-US" altLang="ko-KR" dirty="0"/>
          </a:p>
          <a:p>
            <a:pPr algn="ctr"/>
            <a:r>
              <a:rPr lang="en-US" altLang="ko-KR" dirty="0"/>
              <a:t>(0x05)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9DBC510-66E5-34C0-8657-C928AD45EBD9}"/>
              </a:ext>
            </a:extLst>
          </p:cNvPr>
          <p:cNvSpPr/>
          <p:nvPr/>
        </p:nvSpPr>
        <p:spPr>
          <a:xfrm>
            <a:off x="2692400" y="11811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23DD0E-6AF1-A614-4866-F12ACCC0041E}"/>
              </a:ext>
            </a:extLst>
          </p:cNvPr>
          <p:cNvSpPr txBox="1"/>
          <p:nvPr/>
        </p:nvSpPr>
        <p:spPr>
          <a:xfrm>
            <a:off x="2235200" y="609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A15C67-0F06-3995-E724-6C29EEDC749C}"/>
              </a:ext>
            </a:extLst>
          </p:cNvPr>
          <p:cNvSpPr txBox="1"/>
          <p:nvPr/>
        </p:nvSpPr>
        <p:spPr>
          <a:xfrm>
            <a:off x="457200" y="5353734"/>
            <a:ext cx="452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72 </a:t>
            </a:r>
            <a:r>
              <a:rPr lang="en-US" altLang="ko-KR" dirty="0" err="1"/>
              <a:t>SwapByReference</a:t>
            </a:r>
            <a:r>
              <a:rPr lang="en-US" altLang="ko-KR" dirty="0"/>
              <a:t>[0x01]10&lt;-&gt;[0x05]20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0E2338D-B23A-A647-7A93-1B4A3E20B898}"/>
              </a:ext>
            </a:extLst>
          </p:cNvPr>
          <p:cNvSpPr/>
          <p:nvPr/>
        </p:nvSpPr>
        <p:spPr>
          <a:xfrm>
            <a:off x="4838700" y="431800"/>
            <a:ext cx="6934200" cy="4488935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4E6890-426D-5501-211E-2BDF1B67928A}"/>
              </a:ext>
            </a:extLst>
          </p:cNvPr>
          <p:cNvSpPr txBox="1"/>
          <p:nvPr/>
        </p:nvSpPr>
        <p:spPr>
          <a:xfrm>
            <a:off x="5003799" y="609600"/>
            <a:ext cx="2145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SwapByReference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E6F6786-8FE8-C772-DDA2-E22C92602480}"/>
              </a:ext>
            </a:extLst>
          </p:cNvPr>
          <p:cNvSpPr/>
          <p:nvPr/>
        </p:nvSpPr>
        <p:spPr>
          <a:xfrm>
            <a:off x="7950200" y="1130300"/>
            <a:ext cx="1104900" cy="5715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B42A3DE-6997-68B0-DDC5-099D07C99275}"/>
              </a:ext>
            </a:extLst>
          </p:cNvPr>
          <p:cNvSpPr/>
          <p:nvPr/>
        </p:nvSpPr>
        <p:spPr>
          <a:xfrm>
            <a:off x="10052050" y="1130300"/>
            <a:ext cx="1104900" cy="5715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0C74CED-D152-B624-3C18-B7912B7210CD}"/>
              </a:ext>
            </a:extLst>
          </p:cNvPr>
          <p:cNvSpPr/>
          <p:nvPr/>
        </p:nvSpPr>
        <p:spPr>
          <a:xfrm>
            <a:off x="5448300" y="34417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temp</a:t>
            </a:r>
          </a:p>
          <a:p>
            <a:pPr algn="ctr"/>
            <a:r>
              <a:rPr lang="en-US" altLang="ko-KR" dirty="0"/>
              <a:t>(0x68)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33486ED-248C-BB6E-17DF-6408C99ECCEF}"/>
              </a:ext>
            </a:extLst>
          </p:cNvPr>
          <p:cNvSpPr/>
          <p:nvPr/>
        </p:nvSpPr>
        <p:spPr>
          <a:xfrm>
            <a:off x="5448300" y="40132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29A732-55FA-DA7F-6807-8E3A2E8C1BAC}"/>
              </a:ext>
            </a:extLst>
          </p:cNvPr>
          <p:cNvSpPr txBox="1"/>
          <p:nvPr/>
        </p:nvSpPr>
        <p:spPr>
          <a:xfrm>
            <a:off x="2717800" y="305966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54</a:t>
            </a: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00F44FB4-7D34-8B6C-D279-30FB0143F382}"/>
              </a:ext>
            </a:extLst>
          </p:cNvPr>
          <p:cNvCxnSpPr>
            <a:cxnSpLocks/>
            <a:stCxn id="5" idx="2"/>
            <a:endCxn id="44" idx="1"/>
          </p:cNvCxnSpPr>
          <p:nvPr/>
        </p:nvCxnSpPr>
        <p:spPr>
          <a:xfrm>
            <a:off x="1238250" y="1752600"/>
            <a:ext cx="4210050" cy="254635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FAB4CD84-53B1-0A4D-B54D-21BD1069068B}"/>
              </a:ext>
            </a:extLst>
          </p:cNvPr>
          <p:cNvCxnSpPr>
            <a:stCxn id="18" idx="1"/>
            <a:endCxn id="5" idx="0"/>
          </p:cNvCxnSpPr>
          <p:nvPr/>
        </p:nvCxnSpPr>
        <p:spPr>
          <a:xfrm flipH="1" flipV="1">
            <a:off x="1238250" y="1181100"/>
            <a:ext cx="6711950" cy="23495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06AAB34-06CD-8E4F-DD7D-BD985B3CD6BD}"/>
              </a:ext>
            </a:extLst>
          </p:cNvPr>
          <p:cNvCxnSpPr>
            <a:endCxn id="9" idx="2"/>
          </p:cNvCxnSpPr>
          <p:nvPr/>
        </p:nvCxnSpPr>
        <p:spPr>
          <a:xfrm flipH="1" flipV="1">
            <a:off x="3244850" y="1181100"/>
            <a:ext cx="6807200" cy="248689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AC7574C-E681-9FA2-BC91-B56725658B3B}"/>
              </a:ext>
            </a:extLst>
          </p:cNvPr>
          <p:cNvSpPr txBox="1"/>
          <p:nvPr/>
        </p:nvSpPr>
        <p:spPr>
          <a:xfrm>
            <a:off x="4978400" y="1492519"/>
            <a:ext cx="25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71 </a:t>
            </a:r>
            <a:r>
              <a:rPr lang="en-US" altLang="ko-KR" dirty="0" err="1"/>
              <a:t>SwapByReference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921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3E09E-5CFB-03E9-E9BF-B3BD6CD65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529A6AC-CB49-CFB3-A651-426196033412}"/>
              </a:ext>
            </a:extLst>
          </p:cNvPr>
          <p:cNvSpPr/>
          <p:nvPr/>
        </p:nvSpPr>
        <p:spPr>
          <a:xfrm>
            <a:off x="685800" y="6096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nDataA</a:t>
            </a:r>
            <a:endParaRPr lang="en-US" altLang="ko-KR" dirty="0"/>
          </a:p>
          <a:p>
            <a:pPr algn="ctr"/>
            <a:r>
              <a:rPr lang="en-US" altLang="ko-KR" dirty="0"/>
              <a:t>(0x01)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81BC17-D39F-306A-6EC1-E1F71D5E8C7E}"/>
              </a:ext>
            </a:extLst>
          </p:cNvPr>
          <p:cNvSpPr/>
          <p:nvPr/>
        </p:nvSpPr>
        <p:spPr>
          <a:xfrm>
            <a:off x="685800" y="11811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10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049C25-929A-7DC0-D6E6-9DA4632E5D41}"/>
              </a:ext>
            </a:extLst>
          </p:cNvPr>
          <p:cNvSpPr txBox="1"/>
          <p:nvPr/>
        </p:nvSpPr>
        <p:spPr>
          <a:xfrm>
            <a:off x="228600" y="609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61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29AF723-C57E-78EF-50C7-EC13E9B63CF6}"/>
              </a:ext>
            </a:extLst>
          </p:cNvPr>
          <p:cNvSpPr/>
          <p:nvPr/>
        </p:nvSpPr>
        <p:spPr>
          <a:xfrm>
            <a:off x="2692400" y="6096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nDataB</a:t>
            </a:r>
            <a:endParaRPr lang="en-US" altLang="ko-KR" dirty="0"/>
          </a:p>
          <a:p>
            <a:pPr algn="ctr"/>
            <a:r>
              <a:rPr lang="en-US" altLang="ko-KR" dirty="0"/>
              <a:t>(0x05)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87DDDB-9C53-4905-BB96-562A88898F93}"/>
              </a:ext>
            </a:extLst>
          </p:cNvPr>
          <p:cNvSpPr/>
          <p:nvPr/>
        </p:nvSpPr>
        <p:spPr>
          <a:xfrm>
            <a:off x="2692400" y="11811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80063F-505F-18D4-3972-E729FFE530CD}"/>
              </a:ext>
            </a:extLst>
          </p:cNvPr>
          <p:cNvSpPr txBox="1"/>
          <p:nvPr/>
        </p:nvSpPr>
        <p:spPr>
          <a:xfrm>
            <a:off x="2235200" y="609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D0EBAA-FFB4-91DC-9C0A-3EC5E94FFF3E}"/>
              </a:ext>
            </a:extLst>
          </p:cNvPr>
          <p:cNvSpPr txBox="1"/>
          <p:nvPr/>
        </p:nvSpPr>
        <p:spPr>
          <a:xfrm>
            <a:off x="457200" y="5353734"/>
            <a:ext cx="452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72 </a:t>
            </a:r>
            <a:r>
              <a:rPr lang="en-US" altLang="ko-KR" dirty="0" err="1"/>
              <a:t>SwapByReference</a:t>
            </a:r>
            <a:r>
              <a:rPr lang="en-US" altLang="ko-KR" dirty="0"/>
              <a:t>[0x01]10&lt;-&gt;[0x05]20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01DE25C-BE24-24A4-E29E-123497FFFA32}"/>
              </a:ext>
            </a:extLst>
          </p:cNvPr>
          <p:cNvSpPr/>
          <p:nvPr/>
        </p:nvSpPr>
        <p:spPr>
          <a:xfrm>
            <a:off x="4838700" y="431800"/>
            <a:ext cx="6934200" cy="4488935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6F4452-75EA-1A12-60A2-0F202D07ECAC}"/>
              </a:ext>
            </a:extLst>
          </p:cNvPr>
          <p:cNvSpPr txBox="1"/>
          <p:nvPr/>
        </p:nvSpPr>
        <p:spPr>
          <a:xfrm>
            <a:off x="5003799" y="609600"/>
            <a:ext cx="2145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SwapByReference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769A4F6-2BC9-4009-6696-B8D95EE412BD}"/>
              </a:ext>
            </a:extLst>
          </p:cNvPr>
          <p:cNvSpPr/>
          <p:nvPr/>
        </p:nvSpPr>
        <p:spPr>
          <a:xfrm>
            <a:off x="7950200" y="1130300"/>
            <a:ext cx="1104900" cy="5715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6825A63-6B26-0AAB-71C9-6153355EE282}"/>
              </a:ext>
            </a:extLst>
          </p:cNvPr>
          <p:cNvSpPr/>
          <p:nvPr/>
        </p:nvSpPr>
        <p:spPr>
          <a:xfrm>
            <a:off x="10052050" y="1130300"/>
            <a:ext cx="1104900" cy="5715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DB4D7D5-E938-C305-785C-F8E70F0F0CB3}"/>
              </a:ext>
            </a:extLst>
          </p:cNvPr>
          <p:cNvSpPr/>
          <p:nvPr/>
        </p:nvSpPr>
        <p:spPr>
          <a:xfrm>
            <a:off x="5448300" y="34417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temp</a:t>
            </a:r>
          </a:p>
          <a:p>
            <a:pPr algn="ctr"/>
            <a:r>
              <a:rPr lang="en-US" altLang="ko-KR" dirty="0"/>
              <a:t>(0x68)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9B7E5D8-3353-F4FD-763B-8A330E59FB6A}"/>
              </a:ext>
            </a:extLst>
          </p:cNvPr>
          <p:cNvSpPr/>
          <p:nvPr/>
        </p:nvSpPr>
        <p:spPr>
          <a:xfrm>
            <a:off x="5448300" y="40132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0523076-14E4-EEBC-CF74-BBA41005BE00}"/>
              </a:ext>
            </a:extLst>
          </p:cNvPr>
          <p:cNvSpPr txBox="1"/>
          <p:nvPr/>
        </p:nvSpPr>
        <p:spPr>
          <a:xfrm>
            <a:off x="2018088" y="149251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55</a:t>
            </a: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0F43AEC-1379-D054-51EC-0F46D6A8D8DE}"/>
              </a:ext>
            </a:extLst>
          </p:cNvPr>
          <p:cNvCxnSpPr>
            <a:cxnSpLocks/>
            <a:stCxn id="11" idx="1"/>
            <a:endCxn id="5" idx="3"/>
          </p:cNvCxnSpPr>
          <p:nvPr/>
        </p:nvCxnSpPr>
        <p:spPr>
          <a:xfrm flipH="1">
            <a:off x="1790700" y="1466850"/>
            <a:ext cx="901700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6B1053DE-1F6E-1A2E-E230-97059F533B21}"/>
              </a:ext>
            </a:extLst>
          </p:cNvPr>
          <p:cNvCxnSpPr>
            <a:stCxn id="18" idx="1"/>
            <a:endCxn id="5" idx="0"/>
          </p:cNvCxnSpPr>
          <p:nvPr/>
        </p:nvCxnSpPr>
        <p:spPr>
          <a:xfrm flipH="1" flipV="1">
            <a:off x="1238250" y="1181100"/>
            <a:ext cx="6711950" cy="23495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AA1DC9F-6FC5-6EFE-1B0F-6D669B833B82}"/>
              </a:ext>
            </a:extLst>
          </p:cNvPr>
          <p:cNvCxnSpPr>
            <a:endCxn id="9" idx="2"/>
          </p:cNvCxnSpPr>
          <p:nvPr/>
        </p:nvCxnSpPr>
        <p:spPr>
          <a:xfrm flipH="1" flipV="1">
            <a:off x="3244850" y="1181100"/>
            <a:ext cx="6807200" cy="248689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2C2E3D5-BB0F-52F9-937C-8A0A0D52E80B}"/>
              </a:ext>
            </a:extLst>
          </p:cNvPr>
          <p:cNvSpPr txBox="1"/>
          <p:nvPr/>
        </p:nvSpPr>
        <p:spPr>
          <a:xfrm>
            <a:off x="4978400" y="1492519"/>
            <a:ext cx="25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71 </a:t>
            </a:r>
            <a:r>
              <a:rPr lang="en-US" altLang="ko-KR" dirty="0" err="1"/>
              <a:t>SwapByReference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4776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3A651-BB44-4030-CED9-B3C4561E0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6ABF118-E2DD-3FE1-14FF-6BE1C5CA76F2}"/>
              </a:ext>
            </a:extLst>
          </p:cNvPr>
          <p:cNvSpPr/>
          <p:nvPr/>
        </p:nvSpPr>
        <p:spPr>
          <a:xfrm>
            <a:off x="685800" y="6096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nDataA</a:t>
            </a:r>
            <a:endParaRPr lang="en-US" altLang="ko-KR" dirty="0"/>
          </a:p>
          <a:p>
            <a:pPr algn="ctr"/>
            <a:r>
              <a:rPr lang="en-US" altLang="ko-KR" dirty="0"/>
              <a:t>(0x01)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C43486-D3D1-A53D-82CA-9DA43D06E3CD}"/>
              </a:ext>
            </a:extLst>
          </p:cNvPr>
          <p:cNvSpPr/>
          <p:nvPr/>
        </p:nvSpPr>
        <p:spPr>
          <a:xfrm>
            <a:off x="685800" y="11811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10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72D89F-5639-D996-1B70-B294E527872D}"/>
              </a:ext>
            </a:extLst>
          </p:cNvPr>
          <p:cNvSpPr txBox="1"/>
          <p:nvPr/>
        </p:nvSpPr>
        <p:spPr>
          <a:xfrm>
            <a:off x="228600" y="609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61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876B59A-22C5-98B2-4EEF-9CC3EE6FF7BD}"/>
              </a:ext>
            </a:extLst>
          </p:cNvPr>
          <p:cNvSpPr/>
          <p:nvPr/>
        </p:nvSpPr>
        <p:spPr>
          <a:xfrm>
            <a:off x="2692400" y="6096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nDataB</a:t>
            </a:r>
            <a:endParaRPr lang="en-US" altLang="ko-KR" dirty="0"/>
          </a:p>
          <a:p>
            <a:pPr algn="ctr"/>
            <a:r>
              <a:rPr lang="en-US" altLang="ko-KR" dirty="0"/>
              <a:t>(0x05)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3A29467-A5AB-579E-5C47-19540D601D04}"/>
              </a:ext>
            </a:extLst>
          </p:cNvPr>
          <p:cNvSpPr/>
          <p:nvPr/>
        </p:nvSpPr>
        <p:spPr>
          <a:xfrm>
            <a:off x="2692400" y="11811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20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941A99-90D3-B310-D603-8DED9E8E0DBC}"/>
              </a:ext>
            </a:extLst>
          </p:cNvPr>
          <p:cNvSpPr txBox="1"/>
          <p:nvPr/>
        </p:nvSpPr>
        <p:spPr>
          <a:xfrm>
            <a:off x="2235200" y="609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43E752-B988-0FB1-FA56-71681EDEB98F}"/>
              </a:ext>
            </a:extLst>
          </p:cNvPr>
          <p:cNvSpPr txBox="1"/>
          <p:nvPr/>
        </p:nvSpPr>
        <p:spPr>
          <a:xfrm>
            <a:off x="457200" y="5353734"/>
            <a:ext cx="452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72 </a:t>
            </a:r>
            <a:r>
              <a:rPr lang="en-US" altLang="ko-KR" dirty="0" err="1"/>
              <a:t>SwapByReference</a:t>
            </a:r>
            <a:r>
              <a:rPr lang="en-US" altLang="ko-KR" dirty="0"/>
              <a:t>[0x01]10&lt;-&gt;[0x05]20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B174854-DB27-9E0C-3A7D-3170919BF4E9}"/>
              </a:ext>
            </a:extLst>
          </p:cNvPr>
          <p:cNvSpPr/>
          <p:nvPr/>
        </p:nvSpPr>
        <p:spPr>
          <a:xfrm>
            <a:off x="4838700" y="431800"/>
            <a:ext cx="6934200" cy="4488935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E87D25-2F2C-6B13-8F14-8F9E9D84714E}"/>
              </a:ext>
            </a:extLst>
          </p:cNvPr>
          <p:cNvSpPr txBox="1"/>
          <p:nvPr/>
        </p:nvSpPr>
        <p:spPr>
          <a:xfrm>
            <a:off x="5003799" y="609600"/>
            <a:ext cx="2145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SwapByReference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D05F31D-C156-3DB5-F2F3-0FBE6904C087}"/>
              </a:ext>
            </a:extLst>
          </p:cNvPr>
          <p:cNvSpPr/>
          <p:nvPr/>
        </p:nvSpPr>
        <p:spPr>
          <a:xfrm>
            <a:off x="7950200" y="1130300"/>
            <a:ext cx="1104900" cy="5715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FBB5F05-B08F-0E87-F55F-60194DBD0D35}"/>
              </a:ext>
            </a:extLst>
          </p:cNvPr>
          <p:cNvSpPr/>
          <p:nvPr/>
        </p:nvSpPr>
        <p:spPr>
          <a:xfrm>
            <a:off x="10052050" y="1130300"/>
            <a:ext cx="1104900" cy="5715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B3C33BA-4FDB-EBFB-1FAF-931FAA0CE3F6}"/>
              </a:ext>
            </a:extLst>
          </p:cNvPr>
          <p:cNvSpPr/>
          <p:nvPr/>
        </p:nvSpPr>
        <p:spPr>
          <a:xfrm>
            <a:off x="5448300" y="3441700"/>
            <a:ext cx="1104900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temp</a:t>
            </a:r>
          </a:p>
          <a:p>
            <a:pPr algn="ctr"/>
            <a:r>
              <a:rPr lang="en-US" altLang="ko-KR" dirty="0"/>
              <a:t>(0x68)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FDED415-1013-1DF0-BD1F-79C672E05690}"/>
              </a:ext>
            </a:extLst>
          </p:cNvPr>
          <p:cNvSpPr/>
          <p:nvPr/>
        </p:nvSpPr>
        <p:spPr>
          <a:xfrm>
            <a:off x="5448300" y="4013200"/>
            <a:ext cx="1104900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3539186-731D-06CE-0C1B-16C49003D243}"/>
              </a:ext>
            </a:extLst>
          </p:cNvPr>
          <p:cNvSpPr txBox="1"/>
          <p:nvPr/>
        </p:nvSpPr>
        <p:spPr>
          <a:xfrm>
            <a:off x="3733800" y="283089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56</a:t>
            </a: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12DC2A79-E387-2FAB-91B1-F770AA957CAB}"/>
              </a:ext>
            </a:extLst>
          </p:cNvPr>
          <p:cNvCxnSpPr>
            <a:cxnSpLocks/>
            <a:stCxn id="44" idx="1"/>
            <a:endCxn id="11" idx="2"/>
          </p:cNvCxnSpPr>
          <p:nvPr/>
        </p:nvCxnSpPr>
        <p:spPr>
          <a:xfrm flipH="1" flipV="1">
            <a:off x="3244850" y="1752600"/>
            <a:ext cx="2203450" cy="254635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DE264591-737B-A066-39E4-0D5D9F45DC32}"/>
              </a:ext>
            </a:extLst>
          </p:cNvPr>
          <p:cNvCxnSpPr>
            <a:stCxn id="18" idx="1"/>
            <a:endCxn id="5" idx="0"/>
          </p:cNvCxnSpPr>
          <p:nvPr/>
        </p:nvCxnSpPr>
        <p:spPr>
          <a:xfrm flipH="1" flipV="1">
            <a:off x="1238250" y="1181100"/>
            <a:ext cx="6711950" cy="23495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B962350-7A1C-DF2C-6228-209529D4006A}"/>
              </a:ext>
            </a:extLst>
          </p:cNvPr>
          <p:cNvCxnSpPr>
            <a:endCxn id="9" idx="2"/>
          </p:cNvCxnSpPr>
          <p:nvPr/>
        </p:nvCxnSpPr>
        <p:spPr>
          <a:xfrm flipH="1" flipV="1">
            <a:off x="3244850" y="1181100"/>
            <a:ext cx="6807200" cy="248689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6A41BD7-BA14-7035-7C79-D2F3E175BF0D}"/>
              </a:ext>
            </a:extLst>
          </p:cNvPr>
          <p:cNvSpPr txBox="1"/>
          <p:nvPr/>
        </p:nvSpPr>
        <p:spPr>
          <a:xfrm>
            <a:off x="4978400" y="1492519"/>
            <a:ext cx="250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71 </a:t>
            </a:r>
            <a:r>
              <a:rPr lang="en-US" altLang="ko-KR" dirty="0" err="1"/>
              <a:t>SwapByReference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5811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CA137FB-3A87-2D94-BAF7-738563A08C05}"/>
              </a:ext>
            </a:extLst>
          </p:cNvPr>
          <p:cNvSpPr/>
          <p:nvPr/>
        </p:nvSpPr>
        <p:spPr>
          <a:xfrm>
            <a:off x="2124133" y="1917700"/>
            <a:ext cx="1774998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arrA</a:t>
            </a:r>
            <a:endParaRPr lang="en-US" altLang="ko-KR" dirty="0"/>
          </a:p>
          <a:p>
            <a:pPr algn="ctr"/>
            <a:r>
              <a:rPr lang="en-US" altLang="ko-KR" dirty="0" err="1"/>
              <a:t>arrA</a:t>
            </a:r>
            <a:r>
              <a:rPr lang="en-US" altLang="ko-KR" dirty="0"/>
              <a:t>[0]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CEF1E17-CE80-A922-DD46-90F5F878005C}"/>
              </a:ext>
            </a:extLst>
          </p:cNvPr>
          <p:cNvSpPr/>
          <p:nvPr/>
        </p:nvSpPr>
        <p:spPr>
          <a:xfrm>
            <a:off x="2124133" y="2489200"/>
            <a:ext cx="1774998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D3B024C-6753-BB71-5223-EBA6E7F390AC}"/>
              </a:ext>
            </a:extLst>
          </p:cNvPr>
          <p:cNvSpPr/>
          <p:nvPr/>
        </p:nvSpPr>
        <p:spPr>
          <a:xfrm>
            <a:off x="3899131" y="1917700"/>
            <a:ext cx="1774998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arrA</a:t>
            </a:r>
            <a:r>
              <a:rPr lang="en-US" altLang="ko-KR" dirty="0"/>
              <a:t>[1]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D4F20D-F5F3-01AB-D7B5-BAAE9360EAED}"/>
              </a:ext>
            </a:extLst>
          </p:cNvPr>
          <p:cNvSpPr/>
          <p:nvPr/>
        </p:nvSpPr>
        <p:spPr>
          <a:xfrm>
            <a:off x="3899131" y="2489200"/>
            <a:ext cx="1774998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7697C43-DCE8-78AB-E28E-7468BE8A6E6C}"/>
              </a:ext>
            </a:extLst>
          </p:cNvPr>
          <p:cNvSpPr/>
          <p:nvPr/>
        </p:nvSpPr>
        <p:spPr>
          <a:xfrm>
            <a:off x="5674129" y="1917700"/>
            <a:ext cx="1774998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arrA</a:t>
            </a:r>
            <a:r>
              <a:rPr lang="en-US" altLang="ko-KR" dirty="0"/>
              <a:t>[2]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E1F6EA0-8531-9F7B-D199-EA6DAF782117}"/>
              </a:ext>
            </a:extLst>
          </p:cNvPr>
          <p:cNvSpPr/>
          <p:nvPr/>
        </p:nvSpPr>
        <p:spPr>
          <a:xfrm>
            <a:off x="5674129" y="2489200"/>
            <a:ext cx="1774998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7931BBC-0F3C-F228-1173-243D91C84C33}"/>
              </a:ext>
            </a:extLst>
          </p:cNvPr>
          <p:cNvSpPr/>
          <p:nvPr/>
        </p:nvSpPr>
        <p:spPr>
          <a:xfrm>
            <a:off x="7449127" y="1917700"/>
            <a:ext cx="1774998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arrSize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CE8B54A-1F99-D9FB-98E0-6BAE346D2CC9}"/>
              </a:ext>
            </a:extLst>
          </p:cNvPr>
          <p:cNvSpPr/>
          <p:nvPr/>
        </p:nvSpPr>
        <p:spPr>
          <a:xfrm>
            <a:off x="7449127" y="2489200"/>
            <a:ext cx="1774998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3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BD20BE1-D8A4-2D48-8654-919D3843F0A0}"/>
              </a:ext>
            </a:extLst>
          </p:cNvPr>
          <p:cNvSpPr/>
          <p:nvPr/>
        </p:nvSpPr>
        <p:spPr>
          <a:xfrm>
            <a:off x="9224125" y="1917700"/>
            <a:ext cx="1774998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pA</a:t>
            </a:r>
            <a:endParaRPr lang="en-US" altLang="ko-KR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EC9F17A-BB12-E69A-AD03-0BA3897E16E9}"/>
              </a:ext>
            </a:extLst>
          </p:cNvPr>
          <p:cNvSpPr/>
          <p:nvPr/>
        </p:nvSpPr>
        <p:spPr>
          <a:xfrm>
            <a:off x="9224125" y="2489200"/>
            <a:ext cx="1774998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0x05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1E068D0-DE6E-8FE6-88BF-8A9DC28DD68A}"/>
              </a:ext>
            </a:extLst>
          </p:cNvPr>
          <p:cNvSpPr/>
          <p:nvPr/>
        </p:nvSpPr>
        <p:spPr>
          <a:xfrm>
            <a:off x="349135" y="1917700"/>
            <a:ext cx="1774998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const </a:t>
            </a:r>
            <a:r>
              <a:rPr lang="en-US" altLang="ko-KR" dirty="0" err="1"/>
              <a:t>nSize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0D02111-A57D-1DF1-6F59-970FE93B431F}"/>
              </a:ext>
            </a:extLst>
          </p:cNvPr>
          <p:cNvSpPr/>
          <p:nvPr/>
        </p:nvSpPr>
        <p:spPr>
          <a:xfrm>
            <a:off x="349135" y="2489200"/>
            <a:ext cx="1774998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3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84807F-C973-BB6B-1CAD-A8FC2BC575ED}"/>
              </a:ext>
            </a:extLst>
          </p:cNvPr>
          <p:cNvSpPr txBox="1"/>
          <p:nvPr/>
        </p:nvSpPr>
        <p:spPr>
          <a:xfrm>
            <a:off x="114417" y="3632202"/>
            <a:ext cx="748145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0x01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FBB115-755D-AA3D-5970-DE0AB2F4CB31}"/>
              </a:ext>
            </a:extLst>
          </p:cNvPr>
          <p:cNvSpPr txBox="1"/>
          <p:nvPr/>
        </p:nvSpPr>
        <p:spPr>
          <a:xfrm>
            <a:off x="1750060" y="3632201"/>
            <a:ext cx="748145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0x05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B36DB4-BF5E-5091-2D81-323FE2028F55}"/>
              </a:ext>
            </a:extLst>
          </p:cNvPr>
          <p:cNvSpPr txBox="1"/>
          <p:nvPr/>
        </p:nvSpPr>
        <p:spPr>
          <a:xfrm>
            <a:off x="3525057" y="3665451"/>
            <a:ext cx="748145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0x09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5E24A-2D71-9B2D-7D5F-8B8905E05C80}"/>
              </a:ext>
            </a:extLst>
          </p:cNvPr>
          <p:cNvSpPr txBox="1"/>
          <p:nvPr/>
        </p:nvSpPr>
        <p:spPr>
          <a:xfrm>
            <a:off x="5373255" y="3698702"/>
            <a:ext cx="748145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0x13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2EAE5D-5507-A082-0648-15A4831CA6B0}"/>
              </a:ext>
            </a:extLst>
          </p:cNvPr>
          <p:cNvSpPr txBox="1"/>
          <p:nvPr/>
        </p:nvSpPr>
        <p:spPr>
          <a:xfrm>
            <a:off x="7148253" y="3632200"/>
            <a:ext cx="748145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0x17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D15DF1-2D1D-3B85-B684-CA726307BD3C}"/>
              </a:ext>
            </a:extLst>
          </p:cNvPr>
          <p:cNvSpPr txBox="1"/>
          <p:nvPr/>
        </p:nvSpPr>
        <p:spPr>
          <a:xfrm>
            <a:off x="8850052" y="3682075"/>
            <a:ext cx="748145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0x21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EDAC8A5-FD34-C636-39A4-FB780F992816}"/>
              </a:ext>
            </a:extLst>
          </p:cNvPr>
          <p:cNvSpPr txBox="1"/>
          <p:nvPr/>
        </p:nvSpPr>
        <p:spPr>
          <a:xfrm>
            <a:off x="10625050" y="3682075"/>
            <a:ext cx="748145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0x25</a:t>
            </a:r>
            <a:endParaRPr lang="ko-KR" altLang="en-US" dirty="0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8D0348ED-5B0F-7B1C-55D5-D4C4402B47E4}"/>
              </a:ext>
            </a:extLst>
          </p:cNvPr>
          <p:cNvCxnSpPr/>
          <p:nvPr/>
        </p:nvCxnSpPr>
        <p:spPr>
          <a:xfrm>
            <a:off x="349135" y="1404389"/>
            <a:ext cx="0" cy="2227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E172DF9-2A32-8BEE-F871-3BE94F9AA219}"/>
              </a:ext>
            </a:extLst>
          </p:cNvPr>
          <p:cNvSpPr txBox="1"/>
          <p:nvPr/>
        </p:nvSpPr>
        <p:spPr>
          <a:xfrm>
            <a:off x="349135" y="3074209"/>
            <a:ext cx="513421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78</a:t>
            </a:r>
            <a:endParaRPr lang="ko-KR" altLang="en-US" dirty="0"/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A081C18-9E91-5514-A725-219586840641}"/>
              </a:ext>
            </a:extLst>
          </p:cNvPr>
          <p:cNvCxnSpPr/>
          <p:nvPr/>
        </p:nvCxnSpPr>
        <p:spPr>
          <a:xfrm>
            <a:off x="2124133" y="1490633"/>
            <a:ext cx="0" cy="2227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945E8EA-C70F-4FE2-551B-D858A052EF3D}"/>
              </a:ext>
            </a:extLst>
          </p:cNvPr>
          <p:cNvSpPr txBox="1"/>
          <p:nvPr/>
        </p:nvSpPr>
        <p:spPr>
          <a:xfrm>
            <a:off x="2124133" y="3160453"/>
            <a:ext cx="887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82~84</a:t>
            </a:r>
            <a:endParaRPr lang="ko-KR" altLang="en-US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18457B06-C43B-E2AE-4A0A-ED79E8CBAB6B}"/>
              </a:ext>
            </a:extLst>
          </p:cNvPr>
          <p:cNvCxnSpPr/>
          <p:nvPr/>
        </p:nvCxnSpPr>
        <p:spPr>
          <a:xfrm>
            <a:off x="3899131" y="1523993"/>
            <a:ext cx="0" cy="2227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8069D43A-18D9-8FC4-758E-74426D02DCBB}"/>
              </a:ext>
            </a:extLst>
          </p:cNvPr>
          <p:cNvCxnSpPr/>
          <p:nvPr/>
        </p:nvCxnSpPr>
        <p:spPr>
          <a:xfrm>
            <a:off x="5674129" y="1523993"/>
            <a:ext cx="0" cy="2227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EA18343-34C5-6E3F-264D-59D553470790}"/>
              </a:ext>
            </a:extLst>
          </p:cNvPr>
          <p:cNvCxnSpPr/>
          <p:nvPr/>
        </p:nvCxnSpPr>
        <p:spPr>
          <a:xfrm>
            <a:off x="7455824" y="1437640"/>
            <a:ext cx="0" cy="2227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8C1C9A0-FEA0-EC9B-27CC-D73944C19C66}"/>
              </a:ext>
            </a:extLst>
          </p:cNvPr>
          <p:cNvSpPr txBox="1"/>
          <p:nvPr/>
        </p:nvSpPr>
        <p:spPr>
          <a:xfrm>
            <a:off x="7462522" y="3157790"/>
            <a:ext cx="513421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80</a:t>
            </a:r>
            <a:endParaRPr lang="ko-KR" altLang="en-US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DA85D7ED-DA11-3999-AC13-EF7820B56783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3385704" y="2203450"/>
            <a:ext cx="6725920" cy="28575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B26DAC02-9269-C7E4-FFF8-5D10995BD720}"/>
              </a:ext>
            </a:extLst>
          </p:cNvPr>
          <p:cNvSpPr txBox="1"/>
          <p:nvPr/>
        </p:nvSpPr>
        <p:spPr>
          <a:xfrm>
            <a:off x="3635722" y="1864707"/>
            <a:ext cx="57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100</a:t>
            </a:r>
            <a:endParaRPr lang="ko-KR" altLang="en-US" dirty="0"/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9543BC31-7229-4380-7706-116FD290E096}"/>
              </a:ext>
            </a:extLst>
          </p:cNvPr>
          <p:cNvCxnSpPr>
            <a:cxnSpLocks/>
            <a:stCxn id="5" idx="2"/>
          </p:cNvCxnSpPr>
          <p:nvPr/>
        </p:nvCxnSpPr>
        <p:spPr>
          <a:xfrm flipV="1">
            <a:off x="3011632" y="2774950"/>
            <a:ext cx="6725919" cy="28575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AA482F25-1744-5ADC-76EB-E2A98E1179A2}"/>
              </a:ext>
            </a:extLst>
          </p:cNvPr>
          <p:cNvSpPr txBox="1"/>
          <p:nvPr/>
        </p:nvSpPr>
        <p:spPr>
          <a:xfrm>
            <a:off x="349135" y="4381500"/>
            <a:ext cx="46292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86 </a:t>
            </a:r>
            <a:r>
              <a:rPr lang="en-US" altLang="ko-KR" dirty="0" err="1"/>
              <a:t>arrA</a:t>
            </a:r>
            <a:r>
              <a:rPr lang="en-US" altLang="ko-KR" dirty="0"/>
              <a:t>[0x05]0x05</a:t>
            </a:r>
          </a:p>
          <a:p>
            <a:r>
              <a:rPr lang="en-US" altLang="ko-KR" dirty="0"/>
              <a:t>88~91 [0x05/0]0, [0x09/1]10 [0x13/2]20,</a:t>
            </a:r>
          </a:p>
          <a:p>
            <a:r>
              <a:rPr lang="en-US" altLang="ko-KR" dirty="0"/>
              <a:t>94~97 [0x05/0]0, [0x09/1]10 [0x13/2]20,</a:t>
            </a:r>
          </a:p>
          <a:p>
            <a:r>
              <a:rPr lang="en-US" altLang="ko-KR" dirty="0"/>
              <a:t>102~106 [0x05/0]0, [0x09/1]10 [0x13/2]20,</a:t>
            </a:r>
          </a:p>
        </p:txBody>
      </p:sp>
    </p:spTree>
    <p:extLst>
      <p:ext uri="{BB962C8B-B14F-4D97-AF65-F5344CB8AC3E}">
        <p14:creationId xmlns:p14="http://schemas.microsoft.com/office/powerpoint/2010/main" val="1381187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55475-748B-81A8-430A-993E44B31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5C7328E-412A-C261-A69B-C165BBC91058}"/>
              </a:ext>
            </a:extLst>
          </p:cNvPr>
          <p:cNvSpPr/>
          <p:nvPr/>
        </p:nvSpPr>
        <p:spPr>
          <a:xfrm>
            <a:off x="2124133" y="1917700"/>
            <a:ext cx="1774998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arrA</a:t>
            </a:r>
            <a:endParaRPr lang="en-US" altLang="ko-KR" dirty="0"/>
          </a:p>
          <a:p>
            <a:pPr algn="ctr"/>
            <a:r>
              <a:rPr lang="en-US" altLang="ko-KR" dirty="0" err="1"/>
              <a:t>arrA</a:t>
            </a:r>
            <a:r>
              <a:rPr lang="en-US" altLang="ko-KR" dirty="0"/>
              <a:t>[0]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0FAF023-B2EB-BE75-9D32-25CC270CD76E}"/>
              </a:ext>
            </a:extLst>
          </p:cNvPr>
          <p:cNvSpPr/>
          <p:nvPr/>
        </p:nvSpPr>
        <p:spPr>
          <a:xfrm>
            <a:off x="2124133" y="2489200"/>
            <a:ext cx="1774998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6C6ED9F-F61B-D0A1-60D5-07B625028CE7}"/>
              </a:ext>
            </a:extLst>
          </p:cNvPr>
          <p:cNvSpPr/>
          <p:nvPr/>
        </p:nvSpPr>
        <p:spPr>
          <a:xfrm>
            <a:off x="3899131" y="1917700"/>
            <a:ext cx="1774998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arrA</a:t>
            </a:r>
            <a:r>
              <a:rPr lang="en-US" altLang="ko-KR" dirty="0"/>
              <a:t>[1]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A0E6F20-DD3A-05A1-E3F8-AE9DE5F09393}"/>
              </a:ext>
            </a:extLst>
          </p:cNvPr>
          <p:cNvSpPr/>
          <p:nvPr/>
        </p:nvSpPr>
        <p:spPr>
          <a:xfrm>
            <a:off x="3899131" y="2489200"/>
            <a:ext cx="1774998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54FF59B-1C3F-8591-32B5-2654B09345F6}"/>
              </a:ext>
            </a:extLst>
          </p:cNvPr>
          <p:cNvSpPr/>
          <p:nvPr/>
        </p:nvSpPr>
        <p:spPr>
          <a:xfrm>
            <a:off x="5674129" y="1917700"/>
            <a:ext cx="1774998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arrA</a:t>
            </a:r>
            <a:r>
              <a:rPr lang="en-US" altLang="ko-KR" dirty="0"/>
              <a:t>[2]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FB2CA21-71B6-C277-765D-A987D2921B5E}"/>
              </a:ext>
            </a:extLst>
          </p:cNvPr>
          <p:cNvSpPr/>
          <p:nvPr/>
        </p:nvSpPr>
        <p:spPr>
          <a:xfrm>
            <a:off x="5674129" y="2489200"/>
            <a:ext cx="1774998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16D6306-D23B-B808-AA2F-CE3956BB2CBB}"/>
              </a:ext>
            </a:extLst>
          </p:cNvPr>
          <p:cNvSpPr/>
          <p:nvPr/>
        </p:nvSpPr>
        <p:spPr>
          <a:xfrm>
            <a:off x="7449127" y="1917700"/>
            <a:ext cx="1774998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arrSize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107C867-8D9D-D3D7-4B65-5104E1315C55}"/>
              </a:ext>
            </a:extLst>
          </p:cNvPr>
          <p:cNvSpPr/>
          <p:nvPr/>
        </p:nvSpPr>
        <p:spPr>
          <a:xfrm>
            <a:off x="7449127" y="2489200"/>
            <a:ext cx="1774998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3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A329900-B69C-1D25-BBC2-FBE82BB93A2F}"/>
              </a:ext>
            </a:extLst>
          </p:cNvPr>
          <p:cNvSpPr/>
          <p:nvPr/>
        </p:nvSpPr>
        <p:spPr>
          <a:xfrm>
            <a:off x="9224125" y="1917700"/>
            <a:ext cx="1774998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pA</a:t>
            </a:r>
            <a:endParaRPr lang="en-US" altLang="ko-KR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1C39F37-5FD1-FCA6-8E1D-058522A81D39}"/>
              </a:ext>
            </a:extLst>
          </p:cNvPr>
          <p:cNvSpPr/>
          <p:nvPr/>
        </p:nvSpPr>
        <p:spPr>
          <a:xfrm>
            <a:off x="9224125" y="2489200"/>
            <a:ext cx="1774998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0x09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534D7AA-AB8F-6ADA-65AE-5A960DDF7DFF}"/>
              </a:ext>
            </a:extLst>
          </p:cNvPr>
          <p:cNvSpPr/>
          <p:nvPr/>
        </p:nvSpPr>
        <p:spPr>
          <a:xfrm>
            <a:off x="349135" y="1917700"/>
            <a:ext cx="1774998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const </a:t>
            </a:r>
            <a:r>
              <a:rPr lang="en-US" altLang="ko-KR" dirty="0" err="1"/>
              <a:t>nSize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5BB5DE4-4F25-228E-A290-7B28DC80C2E7}"/>
              </a:ext>
            </a:extLst>
          </p:cNvPr>
          <p:cNvSpPr/>
          <p:nvPr/>
        </p:nvSpPr>
        <p:spPr>
          <a:xfrm>
            <a:off x="349135" y="2489200"/>
            <a:ext cx="1774998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3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9BADF6-DDD9-19E1-9B24-94337FC7837F}"/>
              </a:ext>
            </a:extLst>
          </p:cNvPr>
          <p:cNvSpPr txBox="1"/>
          <p:nvPr/>
        </p:nvSpPr>
        <p:spPr>
          <a:xfrm>
            <a:off x="114417" y="3632202"/>
            <a:ext cx="748145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0x01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99BFB0-A03E-20AF-4466-E1149498923A}"/>
              </a:ext>
            </a:extLst>
          </p:cNvPr>
          <p:cNvSpPr txBox="1"/>
          <p:nvPr/>
        </p:nvSpPr>
        <p:spPr>
          <a:xfrm>
            <a:off x="1750060" y="3632201"/>
            <a:ext cx="748145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0x05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92D5FA-667B-98AF-DFA1-0B66341147CB}"/>
              </a:ext>
            </a:extLst>
          </p:cNvPr>
          <p:cNvSpPr txBox="1"/>
          <p:nvPr/>
        </p:nvSpPr>
        <p:spPr>
          <a:xfrm>
            <a:off x="3525057" y="3665451"/>
            <a:ext cx="748145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0x09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D39E0E-9CD5-1E35-4863-ECA27D5436A6}"/>
              </a:ext>
            </a:extLst>
          </p:cNvPr>
          <p:cNvSpPr txBox="1"/>
          <p:nvPr/>
        </p:nvSpPr>
        <p:spPr>
          <a:xfrm>
            <a:off x="5373255" y="3698702"/>
            <a:ext cx="748145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0x13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7501BF-DB66-8226-C21C-4E83A24F3A08}"/>
              </a:ext>
            </a:extLst>
          </p:cNvPr>
          <p:cNvSpPr txBox="1"/>
          <p:nvPr/>
        </p:nvSpPr>
        <p:spPr>
          <a:xfrm>
            <a:off x="7148253" y="3632200"/>
            <a:ext cx="748145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0x17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52CF29-DA34-D6DD-FAD5-5C5E54D3D1F6}"/>
              </a:ext>
            </a:extLst>
          </p:cNvPr>
          <p:cNvSpPr txBox="1"/>
          <p:nvPr/>
        </p:nvSpPr>
        <p:spPr>
          <a:xfrm>
            <a:off x="8850052" y="3682075"/>
            <a:ext cx="748145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0x21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67014E-2BC5-1B89-AC89-F4847D6E722E}"/>
              </a:ext>
            </a:extLst>
          </p:cNvPr>
          <p:cNvSpPr txBox="1"/>
          <p:nvPr/>
        </p:nvSpPr>
        <p:spPr>
          <a:xfrm>
            <a:off x="10625050" y="3682075"/>
            <a:ext cx="748145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0x25</a:t>
            </a:r>
            <a:endParaRPr lang="ko-KR" altLang="en-US" dirty="0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C55B26CC-BC69-3432-4EC8-D7017DF0D059}"/>
              </a:ext>
            </a:extLst>
          </p:cNvPr>
          <p:cNvCxnSpPr/>
          <p:nvPr/>
        </p:nvCxnSpPr>
        <p:spPr>
          <a:xfrm>
            <a:off x="349135" y="1404389"/>
            <a:ext cx="0" cy="2227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6F18312-5DF5-1311-334C-8600AEC37B37}"/>
              </a:ext>
            </a:extLst>
          </p:cNvPr>
          <p:cNvSpPr txBox="1"/>
          <p:nvPr/>
        </p:nvSpPr>
        <p:spPr>
          <a:xfrm>
            <a:off x="349135" y="3074209"/>
            <a:ext cx="513421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78</a:t>
            </a:r>
            <a:endParaRPr lang="ko-KR" altLang="en-US" dirty="0"/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F6AEA23-6CBE-3074-1DCA-B48185C46D6A}"/>
              </a:ext>
            </a:extLst>
          </p:cNvPr>
          <p:cNvCxnSpPr/>
          <p:nvPr/>
        </p:nvCxnSpPr>
        <p:spPr>
          <a:xfrm>
            <a:off x="2124133" y="1490633"/>
            <a:ext cx="0" cy="2227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3A91A83-9933-A8D2-FE65-325FD78409A2}"/>
              </a:ext>
            </a:extLst>
          </p:cNvPr>
          <p:cNvSpPr txBox="1"/>
          <p:nvPr/>
        </p:nvSpPr>
        <p:spPr>
          <a:xfrm>
            <a:off x="2124133" y="3160453"/>
            <a:ext cx="887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82~84</a:t>
            </a:r>
            <a:endParaRPr lang="ko-KR" altLang="en-US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855324BA-B57D-61DA-8CAE-4A024D193731}"/>
              </a:ext>
            </a:extLst>
          </p:cNvPr>
          <p:cNvCxnSpPr/>
          <p:nvPr/>
        </p:nvCxnSpPr>
        <p:spPr>
          <a:xfrm>
            <a:off x="3899131" y="1523993"/>
            <a:ext cx="0" cy="2227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C168C8DF-8609-DA96-1EDA-458A0CD8D388}"/>
              </a:ext>
            </a:extLst>
          </p:cNvPr>
          <p:cNvCxnSpPr/>
          <p:nvPr/>
        </p:nvCxnSpPr>
        <p:spPr>
          <a:xfrm>
            <a:off x="5674129" y="1523993"/>
            <a:ext cx="0" cy="2227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85D3B88C-0DC6-B26F-4588-6771D62CA9AC}"/>
              </a:ext>
            </a:extLst>
          </p:cNvPr>
          <p:cNvCxnSpPr/>
          <p:nvPr/>
        </p:nvCxnSpPr>
        <p:spPr>
          <a:xfrm>
            <a:off x="7455824" y="1437640"/>
            <a:ext cx="0" cy="2227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82F7359-7217-F054-FA5A-9FC36E651AD2}"/>
              </a:ext>
            </a:extLst>
          </p:cNvPr>
          <p:cNvSpPr txBox="1"/>
          <p:nvPr/>
        </p:nvSpPr>
        <p:spPr>
          <a:xfrm>
            <a:off x="7462522" y="3157790"/>
            <a:ext cx="513421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80</a:t>
            </a:r>
            <a:endParaRPr lang="ko-KR" altLang="en-US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0B56CD28-BCBE-3499-A99E-E559394FDE2E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5270500" y="2234039"/>
            <a:ext cx="4841124" cy="25516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AF43FC62-CF8F-969C-9136-382D095BAECC}"/>
              </a:ext>
            </a:extLst>
          </p:cNvPr>
          <p:cNvCxnSpPr>
            <a:cxnSpLocks/>
            <a:stCxn id="5" idx="2"/>
          </p:cNvCxnSpPr>
          <p:nvPr/>
        </p:nvCxnSpPr>
        <p:spPr>
          <a:xfrm flipV="1">
            <a:off x="3011632" y="2774950"/>
            <a:ext cx="6725919" cy="28575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981578A-502A-57B6-0702-25AAD62A2A04}"/>
              </a:ext>
            </a:extLst>
          </p:cNvPr>
          <p:cNvSpPr txBox="1"/>
          <p:nvPr/>
        </p:nvSpPr>
        <p:spPr>
          <a:xfrm>
            <a:off x="349135" y="4381500"/>
            <a:ext cx="46292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86 </a:t>
            </a:r>
            <a:r>
              <a:rPr lang="en-US" altLang="ko-KR" dirty="0" err="1"/>
              <a:t>arrA</a:t>
            </a:r>
            <a:r>
              <a:rPr lang="en-US" altLang="ko-KR" dirty="0"/>
              <a:t>[0x05]0x05</a:t>
            </a:r>
          </a:p>
          <a:p>
            <a:r>
              <a:rPr lang="en-US" altLang="ko-KR" dirty="0"/>
              <a:t>88~91 [0x05/0]0, [0x09/1]10 [0x13/2]20,</a:t>
            </a:r>
          </a:p>
          <a:p>
            <a:r>
              <a:rPr lang="en-US" altLang="ko-KR" dirty="0"/>
              <a:t>94~97 [0x05/0]0, [0x09/1]10 [0x13/2]20,</a:t>
            </a:r>
          </a:p>
          <a:p>
            <a:r>
              <a:rPr lang="en-US" altLang="ko-KR" dirty="0"/>
              <a:t>102~106 [0x05/0]0, [0x09/1]10 [0x13/2]20,</a:t>
            </a:r>
          </a:p>
        </p:txBody>
      </p:sp>
    </p:spTree>
    <p:extLst>
      <p:ext uri="{BB962C8B-B14F-4D97-AF65-F5344CB8AC3E}">
        <p14:creationId xmlns:p14="http://schemas.microsoft.com/office/powerpoint/2010/main" val="909112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F0556-06E9-4324-FEB8-4AD60C84D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AA5B7B5-133C-AE85-196A-682A92EECE5D}"/>
              </a:ext>
            </a:extLst>
          </p:cNvPr>
          <p:cNvSpPr/>
          <p:nvPr/>
        </p:nvSpPr>
        <p:spPr>
          <a:xfrm>
            <a:off x="2124133" y="1917700"/>
            <a:ext cx="1774998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arrA</a:t>
            </a:r>
            <a:endParaRPr lang="en-US" altLang="ko-KR" dirty="0"/>
          </a:p>
          <a:p>
            <a:pPr algn="ctr"/>
            <a:r>
              <a:rPr lang="en-US" altLang="ko-KR" dirty="0" err="1"/>
              <a:t>arrA</a:t>
            </a:r>
            <a:r>
              <a:rPr lang="en-US" altLang="ko-KR" dirty="0"/>
              <a:t>[0]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5A7257-4EFE-374C-4565-391409A43B8A}"/>
              </a:ext>
            </a:extLst>
          </p:cNvPr>
          <p:cNvSpPr/>
          <p:nvPr/>
        </p:nvSpPr>
        <p:spPr>
          <a:xfrm>
            <a:off x="2124133" y="2489200"/>
            <a:ext cx="1774998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8B88B7C-F749-9C1C-0348-564C72955621}"/>
              </a:ext>
            </a:extLst>
          </p:cNvPr>
          <p:cNvSpPr/>
          <p:nvPr/>
        </p:nvSpPr>
        <p:spPr>
          <a:xfrm>
            <a:off x="3899131" y="1917700"/>
            <a:ext cx="1774998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arrA</a:t>
            </a:r>
            <a:r>
              <a:rPr lang="en-US" altLang="ko-KR" dirty="0"/>
              <a:t>[1]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B271B65-824B-6D5C-C059-29929DE8FB14}"/>
              </a:ext>
            </a:extLst>
          </p:cNvPr>
          <p:cNvSpPr/>
          <p:nvPr/>
        </p:nvSpPr>
        <p:spPr>
          <a:xfrm>
            <a:off x="3899131" y="2489200"/>
            <a:ext cx="1774998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2C5ECFC-73C5-7F3C-31F5-9260A60519BA}"/>
              </a:ext>
            </a:extLst>
          </p:cNvPr>
          <p:cNvSpPr/>
          <p:nvPr/>
        </p:nvSpPr>
        <p:spPr>
          <a:xfrm>
            <a:off x="5674129" y="1917700"/>
            <a:ext cx="1774998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arrA</a:t>
            </a:r>
            <a:r>
              <a:rPr lang="en-US" altLang="ko-KR" dirty="0"/>
              <a:t>[2]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6A1414F-E919-94AA-644E-0DAF4B11C417}"/>
              </a:ext>
            </a:extLst>
          </p:cNvPr>
          <p:cNvSpPr/>
          <p:nvPr/>
        </p:nvSpPr>
        <p:spPr>
          <a:xfrm>
            <a:off x="5674129" y="2489200"/>
            <a:ext cx="1774998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5913E3-90CD-B1BC-802F-A92B01825522}"/>
              </a:ext>
            </a:extLst>
          </p:cNvPr>
          <p:cNvSpPr/>
          <p:nvPr/>
        </p:nvSpPr>
        <p:spPr>
          <a:xfrm>
            <a:off x="7449127" y="1917700"/>
            <a:ext cx="1774998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arrSize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CA80B66-E96A-037E-4FC0-E47869E8BAC0}"/>
              </a:ext>
            </a:extLst>
          </p:cNvPr>
          <p:cNvSpPr/>
          <p:nvPr/>
        </p:nvSpPr>
        <p:spPr>
          <a:xfrm>
            <a:off x="7449127" y="2489200"/>
            <a:ext cx="1774998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3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7B74988-5F47-78C9-BEC2-57D7AB47BD21}"/>
              </a:ext>
            </a:extLst>
          </p:cNvPr>
          <p:cNvSpPr/>
          <p:nvPr/>
        </p:nvSpPr>
        <p:spPr>
          <a:xfrm>
            <a:off x="9224125" y="1917700"/>
            <a:ext cx="1774998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pA</a:t>
            </a:r>
            <a:endParaRPr lang="en-US" altLang="ko-KR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FE17910-5701-1F15-C369-2DE644D15961}"/>
              </a:ext>
            </a:extLst>
          </p:cNvPr>
          <p:cNvSpPr/>
          <p:nvPr/>
        </p:nvSpPr>
        <p:spPr>
          <a:xfrm>
            <a:off x="9224125" y="2489200"/>
            <a:ext cx="1774998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0x13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CAC4159-918B-6A4B-73FF-2D222A8BC66F}"/>
              </a:ext>
            </a:extLst>
          </p:cNvPr>
          <p:cNvSpPr/>
          <p:nvPr/>
        </p:nvSpPr>
        <p:spPr>
          <a:xfrm>
            <a:off x="349135" y="1917700"/>
            <a:ext cx="1774998" cy="57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const </a:t>
            </a:r>
            <a:r>
              <a:rPr lang="en-US" altLang="ko-KR" dirty="0" err="1"/>
              <a:t>nSize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0F30F12-4999-8F2B-8CF2-9D1DB72A9389}"/>
              </a:ext>
            </a:extLst>
          </p:cNvPr>
          <p:cNvSpPr/>
          <p:nvPr/>
        </p:nvSpPr>
        <p:spPr>
          <a:xfrm>
            <a:off x="349135" y="2489200"/>
            <a:ext cx="1774998" cy="571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3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3015A2-7261-2958-8253-B6BDCE8ACECB}"/>
              </a:ext>
            </a:extLst>
          </p:cNvPr>
          <p:cNvSpPr txBox="1"/>
          <p:nvPr/>
        </p:nvSpPr>
        <p:spPr>
          <a:xfrm>
            <a:off x="114417" y="3632202"/>
            <a:ext cx="748145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0x01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BBEB6F-95B8-6617-366B-4DF214D24CA3}"/>
              </a:ext>
            </a:extLst>
          </p:cNvPr>
          <p:cNvSpPr txBox="1"/>
          <p:nvPr/>
        </p:nvSpPr>
        <p:spPr>
          <a:xfrm>
            <a:off x="1750060" y="3632201"/>
            <a:ext cx="748145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0x05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323E98-5417-14A0-68C7-E85B59F01D19}"/>
              </a:ext>
            </a:extLst>
          </p:cNvPr>
          <p:cNvSpPr txBox="1"/>
          <p:nvPr/>
        </p:nvSpPr>
        <p:spPr>
          <a:xfrm>
            <a:off x="3525057" y="3665451"/>
            <a:ext cx="748145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0x09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E66F41-8469-A024-E7EC-8245DA845ADC}"/>
              </a:ext>
            </a:extLst>
          </p:cNvPr>
          <p:cNvSpPr txBox="1"/>
          <p:nvPr/>
        </p:nvSpPr>
        <p:spPr>
          <a:xfrm>
            <a:off x="5373255" y="3698702"/>
            <a:ext cx="748145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0x13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8AC295-F29E-3A7C-D2BE-C1C809C1B3B6}"/>
              </a:ext>
            </a:extLst>
          </p:cNvPr>
          <p:cNvSpPr txBox="1"/>
          <p:nvPr/>
        </p:nvSpPr>
        <p:spPr>
          <a:xfrm>
            <a:off x="7148253" y="3632200"/>
            <a:ext cx="748145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0x17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2BA368-BE36-1ADD-6851-C6C0384D9F49}"/>
              </a:ext>
            </a:extLst>
          </p:cNvPr>
          <p:cNvSpPr txBox="1"/>
          <p:nvPr/>
        </p:nvSpPr>
        <p:spPr>
          <a:xfrm>
            <a:off x="8850052" y="3682075"/>
            <a:ext cx="748145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0x21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DF7BA5-45A5-A6C8-F7B7-B159AD5D4F82}"/>
              </a:ext>
            </a:extLst>
          </p:cNvPr>
          <p:cNvSpPr txBox="1"/>
          <p:nvPr/>
        </p:nvSpPr>
        <p:spPr>
          <a:xfrm>
            <a:off x="10625050" y="3682075"/>
            <a:ext cx="748145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0x25</a:t>
            </a:r>
            <a:endParaRPr lang="ko-KR" altLang="en-US" dirty="0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FAF20AF7-3472-0E21-3618-AE0FF5E1ADF0}"/>
              </a:ext>
            </a:extLst>
          </p:cNvPr>
          <p:cNvCxnSpPr/>
          <p:nvPr/>
        </p:nvCxnSpPr>
        <p:spPr>
          <a:xfrm>
            <a:off x="349135" y="1404389"/>
            <a:ext cx="0" cy="2227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F0540DE-4CF7-091D-E95D-3680F56CB289}"/>
              </a:ext>
            </a:extLst>
          </p:cNvPr>
          <p:cNvSpPr txBox="1"/>
          <p:nvPr/>
        </p:nvSpPr>
        <p:spPr>
          <a:xfrm>
            <a:off x="349135" y="3074209"/>
            <a:ext cx="513421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78</a:t>
            </a:r>
            <a:endParaRPr lang="ko-KR" altLang="en-US" dirty="0"/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9F5617D4-57E6-6CF7-644A-7B432FE8B383}"/>
              </a:ext>
            </a:extLst>
          </p:cNvPr>
          <p:cNvCxnSpPr/>
          <p:nvPr/>
        </p:nvCxnSpPr>
        <p:spPr>
          <a:xfrm>
            <a:off x="2124133" y="1490633"/>
            <a:ext cx="0" cy="2227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CE246F8-A7FB-9104-568C-E5DED9E14076}"/>
              </a:ext>
            </a:extLst>
          </p:cNvPr>
          <p:cNvSpPr txBox="1"/>
          <p:nvPr/>
        </p:nvSpPr>
        <p:spPr>
          <a:xfrm>
            <a:off x="2124133" y="3160453"/>
            <a:ext cx="887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82~84</a:t>
            </a:r>
            <a:endParaRPr lang="ko-KR" altLang="en-US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F0FEF465-510D-4860-86D1-EF9573EE0338}"/>
              </a:ext>
            </a:extLst>
          </p:cNvPr>
          <p:cNvCxnSpPr/>
          <p:nvPr/>
        </p:nvCxnSpPr>
        <p:spPr>
          <a:xfrm>
            <a:off x="3899131" y="1523993"/>
            <a:ext cx="0" cy="2227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498EE5E5-296A-3A4E-2246-558ED9D50CE7}"/>
              </a:ext>
            </a:extLst>
          </p:cNvPr>
          <p:cNvCxnSpPr/>
          <p:nvPr/>
        </p:nvCxnSpPr>
        <p:spPr>
          <a:xfrm>
            <a:off x="5674129" y="1523993"/>
            <a:ext cx="0" cy="2227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82AAD5B-5662-D051-76BD-D75B358BEE6E}"/>
              </a:ext>
            </a:extLst>
          </p:cNvPr>
          <p:cNvCxnSpPr/>
          <p:nvPr/>
        </p:nvCxnSpPr>
        <p:spPr>
          <a:xfrm>
            <a:off x="7455824" y="1437640"/>
            <a:ext cx="0" cy="2227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90136D7-CE32-8CA5-2E61-373FD62EF18A}"/>
              </a:ext>
            </a:extLst>
          </p:cNvPr>
          <p:cNvSpPr txBox="1"/>
          <p:nvPr/>
        </p:nvSpPr>
        <p:spPr>
          <a:xfrm>
            <a:off x="7462522" y="3157790"/>
            <a:ext cx="513421" cy="371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80</a:t>
            </a:r>
            <a:endParaRPr lang="ko-KR" altLang="en-US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1C422841-F193-C411-DE26-A5292C4C4612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7148253" y="2261062"/>
            <a:ext cx="2963371" cy="2281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BFB45136-D8F7-7D6E-DCCF-466FBC59414E}"/>
              </a:ext>
            </a:extLst>
          </p:cNvPr>
          <p:cNvCxnSpPr>
            <a:cxnSpLocks/>
            <a:stCxn id="5" idx="2"/>
          </p:cNvCxnSpPr>
          <p:nvPr/>
        </p:nvCxnSpPr>
        <p:spPr>
          <a:xfrm flipV="1">
            <a:off x="3011632" y="2774950"/>
            <a:ext cx="6725919" cy="28575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B8CDA50-5F8A-6D85-72D6-C24A5B665F00}"/>
              </a:ext>
            </a:extLst>
          </p:cNvPr>
          <p:cNvSpPr txBox="1"/>
          <p:nvPr/>
        </p:nvSpPr>
        <p:spPr>
          <a:xfrm>
            <a:off x="349135" y="4381500"/>
            <a:ext cx="46292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86 </a:t>
            </a:r>
            <a:r>
              <a:rPr lang="en-US" altLang="ko-KR" dirty="0" err="1"/>
              <a:t>arrA</a:t>
            </a:r>
            <a:r>
              <a:rPr lang="en-US" altLang="ko-KR" dirty="0"/>
              <a:t>[0x05]0x05</a:t>
            </a:r>
          </a:p>
          <a:p>
            <a:r>
              <a:rPr lang="en-US" altLang="ko-KR" dirty="0"/>
              <a:t>88~91 [0x05/0]0, [0x09/1]10 [0x13/2]20,</a:t>
            </a:r>
          </a:p>
          <a:p>
            <a:r>
              <a:rPr lang="en-US" altLang="ko-KR" dirty="0"/>
              <a:t>94~97 [0x05/0]0, [0x09/1]10 [0x13/2]20,</a:t>
            </a:r>
          </a:p>
          <a:p>
            <a:r>
              <a:rPr lang="en-US" altLang="ko-KR" dirty="0"/>
              <a:t>102~106 [0x05/0]0, [0x09/1]10 [0x13/2]20,</a:t>
            </a:r>
          </a:p>
        </p:txBody>
      </p:sp>
    </p:spTree>
    <p:extLst>
      <p:ext uri="{BB962C8B-B14F-4D97-AF65-F5344CB8AC3E}">
        <p14:creationId xmlns:p14="http://schemas.microsoft.com/office/powerpoint/2010/main" val="4122621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570</Words>
  <Application>Microsoft Office PowerPoint</Application>
  <PresentationFormat>와이드스크린</PresentationFormat>
  <Paragraphs>278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포인터와 함수와 배열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지훈 최</dc:creator>
  <cp:lastModifiedBy>지훈 최</cp:lastModifiedBy>
  <cp:revision>7</cp:revision>
  <dcterms:created xsi:type="dcterms:W3CDTF">2026-07-19T09:12:07Z</dcterms:created>
  <dcterms:modified xsi:type="dcterms:W3CDTF">2026-07-19T10:53:48Z</dcterms:modified>
</cp:coreProperties>
</file>